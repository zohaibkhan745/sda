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84" r:id="rId2"/>
    <p:sldId id="1124" r:id="rId3"/>
    <p:sldId id="1193" r:id="rId4"/>
    <p:sldId id="1219" r:id="rId5"/>
    <p:sldId id="1220" r:id="rId6"/>
    <p:sldId id="1222" r:id="rId7"/>
    <p:sldId id="1221" r:id="rId8"/>
    <p:sldId id="1223" r:id="rId9"/>
    <p:sldId id="1224" r:id="rId10"/>
    <p:sldId id="1230" r:id="rId11"/>
    <p:sldId id="1226" r:id="rId12"/>
    <p:sldId id="1225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0AC471-826D-DF4E-BCCE-7203C2FE60F5}" v="249" dt="2025-10-09T03:33:54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160"/>
    <p:restoredTop sz="94557"/>
  </p:normalViewPr>
  <p:slideViewPr>
    <p:cSldViewPr snapToGrid="0">
      <p:cViewPr varScale="1">
        <p:scale>
          <a:sx n="93" d="100"/>
          <a:sy n="93" d="100"/>
        </p:scale>
        <p:origin x="23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d Nabi Lecturer FCSE" userId="22162f9c-d122-430c-b6e9-ac8024b7b6c6" providerId="ADAL" clId="{4BB67261-876E-BB43-852E-3A380E153A68}"/>
    <pc:docChg chg="undo custSel addSld delSld modSld sldOrd">
      <pc:chgData name="Said Nabi Lecturer FCSE" userId="22162f9c-d122-430c-b6e9-ac8024b7b6c6" providerId="ADAL" clId="{4BB67261-876E-BB43-852E-3A380E153A68}" dt="2025-09-06T12:11:59.533" v="3474" actId="14100"/>
      <pc:docMkLst>
        <pc:docMk/>
      </pc:docMkLst>
      <pc:sldChg chg="del">
        <pc:chgData name="Said Nabi Lecturer FCSE" userId="22162f9c-d122-430c-b6e9-ac8024b7b6c6" providerId="ADAL" clId="{4BB67261-876E-BB43-852E-3A380E153A68}" dt="2025-09-01T11:53:24.189" v="60" actId="2696"/>
        <pc:sldMkLst>
          <pc:docMk/>
          <pc:sldMk cId="0" sldId="256"/>
        </pc:sldMkLst>
      </pc:sldChg>
      <pc:sldChg chg="del">
        <pc:chgData name="Said Nabi Lecturer FCSE" userId="22162f9c-d122-430c-b6e9-ac8024b7b6c6" providerId="ADAL" clId="{4BB67261-876E-BB43-852E-3A380E153A68}" dt="2025-09-01T11:52:03.418" v="55" actId="2696"/>
        <pc:sldMkLst>
          <pc:docMk/>
          <pc:sldMk cId="0" sldId="257"/>
        </pc:sldMkLst>
      </pc:sldChg>
      <pc:sldChg chg="del">
        <pc:chgData name="Said Nabi Lecturer FCSE" userId="22162f9c-d122-430c-b6e9-ac8024b7b6c6" providerId="ADAL" clId="{4BB67261-876E-BB43-852E-3A380E153A68}" dt="2025-09-01T11:52:05.206" v="56" actId="2696"/>
        <pc:sldMkLst>
          <pc:docMk/>
          <pc:sldMk cId="0" sldId="258"/>
        </pc:sldMkLst>
      </pc:sldChg>
      <pc:sldChg chg="del">
        <pc:chgData name="Said Nabi Lecturer FCSE" userId="22162f9c-d122-430c-b6e9-ac8024b7b6c6" providerId="ADAL" clId="{4BB67261-876E-BB43-852E-3A380E153A68}" dt="2025-09-01T11:48:37.366" v="48" actId="2696"/>
        <pc:sldMkLst>
          <pc:docMk/>
          <pc:sldMk cId="0" sldId="260"/>
        </pc:sldMkLst>
      </pc:sldChg>
      <pc:sldChg chg="del">
        <pc:chgData name="Said Nabi Lecturer FCSE" userId="22162f9c-d122-430c-b6e9-ac8024b7b6c6" providerId="ADAL" clId="{4BB67261-876E-BB43-852E-3A380E153A68}" dt="2025-09-01T11:13:51.701" v="41" actId="2696"/>
        <pc:sldMkLst>
          <pc:docMk/>
          <pc:sldMk cId="0" sldId="261"/>
        </pc:sldMkLst>
      </pc:sldChg>
      <pc:sldChg chg="del">
        <pc:chgData name="Said Nabi Lecturer FCSE" userId="22162f9c-d122-430c-b6e9-ac8024b7b6c6" providerId="ADAL" clId="{4BB67261-876E-BB43-852E-3A380E153A68}" dt="2025-09-01T11:13:52.498" v="42" actId="2696"/>
        <pc:sldMkLst>
          <pc:docMk/>
          <pc:sldMk cId="0" sldId="262"/>
        </pc:sldMkLst>
      </pc:sldChg>
      <pc:sldChg chg="del">
        <pc:chgData name="Said Nabi Lecturer FCSE" userId="22162f9c-d122-430c-b6e9-ac8024b7b6c6" providerId="ADAL" clId="{4BB67261-876E-BB43-852E-3A380E153A68}" dt="2025-09-01T11:13:53.215" v="43" actId="2696"/>
        <pc:sldMkLst>
          <pc:docMk/>
          <pc:sldMk cId="0" sldId="263"/>
        </pc:sldMkLst>
      </pc:sldChg>
      <pc:sldChg chg="del">
        <pc:chgData name="Said Nabi Lecturer FCSE" userId="22162f9c-d122-430c-b6e9-ac8024b7b6c6" providerId="ADAL" clId="{4BB67261-876E-BB43-852E-3A380E153A68}" dt="2025-09-01T11:13:53.790" v="44" actId="2696"/>
        <pc:sldMkLst>
          <pc:docMk/>
          <pc:sldMk cId="0" sldId="264"/>
        </pc:sldMkLst>
      </pc:sldChg>
      <pc:sldChg chg="del">
        <pc:chgData name="Said Nabi Lecturer FCSE" userId="22162f9c-d122-430c-b6e9-ac8024b7b6c6" providerId="ADAL" clId="{4BB67261-876E-BB43-852E-3A380E153A68}" dt="2025-09-01T11:13:54.312" v="45" actId="2696"/>
        <pc:sldMkLst>
          <pc:docMk/>
          <pc:sldMk cId="0" sldId="265"/>
        </pc:sldMkLst>
      </pc:sldChg>
      <pc:sldChg chg="del">
        <pc:chgData name="Said Nabi Lecturer FCSE" userId="22162f9c-d122-430c-b6e9-ac8024b7b6c6" providerId="ADAL" clId="{4BB67261-876E-BB43-852E-3A380E153A68}" dt="2025-09-01T11:13:54.795" v="46" actId="2696"/>
        <pc:sldMkLst>
          <pc:docMk/>
          <pc:sldMk cId="0" sldId="266"/>
        </pc:sldMkLst>
      </pc:sldChg>
      <pc:sldChg chg="del">
        <pc:chgData name="Said Nabi Lecturer FCSE" userId="22162f9c-d122-430c-b6e9-ac8024b7b6c6" providerId="ADAL" clId="{4BB67261-876E-BB43-852E-3A380E153A68}" dt="2025-09-01T11:13:55.296" v="47" actId="2696"/>
        <pc:sldMkLst>
          <pc:docMk/>
          <pc:sldMk cId="0" sldId="267"/>
        </pc:sldMkLst>
      </pc:sldChg>
      <pc:sldChg chg="del">
        <pc:chgData name="Said Nabi Lecturer FCSE" userId="22162f9c-d122-430c-b6e9-ac8024b7b6c6" providerId="ADAL" clId="{4BB67261-876E-BB43-852E-3A380E153A68}" dt="2025-09-01T11:55:08.017" v="66" actId="2696"/>
        <pc:sldMkLst>
          <pc:docMk/>
          <pc:sldMk cId="0" sldId="268"/>
        </pc:sldMkLst>
      </pc:sldChg>
      <pc:sldChg chg="modSp mod">
        <pc:chgData name="Said Nabi Lecturer FCSE" userId="22162f9c-d122-430c-b6e9-ac8024b7b6c6" providerId="ADAL" clId="{4BB67261-876E-BB43-852E-3A380E153A68}" dt="2025-09-01T11:55:44.837" v="68" actId="20577"/>
        <pc:sldMkLst>
          <pc:docMk/>
          <pc:sldMk cId="0" sldId="270"/>
        </pc:sldMkLst>
      </pc:sldChg>
      <pc:sldChg chg="del">
        <pc:chgData name="Said Nabi Lecturer FCSE" userId="22162f9c-d122-430c-b6e9-ac8024b7b6c6" providerId="ADAL" clId="{4BB67261-876E-BB43-852E-3A380E153A68}" dt="2025-09-01T11:56:12.365" v="69" actId="2696"/>
        <pc:sldMkLst>
          <pc:docMk/>
          <pc:sldMk cId="0" sldId="271"/>
        </pc:sldMkLst>
      </pc:sldChg>
      <pc:sldChg chg="modSp mod">
        <pc:chgData name="Said Nabi Lecturer FCSE" userId="22162f9c-d122-430c-b6e9-ac8024b7b6c6" providerId="ADAL" clId="{4BB67261-876E-BB43-852E-3A380E153A68}" dt="2025-09-01T11:56:35.393" v="70" actId="20577"/>
        <pc:sldMkLst>
          <pc:docMk/>
          <pc:sldMk cId="0" sldId="273"/>
        </pc:sldMkLst>
      </pc:sldChg>
      <pc:sldChg chg="del">
        <pc:chgData name="Said Nabi Lecturer FCSE" userId="22162f9c-d122-430c-b6e9-ac8024b7b6c6" providerId="ADAL" clId="{4BB67261-876E-BB43-852E-3A380E153A68}" dt="2025-09-01T11:56:50.437" v="71" actId="2696"/>
        <pc:sldMkLst>
          <pc:docMk/>
          <pc:sldMk cId="0" sldId="274"/>
        </pc:sldMkLst>
      </pc:sldChg>
      <pc:sldChg chg="del">
        <pc:chgData name="Said Nabi Lecturer FCSE" userId="22162f9c-d122-430c-b6e9-ac8024b7b6c6" providerId="ADAL" clId="{4BB67261-876E-BB43-852E-3A380E153A68}" dt="2025-09-01T11:57:06.484" v="72" actId="2696"/>
        <pc:sldMkLst>
          <pc:docMk/>
          <pc:sldMk cId="0" sldId="277"/>
        </pc:sldMkLst>
      </pc:sldChg>
      <pc:sldChg chg="ord modNotesTx">
        <pc:chgData name="Said Nabi Lecturer FCSE" userId="22162f9c-d122-430c-b6e9-ac8024b7b6c6" providerId="ADAL" clId="{4BB67261-876E-BB43-852E-3A380E153A68}" dt="2025-09-01T14:32:01.116" v="715" actId="113"/>
        <pc:sldMkLst>
          <pc:docMk/>
          <pc:sldMk cId="1981606100" sldId="332"/>
        </pc:sldMkLst>
      </pc:sldChg>
      <pc:sldChg chg="modAnim modNotesTx">
        <pc:chgData name="Said Nabi Lecturer FCSE" userId="22162f9c-d122-430c-b6e9-ac8024b7b6c6" providerId="ADAL" clId="{4BB67261-876E-BB43-852E-3A380E153A68}" dt="2025-09-02T01:55:12.911" v="947" actId="20577"/>
        <pc:sldMkLst>
          <pc:docMk/>
          <pc:sldMk cId="0" sldId="929"/>
        </pc:sldMkLst>
      </pc:sldChg>
      <pc:sldChg chg="modSp mod">
        <pc:chgData name="Said Nabi Lecturer FCSE" userId="22162f9c-d122-430c-b6e9-ac8024b7b6c6" providerId="ADAL" clId="{4BB67261-876E-BB43-852E-3A380E153A68}" dt="2025-09-01T14:42:26.200" v="742" actId="20577"/>
        <pc:sldMkLst>
          <pc:docMk/>
          <pc:sldMk cId="388698950" sldId="937"/>
        </pc:sldMkLst>
      </pc:sldChg>
      <pc:sldChg chg="modNotesTx">
        <pc:chgData name="Said Nabi Lecturer FCSE" userId="22162f9c-d122-430c-b6e9-ac8024b7b6c6" providerId="ADAL" clId="{4BB67261-876E-BB43-852E-3A380E153A68}" dt="2025-09-01T14:53:54.352" v="858" actId="20577"/>
        <pc:sldMkLst>
          <pc:docMk/>
          <pc:sldMk cId="1292967904" sldId="976"/>
        </pc:sldMkLst>
      </pc:sldChg>
      <pc:sldChg chg="del">
        <pc:chgData name="Said Nabi Lecturer FCSE" userId="22162f9c-d122-430c-b6e9-ac8024b7b6c6" providerId="ADAL" clId="{4BB67261-876E-BB43-852E-3A380E153A68}" dt="2025-09-01T11:09:11.508" v="25" actId="2696"/>
        <pc:sldMkLst>
          <pc:docMk/>
          <pc:sldMk cId="2010145230" sldId="979"/>
        </pc:sldMkLst>
      </pc:sldChg>
      <pc:sldChg chg="del">
        <pc:chgData name="Said Nabi Lecturer FCSE" userId="22162f9c-d122-430c-b6e9-ac8024b7b6c6" providerId="ADAL" clId="{4BB67261-876E-BB43-852E-3A380E153A68}" dt="2025-09-01T11:09:17.668" v="27" actId="2696"/>
        <pc:sldMkLst>
          <pc:docMk/>
          <pc:sldMk cId="2300965907" sldId="980"/>
        </pc:sldMkLst>
      </pc:sldChg>
      <pc:sldChg chg="del">
        <pc:chgData name="Said Nabi Lecturer FCSE" userId="22162f9c-d122-430c-b6e9-ac8024b7b6c6" providerId="ADAL" clId="{4BB67261-876E-BB43-852E-3A380E153A68}" dt="2025-09-01T11:09:20.820" v="28" actId="2696"/>
        <pc:sldMkLst>
          <pc:docMk/>
          <pc:sldMk cId="4015368351" sldId="981"/>
        </pc:sldMkLst>
      </pc:sldChg>
      <pc:sldChg chg="del">
        <pc:chgData name="Said Nabi Lecturer FCSE" userId="22162f9c-d122-430c-b6e9-ac8024b7b6c6" providerId="ADAL" clId="{4BB67261-876E-BB43-852E-3A380E153A68}" dt="2025-09-01T11:09:21.798" v="29" actId="2696"/>
        <pc:sldMkLst>
          <pc:docMk/>
          <pc:sldMk cId="592169009" sldId="982"/>
        </pc:sldMkLst>
      </pc:sldChg>
      <pc:sldChg chg="del">
        <pc:chgData name="Said Nabi Lecturer FCSE" userId="22162f9c-d122-430c-b6e9-ac8024b7b6c6" providerId="ADAL" clId="{4BB67261-876E-BB43-852E-3A380E153A68}" dt="2025-09-01T11:09:23.160" v="30" actId="2696"/>
        <pc:sldMkLst>
          <pc:docMk/>
          <pc:sldMk cId="2895261731" sldId="983"/>
        </pc:sldMkLst>
      </pc:sldChg>
      <pc:sldChg chg="del">
        <pc:chgData name="Said Nabi Lecturer FCSE" userId="22162f9c-d122-430c-b6e9-ac8024b7b6c6" providerId="ADAL" clId="{4BB67261-876E-BB43-852E-3A380E153A68}" dt="2025-09-01T11:09:25.011" v="31" actId="2696"/>
        <pc:sldMkLst>
          <pc:docMk/>
          <pc:sldMk cId="356664864" sldId="984"/>
        </pc:sldMkLst>
      </pc:sldChg>
      <pc:sldChg chg="del">
        <pc:chgData name="Said Nabi Lecturer FCSE" userId="22162f9c-d122-430c-b6e9-ac8024b7b6c6" providerId="ADAL" clId="{4BB67261-876E-BB43-852E-3A380E153A68}" dt="2025-09-01T11:09:26.442" v="32" actId="2696"/>
        <pc:sldMkLst>
          <pc:docMk/>
          <pc:sldMk cId="3363809001" sldId="985"/>
        </pc:sldMkLst>
      </pc:sldChg>
      <pc:sldChg chg="del">
        <pc:chgData name="Said Nabi Lecturer FCSE" userId="22162f9c-d122-430c-b6e9-ac8024b7b6c6" providerId="ADAL" clId="{4BB67261-876E-BB43-852E-3A380E153A68}" dt="2025-09-01T11:09:41.705" v="33" actId="2696"/>
        <pc:sldMkLst>
          <pc:docMk/>
          <pc:sldMk cId="1715294902" sldId="986"/>
        </pc:sldMkLst>
      </pc:sldChg>
      <pc:sldChg chg="del">
        <pc:chgData name="Said Nabi Lecturer FCSE" userId="22162f9c-d122-430c-b6e9-ac8024b7b6c6" providerId="ADAL" clId="{4BB67261-876E-BB43-852E-3A380E153A68}" dt="2025-09-01T11:09:47.761" v="34" actId="2696"/>
        <pc:sldMkLst>
          <pc:docMk/>
          <pc:sldMk cId="2093542987" sldId="987"/>
        </pc:sldMkLst>
      </pc:sldChg>
      <pc:sldChg chg="del">
        <pc:chgData name="Said Nabi Lecturer FCSE" userId="22162f9c-d122-430c-b6e9-ac8024b7b6c6" providerId="ADAL" clId="{4BB67261-876E-BB43-852E-3A380E153A68}" dt="2025-09-01T11:09:52.944" v="37" actId="2696"/>
        <pc:sldMkLst>
          <pc:docMk/>
          <pc:sldMk cId="2750628749" sldId="988"/>
        </pc:sldMkLst>
      </pc:sldChg>
      <pc:sldChg chg="del">
        <pc:chgData name="Said Nabi Lecturer FCSE" userId="22162f9c-d122-430c-b6e9-ac8024b7b6c6" providerId="ADAL" clId="{4BB67261-876E-BB43-852E-3A380E153A68}" dt="2025-09-01T11:09:56.469" v="38" actId="2696"/>
        <pc:sldMkLst>
          <pc:docMk/>
          <pc:sldMk cId="1315347802" sldId="989"/>
        </pc:sldMkLst>
      </pc:sldChg>
      <pc:sldChg chg="del">
        <pc:chgData name="Said Nabi Lecturer FCSE" userId="22162f9c-d122-430c-b6e9-ac8024b7b6c6" providerId="ADAL" clId="{4BB67261-876E-BB43-852E-3A380E153A68}" dt="2025-09-01T11:09:57.399" v="39" actId="2696"/>
        <pc:sldMkLst>
          <pc:docMk/>
          <pc:sldMk cId="3967579310" sldId="990"/>
        </pc:sldMkLst>
      </pc:sldChg>
      <pc:sldChg chg="del">
        <pc:chgData name="Said Nabi Lecturer FCSE" userId="22162f9c-d122-430c-b6e9-ac8024b7b6c6" providerId="ADAL" clId="{4BB67261-876E-BB43-852E-3A380E153A68}" dt="2025-09-01T11:09:58.186" v="40" actId="2696"/>
        <pc:sldMkLst>
          <pc:docMk/>
          <pc:sldMk cId="3792382343" sldId="993"/>
        </pc:sldMkLst>
      </pc:sldChg>
      <pc:sldChg chg="modSp del mod">
        <pc:chgData name="Said Nabi Lecturer FCSE" userId="22162f9c-d122-430c-b6e9-ac8024b7b6c6" providerId="ADAL" clId="{4BB67261-876E-BB43-852E-3A380E153A68}" dt="2025-09-01T14:21:24.792" v="513" actId="2696"/>
        <pc:sldMkLst>
          <pc:docMk/>
          <pc:sldMk cId="3628383965" sldId="994"/>
        </pc:sldMkLst>
      </pc:sldChg>
      <pc:sldChg chg="del">
        <pc:chgData name="Said Nabi Lecturer FCSE" userId="22162f9c-d122-430c-b6e9-ac8024b7b6c6" providerId="ADAL" clId="{4BB67261-876E-BB43-852E-3A380E153A68}" dt="2025-09-01T14:21:24.822" v="514" actId="2696"/>
        <pc:sldMkLst>
          <pc:docMk/>
          <pc:sldMk cId="3822117278" sldId="995"/>
        </pc:sldMkLst>
      </pc:sldChg>
      <pc:sldChg chg="del">
        <pc:chgData name="Said Nabi Lecturer FCSE" userId="22162f9c-d122-430c-b6e9-ac8024b7b6c6" providerId="ADAL" clId="{4BB67261-876E-BB43-852E-3A380E153A68}" dt="2025-09-01T14:21:24.840" v="515" actId="2696"/>
        <pc:sldMkLst>
          <pc:docMk/>
          <pc:sldMk cId="3856239199" sldId="996"/>
        </pc:sldMkLst>
      </pc:sldChg>
      <pc:sldChg chg="del">
        <pc:chgData name="Said Nabi Lecturer FCSE" userId="22162f9c-d122-430c-b6e9-ac8024b7b6c6" providerId="ADAL" clId="{4BB67261-876E-BB43-852E-3A380E153A68}" dt="2025-09-01T14:21:24.849" v="516" actId="2696"/>
        <pc:sldMkLst>
          <pc:docMk/>
          <pc:sldMk cId="3946995506" sldId="997"/>
        </pc:sldMkLst>
      </pc:sldChg>
      <pc:sldChg chg="modNotesTx">
        <pc:chgData name="Said Nabi Lecturer FCSE" userId="22162f9c-d122-430c-b6e9-ac8024b7b6c6" providerId="ADAL" clId="{4BB67261-876E-BB43-852E-3A380E153A68}" dt="2025-09-01T14:49:19.463" v="782" actId="20577"/>
        <pc:sldMkLst>
          <pc:docMk/>
          <pc:sldMk cId="1924469345" sldId="999"/>
        </pc:sldMkLst>
      </pc:sldChg>
      <pc:sldChg chg="del">
        <pc:chgData name="Said Nabi Lecturer FCSE" userId="22162f9c-d122-430c-b6e9-ac8024b7b6c6" providerId="ADAL" clId="{4BB67261-876E-BB43-852E-3A380E153A68}" dt="2025-09-01T11:08:36.893" v="22" actId="2696"/>
        <pc:sldMkLst>
          <pc:docMk/>
          <pc:sldMk cId="272796801" sldId="1000"/>
        </pc:sldMkLst>
      </pc:sldChg>
      <pc:sldChg chg="del">
        <pc:chgData name="Said Nabi Lecturer FCSE" userId="22162f9c-d122-430c-b6e9-ac8024b7b6c6" providerId="ADAL" clId="{4BB67261-876E-BB43-852E-3A380E153A68}" dt="2025-09-01T11:08:38.398" v="23" actId="2696"/>
        <pc:sldMkLst>
          <pc:docMk/>
          <pc:sldMk cId="3295269768" sldId="1002"/>
        </pc:sldMkLst>
      </pc:sldChg>
      <pc:sldChg chg="modNotesTx">
        <pc:chgData name="Said Nabi Lecturer FCSE" userId="22162f9c-d122-430c-b6e9-ac8024b7b6c6" providerId="ADAL" clId="{4BB67261-876E-BB43-852E-3A380E153A68}" dt="2025-09-01T10:42:49.924" v="15" actId="20577"/>
        <pc:sldMkLst>
          <pc:docMk/>
          <pc:sldMk cId="4115919602" sldId="1003"/>
        </pc:sldMkLst>
      </pc:sldChg>
      <pc:sldChg chg="modNotesTx">
        <pc:chgData name="Said Nabi Lecturer FCSE" userId="22162f9c-d122-430c-b6e9-ac8024b7b6c6" providerId="ADAL" clId="{4BB67261-876E-BB43-852E-3A380E153A68}" dt="2025-09-01T10:42:41.327" v="14" actId="20577"/>
        <pc:sldMkLst>
          <pc:docMk/>
          <pc:sldMk cId="1499486153" sldId="1004"/>
        </pc:sldMkLst>
      </pc:sldChg>
      <pc:sldChg chg="modSp mod modAnim">
        <pc:chgData name="Said Nabi Lecturer FCSE" userId="22162f9c-d122-430c-b6e9-ac8024b7b6c6" providerId="ADAL" clId="{4BB67261-876E-BB43-852E-3A380E153A68}" dt="2025-09-01T11:01:35.775" v="21"/>
        <pc:sldMkLst>
          <pc:docMk/>
          <pc:sldMk cId="3360933579" sldId="1005"/>
        </pc:sldMkLst>
      </pc:sldChg>
      <pc:sldChg chg="del">
        <pc:chgData name="Said Nabi Lecturer FCSE" userId="22162f9c-d122-430c-b6e9-ac8024b7b6c6" providerId="ADAL" clId="{4BB67261-876E-BB43-852E-3A380E153A68}" dt="2025-09-01T12:04:17.054" v="95" actId="2696"/>
        <pc:sldMkLst>
          <pc:docMk/>
          <pc:sldMk cId="735344175" sldId="1006"/>
        </pc:sldMkLst>
      </pc:sldChg>
      <pc:sldChg chg="del">
        <pc:chgData name="Said Nabi Lecturer FCSE" userId="22162f9c-d122-430c-b6e9-ac8024b7b6c6" providerId="ADAL" clId="{4BB67261-876E-BB43-852E-3A380E153A68}" dt="2025-09-01T11:08:40.235" v="24" actId="2696"/>
        <pc:sldMkLst>
          <pc:docMk/>
          <pc:sldMk cId="2232979645" sldId="1007"/>
        </pc:sldMkLst>
      </pc:sldChg>
      <pc:sldChg chg="del">
        <pc:chgData name="Said Nabi Lecturer FCSE" userId="22162f9c-d122-430c-b6e9-ac8024b7b6c6" providerId="ADAL" clId="{4BB67261-876E-BB43-852E-3A380E153A68}" dt="2025-09-01T11:09:12.709" v="26" actId="2696"/>
        <pc:sldMkLst>
          <pc:docMk/>
          <pc:sldMk cId="1219831740" sldId="1010"/>
        </pc:sldMkLst>
      </pc:sldChg>
      <pc:sldChg chg="del">
        <pc:chgData name="Said Nabi Lecturer FCSE" userId="22162f9c-d122-430c-b6e9-ac8024b7b6c6" providerId="ADAL" clId="{4BB67261-876E-BB43-852E-3A380E153A68}" dt="2025-09-01T11:09:50.200" v="36" actId="2696"/>
        <pc:sldMkLst>
          <pc:docMk/>
          <pc:sldMk cId="3355587646" sldId="1011"/>
        </pc:sldMkLst>
      </pc:sldChg>
      <pc:sldChg chg="del">
        <pc:chgData name="Said Nabi Lecturer FCSE" userId="22162f9c-d122-430c-b6e9-ac8024b7b6c6" providerId="ADAL" clId="{4BB67261-876E-BB43-852E-3A380E153A68}" dt="2025-09-01T11:09:48.853" v="35" actId="2696"/>
        <pc:sldMkLst>
          <pc:docMk/>
          <pc:sldMk cId="180529862" sldId="1012"/>
        </pc:sldMkLst>
      </pc:sldChg>
      <pc:sldChg chg="modSp modNotesTx">
        <pc:chgData name="Said Nabi Lecturer FCSE" userId="22162f9c-d122-430c-b6e9-ac8024b7b6c6" providerId="ADAL" clId="{4BB67261-876E-BB43-852E-3A380E153A68}" dt="2025-09-02T02:37:34.304" v="1104" actId="20577"/>
        <pc:sldMkLst>
          <pc:docMk/>
          <pc:sldMk cId="1080780034" sldId="1014"/>
        </pc:sldMkLst>
      </pc:sldChg>
      <pc:sldChg chg="modSp mod ord modNotesTx">
        <pc:chgData name="Said Nabi Lecturer FCSE" userId="22162f9c-d122-430c-b6e9-ac8024b7b6c6" providerId="ADAL" clId="{4BB67261-876E-BB43-852E-3A380E153A68}" dt="2025-09-02T04:44:52.611" v="1151" actId="20577"/>
        <pc:sldMkLst>
          <pc:docMk/>
          <pc:sldMk cId="119534889" sldId="1015"/>
        </pc:sldMkLst>
      </pc:sldChg>
      <pc:sldChg chg="modNotesTx">
        <pc:chgData name="Said Nabi Lecturer FCSE" userId="22162f9c-d122-430c-b6e9-ac8024b7b6c6" providerId="ADAL" clId="{4BB67261-876E-BB43-852E-3A380E153A68}" dt="2025-09-02T02:22:14.275" v="1078" actId="20577"/>
        <pc:sldMkLst>
          <pc:docMk/>
          <pc:sldMk cId="656483453" sldId="1016"/>
        </pc:sldMkLst>
      </pc:sldChg>
      <pc:sldChg chg="modNotesTx">
        <pc:chgData name="Said Nabi Lecturer FCSE" userId="22162f9c-d122-430c-b6e9-ac8024b7b6c6" providerId="ADAL" clId="{4BB67261-876E-BB43-852E-3A380E153A68}" dt="2025-09-02T02:49:16.334" v="1115" actId="20577"/>
        <pc:sldMkLst>
          <pc:docMk/>
          <pc:sldMk cId="4008987210" sldId="1018"/>
        </pc:sldMkLst>
      </pc:sldChg>
      <pc:sldChg chg="modAnim">
        <pc:chgData name="Said Nabi Lecturer FCSE" userId="22162f9c-d122-430c-b6e9-ac8024b7b6c6" providerId="ADAL" clId="{4BB67261-876E-BB43-852E-3A380E153A68}" dt="2025-09-01T11:51:54.587" v="54"/>
        <pc:sldMkLst>
          <pc:docMk/>
          <pc:sldMk cId="0" sldId="1027"/>
        </pc:sldMkLst>
      </pc:sldChg>
      <pc:sldChg chg="modSp mod">
        <pc:chgData name="Said Nabi Lecturer FCSE" userId="22162f9c-d122-430c-b6e9-ac8024b7b6c6" providerId="ADAL" clId="{4BB67261-876E-BB43-852E-3A380E153A68}" dt="2025-09-01T11:53:08.337" v="59" actId="1076"/>
        <pc:sldMkLst>
          <pc:docMk/>
          <pc:sldMk cId="0" sldId="1028"/>
        </pc:sldMkLst>
      </pc:sldChg>
      <pc:sldChg chg="del">
        <pc:chgData name="Said Nabi Lecturer FCSE" userId="22162f9c-d122-430c-b6e9-ac8024b7b6c6" providerId="ADAL" clId="{4BB67261-876E-BB43-852E-3A380E153A68}" dt="2025-09-01T11:53:45.991" v="61" actId="2696"/>
        <pc:sldMkLst>
          <pc:docMk/>
          <pc:sldMk cId="0" sldId="1029"/>
        </pc:sldMkLst>
      </pc:sldChg>
      <pc:sldChg chg="modSp mod">
        <pc:chgData name="Said Nabi Lecturer FCSE" userId="22162f9c-d122-430c-b6e9-ac8024b7b6c6" providerId="ADAL" clId="{4BB67261-876E-BB43-852E-3A380E153A68}" dt="2025-09-01T11:54:08.383" v="63" actId="1076"/>
        <pc:sldMkLst>
          <pc:docMk/>
          <pc:sldMk cId="0" sldId="1030"/>
        </pc:sldMkLst>
      </pc:sldChg>
      <pc:sldChg chg="del">
        <pc:chgData name="Said Nabi Lecturer FCSE" userId="22162f9c-d122-430c-b6e9-ac8024b7b6c6" providerId="ADAL" clId="{4BB67261-876E-BB43-852E-3A380E153A68}" dt="2025-09-01T11:54:27.150" v="64" actId="2696"/>
        <pc:sldMkLst>
          <pc:docMk/>
          <pc:sldMk cId="0" sldId="1033"/>
        </pc:sldMkLst>
      </pc:sldChg>
      <pc:sldChg chg="modSp mod">
        <pc:chgData name="Said Nabi Lecturer FCSE" userId="22162f9c-d122-430c-b6e9-ac8024b7b6c6" providerId="ADAL" clId="{4BB67261-876E-BB43-852E-3A380E153A68}" dt="2025-09-01T11:54:59.710" v="65" actId="20577"/>
        <pc:sldMkLst>
          <pc:docMk/>
          <pc:sldMk cId="0" sldId="1035"/>
        </pc:sldMkLst>
      </pc:sldChg>
      <pc:sldChg chg="addSp delSp modSp new mod modAnim modNotesTx">
        <pc:chgData name="Said Nabi Lecturer FCSE" userId="22162f9c-d122-430c-b6e9-ac8024b7b6c6" providerId="ADAL" clId="{4BB67261-876E-BB43-852E-3A380E153A68}" dt="2025-09-04T06:19:53.242" v="2041" actId="1038"/>
        <pc:sldMkLst>
          <pc:docMk/>
          <pc:sldMk cId="3743872550" sldId="1087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2:43:01.010" v="1465" actId="20577"/>
        <pc:sldMkLst>
          <pc:docMk/>
          <pc:sldMk cId="1272923949" sldId="1088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2:51:36.919" v="1478" actId="20577"/>
        <pc:sldMkLst>
          <pc:docMk/>
          <pc:sldMk cId="2352186006" sldId="1089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2:59:14.047" v="1511" actId="20577"/>
        <pc:sldMkLst>
          <pc:docMk/>
          <pc:sldMk cId="4128206454" sldId="1090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3:07:39.490" v="1517" actId="20577"/>
        <pc:sldMkLst>
          <pc:docMk/>
          <pc:sldMk cId="3666468635" sldId="1091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3:15:23.944" v="1519" actId="113"/>
        <pc:sldMkLst>
          <pc:docMk/>
          <pc:sldMk cId="2820613432" sldId="1092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3:21:33.608" v="1537" actId="20577"/>
        <pc:sldMkLst>
          <pc:docMk/>
          <pc:sldMk cId="567274588" sldId="1093"/>
        </pc:sldMkLst>
      </pc:sldChg>
      <pc:sldChg chg="addSp modSp add mod modAnim modNotesTx">
        <pc:chgData name="Said Nabi Lecturer FCSE" userId="22162f9c-d122-430c-b6e9-ac8024b7b6c6" providerId="ADAL" clId="{4BB67261-876E-BB43-852E-3A380E153A68}" dt="2025-09-04T04:54:01.960" v="1612" actId="113"/>
        <pc:sldMkLst>
          <pc:docMk/>
          <pc:sldMk cId="2855046258" sldId="1094"/>
        </pc:sldMkLst>
      </pc:sldChg>
      <pc:sldChg chg="delSp modSp add mod modAnim modNotesTx">
        <pc:chgData name="Said Nabi Lecturer FCSE" userId="22162f9c-d122-430c-b6e9-ac8024b7b6c6" providerId="ADAL" clId="{4BB67261-876E-BB43-852E-3A380E153A68}" dt="2025-09-04T05:13:30.732" v="1616" actId="20577"/>
        <pc:sldMkLst>
          <pc:docMk/>
          <pc:sldMk cId="1422029074" sldId="1095"/>
        </pc:sldMkLst>
      </pc:sldChg>
      <pc:sldChg chg="modSp add modAnim modNotesTx">
        <pc:chgData name="Said Nabi Lecturer FCSE" userId="22162f9c-d122-430c-b6e9-ac8024b7b6c6" providerId="ADAL" clId="{4BB67261-876E-BB43-852E-3A380E153A68}" dt="2025-09-04T05:22:35.095" v="1632" actId="313"/>
        <pc:sldMkLst>
          <pc:docMk/>
          <pc:sldMk cId="4040303492" sldId="1096"/>
        </pc:sldMkLst>
      </pc:sldChg>
      <pc:sldChg chg="modSp add mod modAnim modNotesTx">
        <pc:chgData name="Said Nabi Lecturer FCSE" userId="22162f9c-d122-430c-b6e9-ac8024b7b6c6" providerId="ADAL" clId="{4BB67261-876E-BB43-852E-3A380E153A68}" dt="2025-09-04T05:52:58.573" v="1795" actId="313"/>
        <pc:sldMkLst>
          <pc:docMk/>
          <pc:sldMk cId="3622696953" sldId="1097"/>
        </pc:sldMkLst>
      </pc:sldChg>
      <pc:sldChg chg="new del">
        <pc:chgData name="Said Nabi Lecturer FCSE" userId="22162f9c-d122-430c-b6e9-ac8024b7b6c6" providerId="ADAL" clId="{4BB67261-876E-BB43-852E-3A380E153A68}" dt="2025-09-04T05:36:56.077" v="1718" actId="2696"/>
        <pc:sldMkLst>
          <pc:docMk/>
          <pc:sldMk cId="1113432432" sldId="1098"/>
        </pc:sldMkLst>
      </pc:sldChg>
      <pc:sldChg chg="modSp add mod modNotesTx">
        <pc:chgData name="Said Nabi Lecturer FCSE" userId="22162f9c-d122-430c-b6e9-ac8024b7b6c6" providerId="ADAL" clId="{4BB67261-876E-BB43-852E-3A380E153A68}" dt="2025-09-04T06:05:42.181" v="2022" actId="20577"/>
        <pc:sldMkLst>
          <pc:docMk/>
          <pc:sldMk cId="3760669795" sldId="1098"/>
        </pc:sldMkLst>
      </pc:sldChg>
      <pc:sldChg chg="add modNotesTx">
        <pc:chgData name="Said Nabi Lecturer FCSE" userId="22162f9c-d122-430c-b6e9-ac8024b7b6c6" providerId="ADAL" clId="{4BB67261-876E-BB43-852E-3A380E153A68}" dt="2025-09-04T06:21:33.859" v="2043" actId="20577"/>
        <pc:sldMkLst>
          <pc:docMk/>
          <pc:sldMk cId="4089081624" sldId="1099"/>
        </pc:sldMkLst>
      </pc:sldChg>
      <pc:sldChg chg="modSp add mod modAnim">
        <pc:chgData name="Said Nabi Lecturer FCSE" userId="22162f9c-d122-430c-b6e9-ac8024b7b6c6" providerId="ADAL" clId="{4BB67261-876E-BB43-852E-3A380E153A68}" dt="2025-09-05T09:04:22.578" v="2151" actId="1076"/>
        <pc:sldMkLst>
          <pc:docMk/>
          <pc:sldMk cId="1038352189" sldId="1100"/>
        </pc:sldMkLst>
      </pc:sldChg>
      <pc:sldChg chg="modSp add mod modNotesTx">
        <pc:chgData name="Said Nabi Lecturer FCSE" userId="22162f9c-d122-430c-b6e9-ac8024b7b6c6" providerId="ADAL" clId="{4BB67261-876E-BB43-852E-3A380E153A68}" dt="2025-09-05T09:25:36.373" v="2262" actId="20577"/>
        <pc:sldMkLst>
          <pc:docMk/>
          <pc:sldMk cId="4279825855" sldId="1101"/>
        </pc:sldMkLst>
      </pc:sldChg>
      <pc:sldChg chg="addSp modSp add mod modNotesTx">
        <pc:chgData name="Said Nabi Lecturer FCSE" userId="22162f9c-d122-430c-b6e9-ac8024b7b6c6" providerId="ADAL" clId="{4BB67261-876E-BB43-852E-3A380E153A68}" dt="2025-09-05T09:24:51.371" v="2261" actId="1076"/>
        <pc:sldMkLst>
          <pc:docMk/>
          <pc:sldMk cId="599551991" sldId="1102"/>
        </pc:sldMkLst>
      </pc:sldChg>
      <pc:sldChg chg="delSp modSp add mod">
        <pc:chgData name="Said Nabi Lecturer FCSE" userId="22162f9c-d122-430c-b6e9-ac8024b7b6c6" providerId="ADAL" clId="{4BB67261-876E-BB43-852E-3A380E153A68}" dt="2025-09-06T03:56:33.944" v="2422" actId="20577"/>
        <pc:sldMkLst>
          <pc:docMk/>
          <pc:sldMk cId="2514025918" sldId="1103"/>
        </pc:sldMkLst>
      </pc:sldChg>
      <pc:sldChg chg="modSp add mod">
        <pc:chgData name="Said Nabi Lecturer FCSE" userId="22162f9c-d122-430c-b6e9-ac8024b7b6c6" providerId="ADAL" clId="{4BB67261-876E-BB43-852E-3A380E153A68}" dt="2025-09-06T04:04:33.991" v="2465" actId="20577"/>
        <pc:sldMkLst>
          <pc:docMk/>
          <pc:sldMk cId="858104786" sldId="1104"/>
        </pc:sldMkLst>
      </pc:sldChg>
      <pc:sldChg chg="modSp add mod">
        <pc:chgData name="Said Nabi Lecturer FCSE" userId="22162f9c-d122-430c-b6e9-ac8024b7b6c6" providerId="ADAL" clId="{4BB67261-876E-BB43-852E-3A380E153A68}" dt="2025-09-06T04:26:43.004" v="2535" actId="1076"/>
        <pc:sldMkLst>
          <pc:docMk/>
          <pc:sldMk cId="3344359515" sldId="1105"/>
        </pc:sldMkLst>
      </pc:sldChg>
      <pc:sldChg chg="addSp modSp add mod">
        <pc:chgData name="Said Nabi Lecturer FCSE" userId="22162f9c-d122-430c-b6e9-ac8024b7b6c6" providerId="ADAL" clId="{4BB67261-876E-BB43-852E-3A380E153A68}" dt="2025-09-06T04:29:00.955" v="2561" actId="207"/>
        <pc:sldMkLst>
          <pc:docMk/>
          <pc:sldMk cId="743226945" sldId="1106"/>
        </pc:sldMkLst>
      </pc:sldChg>
      <pc:sldChg chg="addSp delSp modSp add mod">
        <pc:chgData name="Said Nabi Lecturer FCSE" userId="22162f9c-d122-430c-b6e9-ac8024b7b6c6" providerId="ADAL" clId="{4BB67261-876E-BB43-852E-3A380E153A68}" dt="2025-09-06T04:44:23.674" v="2622"/>
        <pc:sldMkLst>
          <pc:docMk/>
          <pc:sldMk cId="3029821990" sldId="1107"/>
        </pc:sldMkLst>
      </pc:sldChg>
      <pc:sldChg chg="delSp modSp add mod">
        <pc:chgData name="Said Nabi Lecturer FCSE" userId="22162f9c-d122-430c-b6e9-ac8024b7b6c6" providerId="ADAL" clId="{4BB67261-876E-BB43-852E-3A380E153A68}" dt="2025-09-06T04:56:43.600" v="2635" actId="5793"/>
        <pc:sldMkLst>
          <pc:docMk/>
          <pc:sldMk cId="3280537614" sldId="1108"/>
        </pc:sldMkLst>
      </pc:sldChg>
      <pc:sldChg chg="addSp modSp add mod">
        <pc:chgData name="Said Nabi Lecturer FCSE" userId="22162f9c-d122-430c-b6e9-ac8024b7b6c6" providerId="ADAL" clId="{4BB67261-876E-BB43-852E-3A380E153A68}" dt="2025-09-06T05:09:18.185" v="2708" actId="108"/>
        <pc:sldMkLst>
          <pc:docMk/>
          <pc:sldMk cId="2214456818" sldId="1109"/>
        </pc:sldMkLst>
      </pc:sldChg>
      <pc:sldChg chg="modSp add mod modNotesTx">
        <pc:chgData name="Said Nabi Lecturer FCSE" userId="22162f9c-d122-430c-b6e9-ac8024b7b6c6" providerId="ADAL" clId="{4BB67261-876E-BB43-852E-3A380E153A68}" dt="2025-09-06T05:18:34.731" v="2923" actId="20577"/>
        <pc:sldMkLst>
          <pc:docMk/>
          <pc:sldMk cId="1538422699" sldId="1110"/>
        </pc:sldMkLst>
      </pc:sldChg>
      <pc:sldChg chg="delSp modSp add mod modAnim">
        <pc:chgData name="Said Nabi Lecturer FCSE" userId="22162f9c-d122-430c-b6e9-ac8024b7b6c6" providerId="ADAL" clId="{4BB67261-876E-BB43-852E-3A380E153A68}" dt="2025-09-06T05:24:59.708" v="2969" actId="1076"/>
        <pc:sldMkLst>
          <pc:docMk/>
          <pc:sldMk cId="1707629631" sldId="1111"/>
        </pc:sldMkLst>
      </pc:sldChg>
      <pc:sldChg chg="delSp modSp add mod modNotesTx">
        <pc:chgData name="Said Nabi Lecturer FCSE" userId="22162f9c-d122-430c-b6e9-ac8024b7b6c6" providerId="ADAL" clId="{4BB67261-876E-BB43-852E-3A380E153A68}" dt="2025-09-06T06:02:20.152" v="3087" actId="20577"/>
        <pc:sldMkLst>
          <pc:docMk/>
          <pc:sldMk cId="2460403975" sldId="1112"/>
        </pc:sldMkLst>
      </pc:sldChg>
      <pc:sldChg chg="addSp delSp modSp add mod delAnim modAnim">
        <pc:chgData name="Said Nabi Lecturer FCSE" userId="22162f9c-d122-430c-b6e9-ac8024b7b6c6" providerId="ADAL" clId="{4BB67261-876E-BB43-852E-3A380E153A68}" dt="2025-09-06T06:03:10.277" v="3103"/>
        <pc:sldMkLst>
          <pc:docMk/>
          <pc:sldMk cId="3693101677" sldId="1113"/>
        </pc:sldMkLst>
      </pc:sldChg>
      <pc:sldChg chg="delSp modSp add mod">
        <pc:chgData name="Said Nabi Lecturer FCSE" userId="22162f9c-d122-430c-b6e9-ac8024b7b6c6" providerId="ADAL" clId="{4BB67261-876E-BB43-852E-3A380E153A68}" dt="2025-09-06T06:04:49.560" v="3115" actId="1076"/>
        <pc:sldMkLst>
          <pc:docMk/>
          <pc:sldMk cId="69748182" sldId="1114"/>
        </pc:sldMkLst>
      </pc:sldChg>
      <pc:sldChg chg="modSp add mod">
        <pc:chgData name="Said Nabi Lecturer FCSE" userId="22162f9c-d122-430c-b6e9-ac8024b7b6c6" providerId="ADAL" clId="{4BB67261-876E-BB43-852E-3A380E153A68}" dt="2025-09-06T06:12:30.755" v="3181" actId="5793"/>
        <pc:sldMkLst>
          <pc:docMk/>
          <pc:sldMk cId="2296264458" sldId="1115"/>
        </pc:sldMkLst>
      </pc:sldChg>
      <pc:sldChg chg="addSp delSp modSp add mod">
        <pc:chgData name="Said Nabi Lecturer FCSE" userId="22162f9c-d122-430c-b6e9-ac8024b7b6c6" providerId="ADAL" clId="{4BB67261-876E-BB43-852E-3A380E153A68}" dt="2025-09-06T06:50:50.815" v="3223"/>
        <pc:sldMkLst>
          <pc:docMk/>
          <pc:sldMk cId="466852178" sldId="1116"/>
        </pc:sldMkLst>
      </pc:sldChg>
      <pc:sldChg chg="modSp add mod">
        <pc:chgData name="Said Nabi Lecturer FCSE" userId="22162f9c-d122-430c-b6e9-ac8024b7b6c6" providerId="ADAL" clId="{4BB67261-876E-BB43-852E-3A380E153A68}" dt="2025-09-06T06:54:39.495" v="3261" actId="5793"/>
        <pc:sldMkLst>
          <pc:docMk/>
          <pc:sldMk cId="1831332921" sldId="1117"/>
        </pc:sldMkLst>
      </pc:sldChg>
      <pc:sldChg chg="delSp modSp add mod">
        <pc:chgData name="Said Nabi Lecturer FCSE" userId="22162f9c-d122-430c-b6e9-ac8024b7b6c6" providerId="ADAL" clId="{4BB67261-876E-BB43-852E-3A380E153A68}" dt="2025-09-06T11:21:31.135" v="3338" actId="1076"/>
        <pc:sldMkLst>
          <pc:docMk/>
          <pc:sldMk cId="1358618617" sldId="1118"/>
        </pc:sldMkLst>
      </pc:sldChg>
      <pc:sldChg chg="delSp modSp add mod">
        <pc:chgData name="Said Nabi Lecturer FCSE" userId="22162f9c-d122-430c-b6e9-ac8024b7b6c6" providerId="ADAL" clId="{4BB67261-876E-BB43-852E-3A380E153A68}" dt="2025-09-06T11:15:23.291" v="3312" actId="1076"/>
        <pc:sldMkLst>
          <pc:docMk/>
          <pc:sldMk cId="2943906399" sldId="1119"/>
        </pc:sldMkLst>
      </pc:sldChg>
      <pc:sldChg chg="delSp modSp add mod">
        <pc:chgData name="Said Nabi Lecturer FCSE" userId="22162f9c-d122-430c-b6e9-ac8024b7b6c6" providerId="ADAL" clId="{4BB67261-876E-BB43-852E-3A380E153A68}" dt="2025-09-06T11:31:01.448" v="3412" actId="207"/>
        <pc:sldMkLst>
          <pc:docMk/>
          <pc:sldMk cId="250426232" sldId="1120"/>
        </pc:sldMkLst>
      </pc:sldChg>
      <pc:sldChg chg="addSp delSp modSp add mod delAnim">
        <pc:chgData name="Said Nabi Lecturer FCSE" userId="22162f9c-d122-430c-b6e9-ac8024b7b6c6" providerId="ADAL" clId="{4BB67261-876E-BB43-852E-3A380E153A68}" dt="2025-09-06T11:41:10.872" v="3458" actId="1038"/>
        <pc:sldMkLst>
          <pc:docMk/>
          <pc:sldMk cId="3780248084" sldId="1121"/>
        </pc:sldMkLst>
      </pc:sldChg>
      <pc:sldChg chg="addSp delSp modSp add mod delAnim">
        <pc:chgData name="Said Nabi Lecturer FCSE" userId="22162f9c-d122-430c-b6e9-ac8024b7b6c6" providerId="ADAL" clId="{4BB67261-876E-BB43-852E-3A380E153A68}" dt="2025-09-06T12:10:52.748" v="3467" actId="14100"/>
        <pc:sldMkLst>
          <pc:docMk/>
          <pc:sldMk cId="329633590" sldId="1122"/>
        </pc:sldMkLst>
      </pc:sldChg>
      <pc:sldChg chg="addSp delSp modSp new mod">
        <pc:chgData name="Said Nabi Lecturer FCSE" userId="22162f9c-d122-430c-b6e9-ac8024b7b6c6" providerId="ADAL" clId="{4BB67261-876E-BB43-852E-3A380E153A68}" dt="2025-09-06T12:11:59.533" v="3474" actId="14100"/>
        <pc:sldMkLst>
          <pc:docMk/>
          <pc:sldMk cId="3855118072" sldId="1123"/>
        </pc:sldMkLst>
      </pc:sldChg>
    </pc:docChg>
  </pc:docChgLst>
  <pc:docChgLst>
    <pc:chgData name="Said Nabi Lecturer FCSE" userId="22162f9c-d122-430c-b6e9-ac8024b7b6c6" providerId="ADAL" clId="{598E5503-C1C2-E343-8EE5-4C3F4993EC8B}"/>
    <pc:docChg chg="custSel addSld modMainMaster">
      <pc:chgData name="Said Nabi Lecturer FCSE" userId="22162f9c-d122-430c-b6e9-ac8024b7b6c6" providerId="ADAL" clId="{598E5503-C1C2-E343-8EE5-4C3F4993EC8B}" dt="2025-07-24T12:31:47.797" v="3" actId="680"/>
      <pc:docMkLst>
        <pc:docMk/>
      </pc:docMkLst>
      <pc:sldChg chg="new">
        <pc:chgData name="Said Nabi Lecturer FCSE" userId="22162f9c-d122-430c-b6e9-ac8024b7b6c6" providerId="ADAL" clId="{598E5503-C1C2-E343-8EE5-4C3F4993EC8B}" dt="2025-07-24T12:31:44.546" v="2" actId="680"/>
        <pc:sldMkLst>
          <pc:docMk/>
          <pc:sldMk cId="4133650584" sldId="257"/>
        </pc:sldMkLst>
      </pc:sldChg>
      <pc:sldChg chg="new">
        <pc:chgData name="Said Nabi Lecturer FCSE" userId="22162f9c-d122-430c-b6e9-ac8024b7b6c6" providerId="ADAL" clId="{598E5503-C1C2-E343-8EE5-4C3F4993EC8B}" dt="2025-07-24T12:31:47.797" v="3" actId="680"/>
        <pc:sldMkLst>
          <pc:docMk/>
          <pc:sldMk cId="1543075231" sldId="258"/>
        </pc:sldMkLst>
      </pc:sldChg>
      <pc:sldMasterChg chg="addSp delSp modSp mod">
        <pc:chgData name="Said Nabi Lecturer FCSE" userId="22162f9c-d122-430c-b6e9-ac8024b7b6c6" providerId="ADAL" clId="{598E5503-C1C2-E343-8EE5-4C3F4993EC8B}" dt="2025-07-24T12:31:36.668" v="1"/>
        <pc:sldMasterMkLst>
          <pc:docMk/>
          <pc:sldMasterMk cId="3840420138" sldId="2147483648"/>
        </pc:sldMasterMkLst>
      </pc:sldMasterChg>
    </pc:docChg>
  </pc:docChgLst>
  <pc:docChgLst>
    <pc:chgData name="Said Nabi Lecturer FCSE" userId="S::said.nabi@giki.edu.pk::22162f9c-d122-430c-b6e9-ac8024b7b6c6" providerId="AD" clId="Web-{3977030C-591E-F012-9ABB-8A31B486965C}"/>
    <pc:docChg chg="addSld delSld modSld">
      <pc:chgData name="Said Nabi Lecturer FCSE" userId="S::said.nabi@giki.edu.pk::22162f9c-d122-430c-b6e9-ac8024b7b6c6" providerId="AD" clId="Web-{3977030C-591E-F012-9ABB-8A31B486965C}" dt="2025-09-18T01:05:14.821" v="10" actId="20577"/>
      <pc:docMkLst>
        <pc:docMk/>
      </pc:docMkLst>
      <pc:sldChg chg="modSp">
        <pc:chgData name="Said Nabi Lecturer FCSE" userId="S::said.nabi@giki.edu.pk::22162f9c-d122-430c-b6e9-ac8024b7b6c6" providerId="AD" clId="Web-{3977030C-591E-F012-9ABB-8A31B486965C}" dt="2025-09-18T01:05:14.821" v="10" actId="20577"/>
        <pc:sldMkLst>
          <pc:docMk/>
          <pc:sldMk cId="110779487" sldId="1148"/>
        </pc:sldMkLst>
      </pc:sldChg>
      <pc:sldChg chg="new del">
        <pc:chgData name="Said Nabi Lecturer FCSE" userId="S::said.nabi@giki.edu.pk::22162f9c-d122-430c-b6e9-ac8024b7b6c6" providerId="AD" clId="Web-{3977030C-591E-F012-9ABB-8A31B486965C}" dt="2025-09-17T16:50:29.029" v="1"/>
        <pc:sldMkLst>
          <pc:docMk/>
          <pc:sldMk cId="1078843196" sldId="1149"/>
        </pc:sldMkLst>
      </pc:sldChg>
    </pc:docChg>
  </pc:docChgLst>
  <pc:docChgLst>
    <pc:chgData clId="Web-{757F4177-8241-6F18-5838-D89D6286101F}"/>
    <pc:docChg chg="modSld">
      <pc:chgData name="" userId="" providerId="" clId="Web-{757F4177-8241-6F18-5838-D89D6286101F}" dt="2025-09-19T06:48:38.855" v="0" actId="20577"/>
      <pc:docMkLst>
        <pc:docMk/>
      </pc:docMkLst>
      <pc:sldChg chg="modSp">
        <pc:chgData name="" userId="" providerId="" clId="Web-{757F4177-8241-6F18-5838-D89D6286101F}" dt="2025-09-19T06:48:38.855" v="0" actId="20577"/>
        <pc:sldMkLst>
          <pc:docMk/>
          <pc:sldMk cId="1696953445" sldId="384"/>
        </pc:sldMkLst>
        <pc:spChg chg="mod">
          <ac:chgData name="" userId="" providerId="" clId="Web-{757F4177-8241-6F18-5838-D89D6286101F}" dt="2025-09-19T06:48:38.855" v="0" actId="20577"/>
          <ac:spMkLst>
            <pc:docMk/>
            <pc:sldMk cId="1696953445" sldId="384"/>
            <ac:spMk id="4" creationId="{00000000-0000-0000-0000-000000000000}"/>
          </ac:spMkLst>
        </pc:spChg>
      </pc:sldChg>
    </pc:docChg>
  </pc:docChgLst>
  <pc:docChgLst>
    <pc:chgData name="Said Nabi Lecturer FCSE" userId="22162f9c-d122-430c-b6e9-ac8024b7b6c6" providerId="ADAL" clId="{DD5E6D33-3D6A-EF44-864F-5F2737F54E73}"/>
    <pc:docChg chg="undo custSel addSld modSld sldOrd">
      <pc:chgData name="Said Nabi Lecturer FCSE" userId="22162f9c-d122-430c-b6e9-ac8024b7b6c6" providerId="ADAL" clId="{DD5E6D33-3D6A-EF44-864F-5F2737F54E73}" dt="2025-09-30T05:43:54.837" v="181" actId="20578"/>
      <pc:docMkLst>
        <pc:docMk/>
      </pc:docMkLst>
      <pc:sldChg chg="addSp delSp modSp mod modAnim">
        <pc:chgData name="Said Nabi Lecturer FCSE" userId="22162f9c-d122-430c-b6e9-ac8024b7b6c6" providerId="ADAL" clId="{DD5E6D33-3D6A-EF44-864F-5F2737F54E73}" dt="2025-09-30T05:28:20.864" v="37"/>
        <pc:sldMkLst>
          <pc:docMk/>
          <pc:sldMk cId="374944398" sldId="1206"/>
        </pc:sldMkLst>
      </pc:sldChg>
      <pc:sldChg chg="ord">
        <pc:chgData name="Said Nabi Lecturer FCSE" userId="22162f9c-d122-430c-b6e9-ac8024b7b6c6" providerId="ADAL" clId="{DD5E6D33-3D6A-EF44-864F-5F2737F54E73}" dt="2025-09-30T05:43:54.837" v="181" actId="20578"/>
        <pc:sldMkLst>
          <pc:docMk/>
          <pc:sldMk cId="1842431676" sldId="1207"/>
        </pc:sldMkLst>
      </pc:sldChg>
      <pc:sldChg chg="ord">
        <pc:chgData name="Said Nabi Lecturer FCSE" userId="22162f9c-d122-430c-b6e9-ac8024b7b6c6" providerId="ADAL" clId="{DD5E6D33-3D6A-EF44-864F-5F2737F54E73}" dt="2025-09-30T05:43:33.003" v="180" actId="20578"/>
        <pc:sldMkLst>
          <pc:docMk/>
          <pc:sldMk cId="2994534611" sldId="1212"/>
        </pc:sldMkLst>
      </pc:sldChg>
      <pc:sldChg chg="addSp delSp modSp new mod delAnim modAnim">
        <pc:chgData name="Said Nabi Lecturer FCSE" userId="22162f9c-d122-430c-b6e9-ac8024b7b6c6" providerId="ADAL" clId="{DD5E6D33-3D6A-EF44-864F-5F2737F54E73}" dt="2025-09-30T05:42:50.983" v="179" actId="20577"/>
        <pc:sldMkLst>
          <pc:docMk/>
          <pc:sldMk cId="404614129" sldId="1213"/>
        </pc:sldMkLst>
      </pc:sldChg>
    </pc:docChg>
  </pc:docChgLst>
  <pc:docChgLst>
    <pc:chgData name="Said Nabi Lecturer FCSE" userId="S::said.nabi@giki.edu.pk::22162f9c-d122-430c-b6e9-ac8024b7b6c6" providerId="AD" clId="Web-{59C0914A-C8A1-D643-03E1-0425932919D5}"/>
    <pc:docChg chg="delSld modSld">
      <pc:chgData name="Said Nabi Lecturer FCSE" userId="S::said.nabi@giki.edu.pk::22162f9c-d122-430c-b6e9-ac8024b7b6c6" providerId="AD" clId="Web-{59C0914A-C8A1-D643-03E1-0425932919D5}" dt="2025-09-11T02:13:02.346" v="75"/>
      <pc:docMkLst>
        <pc:docMk/>
      </pc:docMkLst>
      <pc:sldChg chg="modSp">
        <pc:chgData name="Said Nabi Lecturer FCSE" userId="S::said.nabi@giki.edu.pk::22162f9c-d122-430c-b6e9-ac8024b7b6c6" providerId="AD" clId="Web-{59C0914A-C8A1-D643-03E1-0425932919D5}" dt="2025-09-11T01:27:03.232" v="6" actId="20577"/>
        <pc:sldMkLst>
          <pc:docMk/>
          <pc:sldMk cId="1358618617" sldId="1118"/>
        </pc:sldMkLst>
      </pc:sldChg>
      <pc:sldChg chg="delSp modSp">
        <pc:chgData name="Said Nabi Lecturer FCSE" userId="S::said.nabi@giki.edu.pk::22162f9c-d122-430c-b6e9-ac8024b7b6c6" providerId="AD" clId="Web-{59C0914A-C8A1-D643-03E1-0425932919D5}" dt="2025-09-11T01:28:10.452" v="30"/>
        <pc:sldMkLst>
          <pc:docMk/>
          <pc:sldMk cId="2943906399" sldId="1119"/>
        </pc:sldMkLst>
      </pc:sldChg>
      <pc:sldChg chg="addSp modSp addAnim modAnim">
        <pc:chgData name="Said Nabi Lecturer FCSE" userId="S::said.nabi@giki.edu.pk::22162f9c-d122-430c-b6e9-ac8024b7b6c6" providerId="AD" clId="Web-{59C0914A-C8A1-D643-03E1-0425932919D5}" dt="2025-09-11T01:34:24.740" v="48"/>
        <pc:sldMkLst>
          <pc:docMk/>
          <pc:sldMk cId="329633590" sldId="1122"/>
        </pc:sldMkLst>
      </pc:sldChg>
      <pc:sldChg chg="del">
        <pc:chgData name="Said Nabi Lecturer FCSE" userId="S::said.nabi@giki.edu.pk::22162f9c-d122-430c-b6e9-ac8024b7b6c6" providerId="AD" clId="Web-{59C0914A-C8A1-D643-03E1-0425932919D5}" dt="2025-09-11T02:09:46.741" v="49"/>
        <pc:sldMkLst>
          <pc:docMk/>
          <pc:sldMk cId="2422897736" sldId="1127"/>
        </pc:sldMkLst>
      </pc:sldChg>
      <pc:sldChg chg="addAnim delAnim">
        <pc:chgData name="Said Nabi Lecturer FCSE" userId="S::said.nabi@giki.edu.pk::22162f9c-d122-430c-b6e9-ac8024b7b6c6" providerId="AD" clId="Web-{59C0914A-C8A1-D643-03E1-0425932919D5}" dt="2025-09-11T02:11:38.217" v="63"/>
        <pc:sldMkLst>
          <pc:docMk/>
          <pc:sldMk cId="2896715979" sldId="1128"/>
        </pc:sldMkLst>
      </pc:sldChg>
      <pc:sldChg chg="addAnim delAnim">
        <pc:chgData name="Said Nabi Lecturer FCSE" userId="S::said.nabi@giki.edu.pk::22162f9c-d122-430c-b6e9-ac8024b7b6c6" providerId="AD" clId="Web-{59C0914A-C8A1-D643-03E1-0425932919D5}" dt="2025-09-11T02:11:12.793" v="60"/>
        <pc:sldMkLst>
          <pc:docMk/>
          <pc:sldMk cId="593302822" sldId="1129"/>
        </pc:sldMkLst>
      </pc:sldChg>
      <pc:sldChg chg="modSp addAnim delAnim">
        <pc:chgData name="Said Nabi Lecturer FCSE" userId="S::said.nabi@giki.edu.pk::22162f9c-d122-430c-b6e9-ac8024b7b6c6" providerId="AD" clId="Web-{59C0914A-C8A1-D643-03E1-0425932919D5}" dt="2025-09-11T02:10:58.683" v="58"/>
        <pc:sldMkLst>
          <pc:docMk/>
          <pc:sldMk cId="3178279793" sldId="1130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1:49.639" v="64"/>
        <pc:sldMkLst>
          <pc:docMk/>
          <pc:sldMk cId="2303797746" sldId="1131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2:00.671" v="66"/>
        <pc:sldMkLst>
          <pc:docMk/>
          <pc:sldMk cId="2144598065" sldId="1132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2:10.812" v="67"/>
        <pc:sldMkLst>
          <pc:docMk/>
          <pc:sldMk cId="3198496999" sldId="1133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2:30.907" v="69"/>
        <pc:sldMkLst>
          <pc:docMk/>
          <pc:sldMk cId="1218247055" sldId="1134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2:41.892" v="71"/>
        <pc:sldMkLst>
          <pc:docMk/>
          <pc:sldMk cId="872205297" sldId="1135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2:51.970" v="73"/>
        <pc:sldMkLst>
          <pc:docMk/>
          <pc:sldMk cId="403607528" sldId="1136"/>
        </pc:sldMkLst>
      </pc:sldChg>
      <pc:sldChg chg="addAnim">
        <pc:chgData name="Said Nabi Lecturer FCSE" userId="S::said.nabi@giki.edu.pk::22162f9c-d122-430c-b6e9-ac8024b7b6c6" providerId="AD" clId="Web-{59C0914A-C8A1-D643-03E1-0425932919D5}" dt="2025-09-11T02:13:02.346" v="75"/>
        <pc:sldMkLst>
          <pc:docMk/>
          <pc:sldMk cId="248812704" sldId="1137"/>
        </pc:sldMkLst>
      </pc:sldChg>
    </pc:docChg>
  </pc:docChgLst>
  <pc:docChgLst>
    <pc:chgData name="Said Nabi Lecturer FCSE" userId="22162f9c-d122-430c-b6e9-ac8024b7b6c6" providerId="ADAL" clId="{9D932A2B-8937-0E46-8EEC-AF8F40809BC3}"/>
    <pc:docChg chg="undo custSel addSld delSld modSld sldOrd">
      <pc:chgData name="Said Nabi Lecturer FCSE" userId="22162f9c-d122-430c-b6e9-ac8024b7b6c6" providerId="ADAL" clId="{9D932A2B-8937-0E46-8EEC-AF8F40809BC3}" dt="2025-09-01T05:25:54.924" v="3753" actId="20577"/>
      <pc:docMkLst>
        <pc:docMk/>
      </pc:docMkLst>
      <pc:sldChg chg="delSp modSp add mod setBg">
        <pc:chgData name="Said Nabi Lecturer FCSE" userId="22162f9c-d122-430c-b6e9-ac8024b7b6c6" providerId="ADAL" clId="{9D932A2B-8937-0E46-8EEC-AF8F40809BC3}" dt="2025-08-15T06:28:58.397" v="1334" actId="1076"/>
        <pc:sldMkLst>
          <pc:docMk/>
          <pc:sldMk cId="0" sldId="256"/>
        </pc:sldMkLst>
      </pc:sldChg>
      <pc:sldChg chg="del">
        <pc:chgData name="Said Nabi Lecturer FCSE" userId="22162f9c-d122-430c-b6e9-ac8024b7b6c6" providerId="ADAL" clId="{9D932A2B-8937-0E46-8EEC-AF8F40809BC3}" dt="2025-08-06T06:00:52.921" v="5" actId="2696"/>
        <pc:sldMkLst>
          <pc:docMk/>
          <pc:sldMk cId="2159181478" sldId="256"/>
        </pc:sldMkLst>
      </pc:sldChg>
      <pc:sldChg chg="modSp add mod setBg">
        <pc:chgData name="Said Nabi Lecturer FCSE" userId="22162f9c-d122-430c-b6e9-ac8024b7b6c6" providerId="ADAL" clId="{9D932A2B-8937-0E46-8EEC-AF8F40809BC3}" dt="2025-08-15T06:06:19.336" v="1177" actId="1038"/>
        <pc:sldMkLst>
          <pc:docMk/>
          <pc:sldMk cId="0" sldId="257"/>
        </pc:sldMkLst>
      </pc:sldChg>
      <pc:sldChg chg="modSp add mod setBg">
        <pc:chgData name="Said Nabi Lecturer FCSE" userId="22162f9c-d122-430c-b6e9-ac8024b7b6c6" providerId="ADAL" clId="{9D932A2B-8937-0E46-8EEC-AF8F40809BC3}" dt="2025-08-15T06:06:40.408" v="1188" actId="1037"/>
        <pc:sldMkLst>
          <pc:docMk/>
          <pc:sldMk cId="0" sldId="258"/>
        </pc:sldMkLst>
      </pc:sldChg>
      <pc:sldChg chg="delSp modSp add mod">
        <pc:chgData name="Said Nabi Lecturer FCSE" userId="22162f9c-d122-430c-b6e9-ac8024b7b6c6" providerId="ADAL" clId="{9D932A2B-8937-0E46-8EEC-AF8F40809BC3}" dt="2025-08-31T02:55:56.855" v="2555" actId="14100"/>
        <pc:sldMkLst>
          <pc:docMk/>
          <pc:sldMk cId="4168114847" sldId="259"/>
        </pc:sldMkLst>
      </pc:sldChg>
      <pc:sldChg chg="addSp delSp modSp add mod ord setBg">
        <pc:chgData name="Said Nabi Lecturer FCSE" userId="22162f9c-d122-430c-b6e9-ac8024b7b6c6" providerId="ADAL" clId="{9D932A2B-8937-0E46-8EEC-AF8F40809BC3}" dt="2025-08-15T05:54:46.775" v="1152" actId="20578"/>
        <pc:sldMkLst>
          <pc:docMk/>
          <pc:sldMk cId="0" sldId="260"/>
        </pc:sldMkLst>
      </pc:sldChg>
      <pc:sldChg chg="add del">
        <pc:chgData name="Said Nabi Lecturer FCSE" userId="22162f9c-d122-430c-b6e9-ac8024b7b6c6" providerId="ADAL" clId="{9D932A2B-8937-0E46-8EEC-AF8F40809BC3}" dt="2025-08-06T06:00:48.768" v="4" actId="2696"/>
        <pc:sldMkLst>
          <pc:docMk/>
          <pc:sldMk cId="301955644" sldId="260"/>
        </pc:sldMkLst>
      </pc:sldChg>
      <pc:sldChg chg="add setBg">
        <pc:chgData name="Said Nabi Lecturer FCSE" userId="22162f9c-d122-430c-b6e9-ac8024b7b6c6" providerId="ADAL" clId="{9D932A2B-8937-0E46-8EEC-AF8F40809BC3}" dt="2025-08-15T05:50:48.650" v="1048"/>
        <pc:sldMkLst>
          <pc:docMk/>
          <pc:sldMk cId="0" sldId="261"/>
        </pc:sldMkLst>
      </pc:sldChg>
      <pc:sldChg chg="add setBg">
        <pc:chgData name="Said Nabi Lecturer FCSE" userId="22162f9c-d122-430c-b6e9-ac8024b7b6c6" providerId="ADAL" clId="{9D932A2B-8937-0E46-8EEC-AF8F40809BC3}" dt="2025-08-15T05:50:48.650" v="1048"/>
        <pc:sldMkLst>
          <pc:docMk/>
          <pc:sldMk cId="0" sldId="262"/>
        </pc:sldMkLst>
      </pc:sldChg>
      <pc:sldChg chg="add setBg">
        <pc:chgData name="Said Nabi Lecturer FCSE" userId="22162f9c-d122-430c-b6e9-ac8024b7b6c6" providerId="ADAL" clId="{9D932A2B-8937-0E46-8EEC-AF8F40809BC3}" dt="2025-08-15T05:50:48.650" v="1048"/>
        <pc:sldMkLst>
          <pc:docMk/>
          <pc:sldMk cId="0" sldId="263"/>
        </pc:sldMkLst>
      </pc:sldChg>
      <pc:sldChg chg="add setBg">
        <pc:chgData name="Said Nabi Lecturer FCSE" userId="22162f9c-d122-430c-b6e9-ac8024b7b6c6" providerId="ADAL" clId="{9D932A2B-8937-0E46-8EEC-AF8F40809BC3}" dt="2025-08-15T05:50:48.650" v="1048"/>
        <pc:sldMkLst>
          <pc:docMk/>
          <pc:sldMk cId="0" sldId="264"/>
        </pc:sldMkLst>
      </pc:sldChg>
      <pc:sldChg chg="add setBg">
        <pc:chgData name="Said Nabi Lecturer FCSE" userId="22162f9c-d122-430c-b6e9-ac8024b7b6c6" providerId="ADAL" clId="{9D932A2B-8937-0E46-8EEC-AF8F40809BC3}" dt="2025-08-15T05:50:48.650" v="1048"/>
        <pc:sldMkLst>
          <pc:docMk/>
          <pc:sldMk cId="0" sldId="265"/>
        </pc:sldMkLst>
      </pc:sldChg>
      <pc:sldChg chg="delSp modSp add mod setBg">
        <pc:chgData name="Said Nabi Lecturer FCSE" userId="22162f9c-d122-430c-b6e9-ac8024b7b6c6" providerId="ADAL" clId="{9D932A2B-8937-0E46-8EEC-AF8F40809BC3}" dt="2025-08-15T07:37:36.307" v="1678" actId="478"/>
        <pc:sldMkLst>
          <pc:docMk/>
          <pc:sldMk cId="0" sldId="266"/>
        </pc:sldMkLst>
      </pc:sldChg>
      <pc:sldChg chg="add setBg">
        <pc:chgData name="Said Nabi Lecturer FCSE" userId="22162f9c-d122-430c-b6e9-ac8024b7b6c6" providerId="ADAL" clId="{9D932A2B-8937-0E46-8EEC-AF8F40809BC3}" dt="2025-08-15T05:50:48.650" v="1048"/>
        <pc:sldMkLst>
          <pc:docMk/>
          <pc:sldMk cId="0" sldId="267"/>
        </pc:sldMkLst>
      </pc:sldChg>
      <pc:sldChg chg="modSp add mod setBg">
        <pc:chgData name="Said Nabi Lecturer FCSE" userId="22162f9c-d122-430c-b6e9-ac8024b7b6c6" providerId="ADAL" clId="{9D932A2B-8937-0E46-8EEC-AF8F40809BC3}" dt="2025-08-15T06:19:14.360" v="1248" actId="1037"/>
        <pc:sldMkLst>
          <pc:docMk/>
          <pc:sldMk cId="0" sldId="268"/>
        </pc:sldMkLst>
      </pc:sldChg>
      <pc:sldChg chg="modSp add mod setBg">
        <pc:chgData name="Said Nabi Lecturer FCSE" userId="22162f9c-d122-430c-b6e9-ac8024b7b6c6" providerId="ADAL" clId="{9D932A2B-8937-0E46-8EEC-AF8F40809BC3}" dt="2025-08-15T06:19:44.424" v="1250" actId="1076"/>
        <pc:sldMkLst>
          <pc:docMk/>
          <pc:sldMk cId="0" sldId="269"/>
        </pc:sldMkLst>
      </pc:sldChg>
      <pc:sldChg chg="modSp add mod setBg">
        <pc:chgData name="Said Nabi Lecturer FCSE" userId="22162f9c-d122-430c-b6e9-ac8024b7b6c6" providerId="ADAL" clId="{9D932A2B-8937-0E46-8EEC-AF8F40809BC3}" dt="2025-08-15T06:20:01.639" v="1251" actId="1076"/>
        <pc:sldMkLst>
          <pc:docMk/>
          <pc:sldMk cId="0" sldId="270"/>
        </pc:sldMkLst>
      </pc:sldChg>
      <pc:sldChg chg="modSp add mod setBg">
        <pc:chgData name="Said Nabi Lecturer FCSE" userId="22162f9c-d122-430c-b6e9-ac8024b7b6c6" providerId="ADAL" clId="{9D932A2B-8937-0E46-8EEC-AF8F40809BC3}" dt="2025-08-15T06:20:12.437" v="1263" actId="1037"/>
        <pc:sldMkLst>
          <pc:docMk/>
          <pc:sldMk cId="0" sldId="271"/>
        </pc:sldMkLst>
      </pc:sldChg>
      <pc:sldChg chg="addSp delSp modSp add mod setBg">
        <pc:chgData name="Said Nabi Lecturer FCSE" userId="22162f9c-d122-430c-b6e9-ac8024b7b6c6" providerId="ADAL" clId="{9D932A2B-8937-0E46-8EEC-AF8F40809BC3}" dt="2025-08-15T06:25:31.598" v="1269" actId="1076"/>
        <pc:sldMkLst>
          <pc:docMk/>
          <pc:sldMk cId="0" sldId="272"/>
        </pc:sldMkLst>
      </pc:sldChg>
      <pc:sldChg chg="modSp add mod setBg">
        <pc:chgData name="Said Nabi Lecturer FCSE" userId="22162f9c-d122-430c-b6e9-ac8024b7b6c6" providerId="ADAL" clId="{9D932A2B-8937-0E46-8EEC-AF8F40809BC3}" dt="2025-08-15T06:26:12.266" v="1273" actId="1076"/>
        <pc:sldMkLst>
          <pc:docMk/>
          <pc:sldMk cId="0" sldId="273"/>
        </pc:sldMkLst>
      </pc:sldChg>
      <pc:sldChg chg="addSp delSp modSp add mod setBg">
        <pc:chgData name="Said Nabi Lecturer FCSE" userId="22162f9c-d122-430c-b6e9-ac8024b7b6c6" providerId="ADAL" clId="{9D932A2B-8937-0E46-8EEC-AF8F40809BC3}" dt="2025-08-15T06:26:57.765" v="1289"/>
        <pc:sldMkLst>
          <pc:docMk/>
          <pc:sldMk cId="0" sldId="274"/>
        </pc:sldMkLst>
      </pc:sldChg>
      <pc:sldChg chg="add setBg">
        <pc:chgData name="Said Nabi Lecturer FCSE" userId="22162f9c-d122-430c-b6e9-ac8024b7b6c6" providerId="ADAL" clId="{9D932A2B-8937-0E46-8EEC-AF8F40809BC3}" dt="2025-08-15T06:05:54.231" v="1153"/>
        <pc:sldMkLst>
          <pc:docMk/>
          <pc:sldMk cId="0" sldId="275"/>
        </pc:sldMkLst>
      </pc:sldChg>
      <pc:sldChg chg="modSp add mod setBg">
        <pc:chgData name="Said Nabi Lecturer FCSE" userId="22162f9c-d122-430c-b6e9-ac8024b7b6c6" providerId="ADAL" clId="{9D932A2B-8937-0E46-8EEC-AF8F40809BC3}" dt="2025-08-15T06:27:25.148" v="1296" actId="1076"/>
        <pc:sldMkLst>
          <pc:docMk/>
          <pc:sldMk cId="0" sldId="276"/>
        </pc:sldMkLst>
      </pc:sldChg>
      <pc:sldChg chg="modSp add mod setBg">
        <pc:chgData name="Said Nabi Lecturer FCSE" userId="22162f9c-d122-430c-b6e9-ac8024b7b6c6" providerId="ADAL" clId="{9D932A2B-8937-0E46-8EEC-AF8F40809BC3}" dt="2025-08-15T06:27:36.284" v="1309" actId="1037"/>
        <pc:sldMkLst>
          <pc:docMk/>
          <pc:sldMk cId="0" sldId="277"/>
        </pc:sldMkLst>
      </pc:sldChg>
      <pc:sldChg chg="modSp add mod setBg">
        <pc:chgData name="Said Nabi Lecturer FCSE" userId="22162f9c-d122-430c-b6e9-ac8024b7b6c6" providerId="ADAL" clId="{9D932A2B-8937-0E46-8EEC-AF8F40809BC3}" dt="2025-08-15T06:27:51.432" v="1311" actId="1076"/>
        <pc:sldMkLst>
          <pc:docMk/>
          <pc:sldMk cId="0" sldId="278"/>
        </pc:sldMkLst>
      </pc:sldChg>
      <pc:sldChg chg="addSp delSp modSp add mod setBg">
        <pc:chgData name="Said Nabi Lecturer FCSE" userId="22162f9c-d122-430c-b6e9-ac8024b7b6c6" providerId="ADAL" clId="{9D932A2B-8937-0E46-8EEC-AF8F40809BC3}" dt="2025-08-15T06:40:22.853" v="1336" actId="22"/>
        <pc:sldMkLst>
          <pc:docMk/>
          <pc:sldMk cId="0" sldId="279"/>
        </pc:sldMkLst>
      </pc:sldChg>
      <pc:sldChg chg="add del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280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281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282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283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284"/>
        </pc:sldMkLst>
      </pc:sldChg>
      <pc:sldChg chg="add del setBg">
        <pc:chgData name="Said Nabi Lecturer FCSE" userId="22162f9c-d122-430c-b6e9-ac8024b7b6c6" providerId="ADAL" clId="{9D932A2B-8937-0E46-8EEC-AF8F40809BC3}" dt="2025-08-15T07:54:30.337" v="1725" actId="2696"/>
        <pc:sldMkLst>
          <pc:docMk/>
          <pc:sldMk cId="0" sldId="285"/>
        </pc:sldMkLst>
      </pc:sldChg>
      <pc:sldChg chg="modSp ord">
        <pc:chgData name="Said Nabi Lecturer FCSE" userId="22162f9c-d122-430c-b6e9-ac8024b7b6c6" providerId="ADAL" clId="{9D932A2B-8937-0E46-8EEC-AF8F40809BC3}" dt="2025-08-11T07:31:47.021" v="311" actId="20578"/>
        <pc:sldMkLst>
          <pc:docMk/>
          <pc:sldMk cId="2858188275" sldId="328"/>
        </pc:sldMkLst>
      </pc:sldChg>
      <pc:sldChg chg="addSp delSp modSp mod ord modAnim modNotesTx">
        <pc:chgData name="Said Nabi Lecturer FCSE" userId="22162f9c-d122-430c-b6e9-ac8024b7b6c6" providerId="ADAL" clId="{9D932A2B-8937-0E46-8EEC-AF8F40809BC3}" dt="2025-08-07T11:09:02.362" v="295" actId="20577"/>
        <pc:sldMkLst>
          <pc:docMk/>
          <pc:sldMk cId="3509597669" sldId="330"/>
        </pc:sldMkLst>
      </pc:sldChg>
      <pc:sldChg chg="modSp add mod">
        <pc:chgData name="Said Nabi Lecturer FCSE" userId="22162f9c-d122-430c-b6e9-ac8024b7b6c6" providerId="ADAL" clId="{9D932A2B-8937-0E46-8EEC-AF8F40809BC3}" dt="2025-08-15T07:01:56.543" v="1509" actId="1076"/>
        <pc:sldMkLst>
          <pc:docMk/>
          <pc:sldMk cId="1981606100" sldId="332"/>
        </pc:sldMkLst>
      </pc:sldChg>
      <pc:sldChg chg="del">
        <pc:chgData name="Said Nabi Lecturer FCSE" userId="22162f9c-d122-430c-b6e9-ac8024b7b6c6" providerId="ADAL" clId="{9D932A2B-8937-0E46-8EEC-AF8F40809BC3}" dt="2025-08-15T06:59:30.012" v="1475" actId="2696"/>
        <pc:sldMkLst>
          <pc:docMk/>
          <pc:sldMk cId="2250625989" sldId="332"/>
        </pc:sldMkLst>
      </pc:sldChg>
      <pc:sldChg chg="del">
        <pc:chgData name="Said Nabi Lecturer FCSE" userId="22162f9c-d122-430c-b6e9-ac8024b7b6c6" providerId="ADAL" clId="{9D932A2B-8937-0E46-8EEC-AF8F40809BC3}" dt="2025-08-15T06:57:00.342" v="1467" actId="2696"/>
        <pc:sldMkLst>
          <pc:docMk/>
          <pc:sldMk cId="1399422341" sldId="335"/>
        </pc:sldMkLst>
      </pc:sldChg>
      <pc:sldChg chg="modSp add mod">
        <pc:chgData name="Said Nabi Lecturer FCSE" userId="22162f9c-d122-430c-b6e9-ac8024b7b6c6" providerId="ADAL" clId="{9D932A2B-8937-0E46-8EEC-AF8F40809BC3}" dt="2025-08-15T06:57:41.078" v="1470" actId="108"/>
        <pc:sldMkLst>
          <pc:docMk/>
          <pc:sldMk cId="2105313990" sldId="335"/>
        </pc:sldMkLst>
      </pc:sldChg>
      <pc:sldChg chg="addSp mod">
        <pc:chgData name="Said Nabi Lecturer FCSE" userId="22162f9c-d122-430c-b6e9-ac8024b7b6c6" providerId="ADAL" clId="{9D932A2B-8937-0E46-8EEC-AF8F40809BC3}" dt="2025-08-07T10:42:52.328" v="181" actId="22"/>
        <pc:sldMkLst>
          <pc:docMk/>
          <pc:sldMk cId="3278994052" sldId="354"/>
        </pc:sldMkLst>
      </pc:sldChg>
      <pc:sldChg chg="addSp delSp modSp mod delAnim modAnim">
        <pc:chgData name="Said Nabi Lecturer FCSE" userId="22162f9c-d122-430c-b6e9-ac8024b7b6c6" providerId="ADAL" clId="{9D932A2B-8937-0E46-8EEC-AF8F40809BC3}" dt="2025-08-14T07:31:52.519" v="878" actId="1038"/>
        <pc:sldMkLst>
          <pc:docMk/>
          <pc:sldMk cId="2157595783" sldId="357"/>
        </pc:sldMkLst>
      </pc:sldChg>
      <pc:sldChg chg="addSp delSp modSp mod">
        <pc:chgData name="Said Nabi Lecturer FCSE" userId="22162f9c-d122-430c-b6e9-ac8024b7b6c6" providerId="ADAL" clId="{9D932A2B-8937-0E46-8EEC-AF8F40809BC3}" dt="2025-08-07T10:36:04.067" v="180" actId="22"/>
        <pc:sldMkLst>
          <pc:docMk/>
          <pc:sldMk cId="2592197823" sldId="381"/>
        </pc:sldMkLst>
      </pc:sldChg>
      <pc:sldChg chg="add">
        <pc:chgData name="Said Nabi Lecturer FCSE" userId="22162f9c-d122-430c-b6e9-ac8024b7b6c6" providerId="ADAL" clId="{9D932A2B-8937-0E46-8EEC-AF8F40809BC3}" dt="2025-08-06T06:00:45.899" v="0"/>
        <pc:sldMkLst>
          <pc:docMk/>
          <pc:sldMk cId="1696953445" sldId="384"/>
        </pc:sldMkLst>
      </pc:sldChg>
      <pc:sldChg chg="delSp modSp add mod">
        <pc:chgData name="Said Nabi Lecturer FCSE" userId="22162f9c-d122-430c-b6e9-ac8024b7b6c6" providerId="ADAL" clId="{9D932A2B-8937-0E46-8EEC-AF8F40809BC3}" dt="2025-08-31T02:14:36.141" v="2105" actId="14100"/>
        <pc:sldMkLst>
          <pc:docMk/>
          <pc:sldMk cId="939810064" sldId="626"/>
        </pc:sldMkLst>
      </pc:sldChg>
      <pc:sldChg chg="add">
        <pc:chgData name="Said Nabi Lecturer FCSE" userId="22162f9c-d122-430c-b6e9-ac8024b7b6c6" providerId="ADAL" clId="{9D932A2B-8937-0E46-8EEC-AF8F40809BC3}" dt="2025-08-06T06:00:45.899" v="0"/>
        <pc:sldMkLst>
          <pc:docMk/>
          <pc:sldMk cId="2355735629" sldId="666"/>
        </pc:sldMkLst>
      </pc:sldChg>
      <pc:sldChg chg="add">
        <pc:chgData name="Said Nabi Lecturer FCSE" userId="22162f9c-d122-430c-b6e9-ac8024b7b6c6" providerId="ADAL" clId="{9D932A2B-8937-0E46-8EEC-AF8F40809BC3}" dt="2025-08-06T06:00:45.899" v="0"/>
        <pc:sldMkLst>
          <pc:docMk/>
          <pc:sldMk cId="1789326904" sldId="667"/>
        </pc:sldMkLst>
      </pc:sldChg>
      <pc:sldChg chg="add">
        <pc:chgData name="Said Nabi Lecturer FCSE" userId="22162f9c-d122-430c-b6e9-ac8024b7b6c6" providerId="ADAL" clId="{9D932A2B-8937-0E46-8EEC-AF8F40809BC3}" dt="2025-08-06T06:00:45.899" v="0"/>
        <pc:sldMkLst>
          <pc:docMk/>
          <pc:sldMk cId="629364961" sldId="668"/>
        </pc:sldMkLst>
      </pc:sldChg>
      <pc:sldChg chg="modSp add mod">
        <pc:chgData name="Said Nabi Lecturer FCSE" userId="22162f9c-d122-430c-b6e9-ac8024b7b6c6" providerId="ADAL" clId="{9D932A2B-8937-0E46-8EEC-AF8F40809BC3}" dt="2025-08-07T09:44:36.031" v="167" actId="108"/>
        <pc:sldMkLst>
          <pc:docMk/>
          <pc:sldMk cId="387587967" sldId="669"/>
        </pc:sldMkLst>
      </pc:sldChg>
      <pc:sldChg chg="addSp modSp add mod">
        <pc:chgData name="Said Nabi Lecturer FCSE" userId="22162f9c-d122-430c-b6e9-ac8024b7b6c6" providerId="ADAL" clId="{9D932A2B-8937-0E46-8EEC-AF8F40809BC3}" dt="2025-08-30T16:38:54.598" v="2099" actId="14100"/>
        <pc:sldMkLst>
          <pc:docMk/>
          <pc:sldMk cId="2973170561" sldId="678"/>
        </pc:sldMkLst>
      </pc:sldChg>
      <pc:sldChg chg="modSp add mod">
        <pc:chgData name="Said Nabi Lecturer FCSE" userId="22162f9c-d122-430c-b6e9-ac8024b7b6c6" providerId="ADAL" clId="{9D932A2B-8937-0E46-8EEC-AF8F40809BC3}" dt="2025-08-07T09:15:52.172" v="6" actId="207"/>
        <pc:sldMkLst>
          <pc:docMk/>
          <pc:sldMk cId="3174868455" sldId="679"/>
        </pc:sldMkLst>
      </pc:sldChg>
      <pc:sldChg chg="modSp add mod modNotesTx">
        <pc:chgData name="Said Nabi Lecturer FCSE" userId="22162f9c-d122-430c-b6e9-ac8024b7b6c6" providerId="ADAL" clId="{9D932A2B-8937-0E46-8EEC-AF8F40809BC3}" dt="2025-08-31T02:53:16.986" v="2552" actId="113"/>
        <pc:sldMkLst>
          <pc:docMk/>
          <pc:sldMk cId="4084291170" sldId="680"/>
        </pc:sldMkLst>
      </pc:sldChg>
      <pc:sldChg chg="delSp modSp add mod modNotesTx">
        <pc:chgData name="Said Nabi Lecturer FCSE" userId="22162f9c-d122-430c-b6e9-ac8024b7b6c6" providerId="ADAL" clId="{9D932A2B-8937-0E46-8EEC-AF8F40809BC3}" dt="2025-08-31T03:12:35.386" v="2808" actId="20577"/>
        <pc:sldMkLst>
          <pc:docMk/>
          <pc:sldMk cId="2648876072" sldId="800"/>
        </pc:sldMkLst>
      </pc:sldChg>
      <pc:sldChg chg="delSp modSp add mod modNotesTx">
        <pc:chgData name="Said Nabi Lecturer FCSE" userId="22162f9c-d122-430c-b6e9-ac8024b7b6c6" providerId="ADAL" clId="{9D932A2B-8937-0E46-8EEC-AF8F40809BC3}" dt="2025-09-01T05:19:26.297" v="3574" actId="313"/>
        <pc:sldMkLst>
          <pc:docMk/>
          <pc:sldMk cId="0" sldId="929"/>
        </pc:sldMkLst>
      </pc:sldChg>
      <pc:sldChg chg="delSp modSp add del mod">
        <pc:chgData name="Said Nabi Lecturer FCSE" userId="22162f9c-d122-430c-b6e9-ac8024b7b6c6" providerId="ADAL" clId="{9D932A2B-8937-0E46-8EEC-AF8F40809BC3}" dt="2025-08-17T05:22:54.695" v="1890" actId="2696"/>
        <pc:sldMkLst>
          <pc:docMk/>
          <pc:sldMk cId="719915192" sldId="930"/>
        </pc:sldMkLst>
      </pc:sldChg>
      <pc:sldChg chg="delSp modSp add del mod">
        <pc:chgData name="Said Nabi Lecturer FCSE" userId="22162f9c-d122-430c-b6e9-ac8024b7b6c6" providerId="ADAL" clId="{9D932A2B-8937-0E46-8EEC-AF8F40809BC3}" dt="2025-08-31T05:00:38.462" v="3187" actId="2696"/>
        <pc:sldMkLst>
          <pc:docMk/>
          <pc:sldMk cId="525288021" sldId="931"/>
        </pc:sldMkLst>
      </pc:sldChg>
      <pc:sldChg chg="delSp modSp add del mod">
        <pc:chgData name="Said Nabi Lecturer FCSE" userId="22162f9c-d122-430c-b6e9-ac8024b7b6c6" providerId="ADAL" clId="{9D932A2B-8937-0E46-8EEC-AF8F40809BC3}" dt="2025-08-17T05:51:51.392" v="1991" actId="2696"/>
        <pc:sldMkLst>
          <pc:docMk/>
          <pc:sldMk cId="3650180788" sldId="935"/>
        </pc:sldMkLst>
      </pc:sldChg>
      <pc:sldChg chg="delSp modSp add mod">
        <pc:chgData name="Said Nabi Lecturer FCSE" userId="22162f9c-d122-430c-b6e9-ac8024b7b6c6" providerId="ADAL" clId="{9D932A2B-8937-0E46-8EEC-AF8F40809BC3}" dt="2025-08-07T09:41:12.032" v="143" actId="108"/>
        <pc:sldMkLst>
          <pc:docMk/>
          <pc:sldMk cId="2318412716" sldId="936"/>
        </pc:sldMkLst>
      </pc:sldChg>
      <pc:sldChg chg="delSp modSp add mod">
        <pc:chgData name="Said Nabi Lecturer FCSE" userId="22162f9c-d122-430c-b6e9-ac8024b7b6c6" providerId="ADAL" clId="{9D932A2B-8937-0E46-8EEC-AF8F40809BC3}" dt="2025-08-07T09:40:49.341" v="141" actId="108"/>
        <pc:sldMkLst>
          <pc:docMk/>
          <pc:sldMk cId="388698950" sldId="937"/>
        </pc:sldMkLst>
      </pc:sldChg>
      <pc:sldChg chg="delSp modSp add del mod">
        <pc:chgData name="Said Nabi Lecturer FCSE" userId="22162f9c-d122-430c-b6e9-ac8024b7b6c6" providerId="ADAL" clId="{9D932A2B-8937-0E46-8EEC-AF8F40809BC3}" dt="2025-08-07T09:45:46.517" v="169" actId="2696"/>
        <pc:sldMkLst>
          <pc:docMk/>
          <pc:sldMk cId="89367128" sldId="969"/>
        </pc:sldMkLst>
      </pc:sldChg>
      <pc:sldChg chg="add ord">
        <pc:chgData name="Said Nabi Lecturer FCSE" userId="22162f9c-d122-430c-b6e9-ac8024b7b6c6" providerId="ADAL" clId="{9D932A2B-8937-0E46-8EEC-AF8F40809BC3}" dt="2025-08-07T09:47:32.896" v="174" actId="20578"/>
        <pc:sldMkLst>
          <pc:docMk/>
          <pc:sldMk cId="3453442248" sldId="969"/>
        </pc:sldMkLst>
      </pc:sldChg>
      <pc:sldChg chg="add del ord">
        <pc:chgData name="Said Nabi Lecturer FCSE" userId="22162f9c-d122-430c-b6e9-ac8024b7b6c6" providerId="ADAL" clId="{9D932A2B-8937-0E46-8EEC-AF8F40809BC3}" dt="2025-08-07T09:47:47.817" v="175" actId="2696"/>
        <pc:sldMkLst>
          <pc:docMk/>
          <pc:sldMk cId="3441885580" sldId="970"/>
        </pc:sldMkLst>
      </pc:sldChg>
      <pc:sldChg chg="delSp modSp add del mod">
        <pc:chgData name="Said Nabi Lecturer FCSE" userId="22162f9c-d122-430c-b6e9-ac8024b7b6c6" providerId="ADAL" clId="{9D932A2B-8937-0E46-8EEC-AF8F40809BC3}" dt="2025-08-07T09:45:46.517" v="169" actId="2696"/>
        <pc:sldMkLst>
          <pc:docMk/>
          <pc:sldMk cId="4276543058" sldId="970"/>
        </pc:sldMkLst>
      </pc:sldChg>
      <pc:sldChg chg="delSp modSp add mod modNotesTx">
        <pc:chgData name="Said Nabi Lecturer FCSE" userId="22162f9c-d122-430c-b6e9-ac8024b7b6c6" providerId="ADAL" clId="{9D932A2B-8937-0E46-8EEC-AF8F40809BC3}" dt="2025-08-31T04:02:20.250" v="3038" actId="20577"/>
        <pc:sldMkLst>
          <pc:docMk/>
          <pc:sldMk cId="2649218260" sldId="972"/>
        </pc:sldMkLst>
      </pc:sldChg>
      <pc:sldChg chg="delSp modSp add mod modNotesTx">
        <pc:chgData name="Said Nabi Lecturer FCSE" userId="22162f9c-d122-430c-b6e9-ac8024b7b6c6" providerId="ADAL" clId="{9D932A2B-8937-0E46-8EEC-AF8F40809BC3}" dt="2025-09-01T05:02:02.358" v="3351" actId="20577"/>
        <pc:sldMkLst>
          <pc:docMk/>
          <pc:sldMk cId="1385171943" sldId="973"/>
        </pc:sldMkLst>
      </pc:sldChg>
      <pc:sldChg chg="addSp delSp modSp add del mod">
        <pc:chgData name="Said Nabi Lecturer FCSE" userId="22162f9c-d122-430c-b6e9-ac8024b7b6c6" providerId="ADAL" clId="{9D932A2B-8937-0E46-8EEC-AF8F40809BC3}" dt="2025-08-07T09:45:37.711" v="168" actId="2696"/>
        <pc:sldMkLst>
          <pc:docMk/>
          <pc:sldMk cId="1003172424" sldId="975"/>
        </pc:sldMkLst>
      </pc:sldChg>
      <pc:sldChg chg="addSp delSp modSp add mod modClrScheme chgLayout">
        <pc:chgData name="Said Nabi Lecturer FCSE" userId="22162f9c-d122-430c-b6e9-ac8024b7b6c6" providerId="ADAL" clId="{9D932A2B-8937-0E46-8EEC-AF8F40809BC3}" dt="2025-08-17T05:34:13.238" v="1947" actId="1076"/>
        <pc:sldMkLst>
          <pc:docMk/>
          <pc:sldMk cId="1292967904" sldId="976"/>
        </pc:sldMkLst>
      </pc:sldChg>
      <pc:sldChg chg="delSp modSp add mod">
        <pc:chgData name="Said Nabi Lecturer FCSE" userId="22162f9c-d122-430c-b6e9-ac8024b7b6c6" providerId="ADAL" clId="{9D932A2B-8937-0E46-8EEC-AF8F40809BC3}" dt="2025-08-07T09:39:38.418" v="132" actId="108"/>
        <pc:sldMkLst>
          <pc:docMk/>
          <pc:sldMk cId="2010145230" sldId="979"/>
        </pc:sldMkLst>
      </pc:sldChg>
      <pc:sldChg chg="addSp delSp modSp add mod modClrScheme chgLayout">
        <pc:chgData name="Said Nabi Lecturer FCSE" userId="22162f9c-d122-430c-b6e9-ac8024b7b6c6" providerId="ADAL" clId="{9D932A2B-8937-0E46-8EEC-AF8F40809BC3}" dt="2025-08-17T05:37:18.406" v="1953" actId="26606"/>
        <pc:sldMkLst>
          <pc:docMk/>
          <pc:sldMk cId="2300965907" sldId="980"/>
        </pc:sldMkLst>
      </pc:sldChg>
      <pc:sldChg chg="addSp delSp modSp add mod">
        <pc:chgData name="Said Nabi Lecturer FCSE" userId="22162f9c-d122-430c-b6e9-ac8024b7b6c6" providerId="ADAL" clId="{9D932A2B-8937-0E46-8EEC-AF8F40809BC3}" dt="2025-08-17T05:36:25.976" v="1949" actId="26606"/>
        <pc:sldMkLst>
          <pc:docMk/>
          <pc:sldMk cId="4015368351" sldId="981"/>
        </pc:sldMkLst>
      </pc:sldChg>
      <pc:sldChg chg="addSp delSp modSp add mod">
        <pc:chgData name="Said Nabi Lecturer FCSE" userId="22162f9c-d122-430c-b6e9-ac8024b7b6c6" providerId="ADAL" clId="{9D932A2B-8937-0E46-8EEC-AF8F40809BC3}" dt="2025-08-17T05:40:09.761" v="1954" actId="26606"/>
        <pc:sldMkLst>
          <pc:docMk/>
          <pc:sldMk cId="592169009" sldId="982"/>
        </pc:sldMkLst>
      </pc:sldChg>
      <pc:sldChg chg="addSp delSp modSp add mod">
        <pc:chgData name="Said Nabi Lecturer FCSE" userId="22162f9c-d122-430c-b6e9-ac8024b7b6c6" providerId="ADAL" clId="{9D932A2B-8937-0E46-8EEC-AF8F40809BC3}" dt="2025-08-17T05:40:49.052" v="1955" actId="26606"/>
        <pc:sldMkLst>
          <pc:docMk/>
          <pc:sldMk cId="2895261731" sldId="983"/>
        </pc:sldMkLst>
      </pc:sldChg>
      <pc:sldChg chg="addSp delSp modSp add mod">
        <pc:chgData name="Said Nabi Lecturer FCSE" userId="22162f9c-d122-430c-b6e9-ac8024b7b6c6" providerId="ADAL" clId="{9D932A2B-8937-0E46-8EEC-AF8F40809BC3}" dt="2025-08-17T05:42:14.890" v="1963"/>
        <pc:sldMkLst>
          <pc:docMk/>
          <pc:sldMk cId="356664864" sldId="984"/>
        </pc:sldMkLst>
      </pc:sldChg>
      <pc:sldChg chg="addSp delSp modSp add mod modClrScheme chgLayout">
        <pc:chgData name="Said Nabi Lecturer FCSE" userId="22162f9c-d122-430c-b6e9-ac8024b7b6c6" providerId="ADAL" clId="{9D932A2B-8937-0E46-8EEC-AF8F40809BC3}" dt="2025-08-17T05:44:44.501" v="1971"/>
        <pc:sldMkLst>
          <pc:docMk/>
          <pc:sldMk cId="3363809001" sldId="985"/>
        </pc:sldMkLst>
      </pc:sldChg>
      <pc:sldChg chg="delSp modSp add mod">
        <pc:chgData name="Said Nabi Lecturer FCSE" userId="22162f9c-d122-430c-b6e9-ac8024b7b6c6" providerId="ADAL" clId="{9D932A2B-8937-0E46-8EEC-AF8F40809BC3}" dt="2025-08-07T09:37:54.392" v="117" actId="1076"/>
        <pc:sldMkLst>
          <pc:docMk/>
          <pc:sldMk cId="1715294902" sldId="986"/>
        </pc:sldMkLst>
      </pc:sldChg>
      <pc:sldChg chg="delSp modSp add mod">
        <pc:chgData name="Said Nabi Lecturer FCSE" userId="22162f9c-d122-430c-b6e9-ac8024b7b6c6" providerId="ADAL" clId="{9D932A2B-8937-0E46-8EEC-AF8F40809BC3}" dt="2025-08-07T09:37:39.821" v="114" actId="14100"/>
        <pc:sldMkLst>
          <pc:docMk/>
          <pc:sldMk cId="2093542987" sldId="987"/>
        </pc:sldMkLst>
      </pc:sldChg>
      <pc:sldChg chg="delSp modSp add mod">
        <pc:chgData name="Said Nabi Lecturer FCSE" userId="22162f9c-d122-430c-b6e9-ac8024b7b6c6" providerId="ADAL" clId="{9D932A2B-8937-0E46-8EEC-AF8F40809BC3}" dt="2025-08-07T09:37:24.817" v="112" actId="1076"/>
        <pc:sldMkLst>
          <pc:docMk/>
          <pc:sldMk cId="2750628749" sldId="988"/>
        </pc:sldMkLst>
      </pc:sldChg>
      <pc:sldChg chg="delSp modSp add mod">
        <pc:chgData name="Said Nabi Lecturer FCSE" userId="22162f9c-d122-430c-b6e9-ac8024b7b6c6" providerId="ADAL" clId="{9D932A2B-8937-0E46-8EEC-AF8F40809BC3}" dt="2025-08-07T09:37:03.101" v="108" actId="1076"/>
        <pc:sldMkLst>
          <pc:docMk/>
          <pc:sldMk cId="1315347802" sldId="989"/>
        </pc:sldMkLst>
      </pc:sldChg>
      <pc:sldChg chg="delSp modSp add mod">
        <pc:chgData name="Said Nabi Lecturer FCSE" userId="22162f9c-d122-430c-b6e9-ac8024b7b6c6" providerId="ADAL" clId="{9D932A2B-8937-0E46-8EEC-AF8F40809BC3}" dt="2025-08-07T09:36:42.164" v="106" actId="1076"/>
        <pc:sldMkLst>
          <pc:docMk/>
          <pc:sldMk cId="3967579310" sldId="990"/>
        </pc:sldMkLst>
      </pc:sldChg>
      <pc:sldChg chg="add del">
        <pc:chgData name="Said Nabi Lecturer FCSE" userId="22162f9c-d122-430c-b6e9-ac8024b7b6c6" providerId="ADAL" clId="{9D932A2B-8937-0E46-8EEC-AF8F40809BC3}" dt="2025-08-07T09:32:22.751" v="91" actId="2696"/>
        <pc:sldMkLst>
          <pc:docMk/>
          <pc:sldMk cId="1704840579" sldId="991"/>
        </pc:sldMkLst>
      </pc:sldChg>
      <pc:sldChg chg="delSp add del mod">
        <pc:chgData name="Said Nabi Lecturer FCSE" userId="22162f9c-d122-430c-b6e9-ac8024b7b6c6" providerId="ADAL" clId="{9D932A2B-8937-0E46-8EEC-AF8F40809BC3}" dt="2025-08-07T09:32:25.574" v="92" actId="2696"/>
        <pc:sldMkLst>
          <pc:docMk/>
          <pc:sldMk cId="3778552761" sldId="992"/>
        </pc:sldMkLst>
      </pc:sldChg>
      <pc:sldChg chg="delSp modSp add mod">
        <pc:chgData name="Said Nabi Lecturer FCSE" userId="22162f9c-d122-430c-b6e9-ac8024b7b6c6" providerId="ADAL" clId="{9D932A2B-8937-0E46-8EEC-AF8F40809BC3}" dt="2025-08-07T09:36:13.469" v="102" actId="108"/>
        <pc:sldMkLst>
          <pc:docMk/>
          <pc:sldMk cId="3792382343" sldId="993"/>
        </pc:sldMkLst>
      </pc:sldChg>
      <pc:sldChg chg="delSp modSp add mod">
        <pc:chgData name="Said Nabi Lecturer FCSE" userId="22162f9c-d122-430c-b6e9-ac8024b7b6c6" providerId="ADAL" clId="{9D932A2B-8937-0E46-8EEC-AF8F40809BC3}" dt="2025-08-07T09:36:02.917" v="101" actId="14100"/>
        <pc:sldMkLst>
          <pc:docMk/>
          <pc:sldMk cId="3628383965" sldId="994"/>
        </pc:sldMkLst>
      </pc:sldChg>
      <pc:sldChg chg="delSp modSp add mod">
        <pc:chgData name="Said Nabi Lecturer FCSE" userId="22162f9c-d122-430c-b6e9-ac8024b7b6c6" providerId="ADAL" clId="{9D932A2B-8937-0E46-8EEC-AF8F40809BC3}" dt="2025-08-07T09:35:48.397" v="98" actId="108"/>
        <pc:sldMkLst>
          <pc:docMk/>
          <pc:sldMk cId="3822117278" sldId="995"/>
        </pc:sldMkLst>
      </pc:sldChg>
      <pc:sldChg chg="delSp modSp add mod setBg">
        <pc:chgData name="Said Nabi Lecturer FCSE" userId="22162f9c-d122-430c-b6e9-ac8024b7b6c6" providerId="ADAL" clId="{9D932A2B-8937-0E46-8EEC-AF8F40809BC3}" dt="2025-08-07T09:35:41.431" v="97" actId="108"/>
        <pc:sldMkLst>
          <pc:docMk/>
          <pc:sldMk cId="3856239199" sldId="996"/>
        </pc:sldMkLst>
      </pc:sldChg>
      <pc:sldChg chg="delSp modSp add mod">
        <pc:chgData name="Said Nabi Lecturer FCSE" userId="22162f9c-d122-430c-b6e9-ac8024b7b6c6" providerId="ADAL" clId="{9D932A2B-8937-0E46-8EEC-AF8F40809BC3}" dt="2025-08-07T09:34:39.582" v="93" actId="108"/>
        <pc:sldMkLst>
          <pc:docMk/>
          <pc:sldMk cId="3946995506" sldId="997"/>
        </pc:sldMkLst>
      </pc:sldChg>
      <pc:sldChg chg="delSp modSp add mod">
        <pc:chgData name="Said Nabi Lecturer FCSE" userId="22162f9c-d122-430c-b6e9-ac8024b7b6c6" providerId="ADAL" clId="{9D932A2B-8937-0E46-8EEC-AF8F40809BC3}" dt="2025-08-07T09:40:28.975" v="138" actId="1076"/>
        <pc:sldMkLst>
          <pc:docMk/>
          <pc:sldMk cId="1924469345" sldId="999"/>
        </pc:sldMkLst>
      </pc:sldChg>
      <pc:sldChg chg="delSp modSp add mod">
        <pc:chgData name="Said Nabi Lecturer FCSE" userId="22162f9c-d122-430c-b6e9-ac8024b7b6c6" providerId="ADAL" clId="{9D932A2B-8937-0E46-8EEC-AF8F40809BC3}" dt="2025-08-07T09:40:16.306" v="136" actId="108"/>
        <pc:sldMkLst>
          <pc:docMk/>
          <pc:sldMk cId="272796801" sldId="1000"/>
        </pc:sldMkLst>
      </pc:sldChg>
      <pc:sldChg chg="addSp delSp modSp add mod">
        <pc:chgData name="Said Nabi Lecturer FCSE" userId="22162f9c-d122-430c-b6e9-ac8024b7b6c6" providerId="ADAL" clId="{9D932A2B-8937-0E46-8EEC-AF8F40809BC3}" dt="2025-08-24T04:38:46.211" v="2092" actId="20577"/>
        <pc:sldMkLst>
          <pc:docMk/>
          <pc:sldMk cId="3295269768" sldId="1002"/>
        </pc:sldMkLst>
      </pc:sldChg>
      <pc:sldChg chg="delSp modSp add mod modNotesTx">
        <pc:chgData name="Said Nabi Lecturer FCSE" userId="22162f9c-d122-430c-b6e9-ac8024b7b6c6" providerId="ADAL" clId="{9D932A2B-8937-0E46-8EEC-AF8F40809BC3}" dt="2025-08-31T04:26:18.020" v="3186" actId="20577"/>
        <pc:sldMkLst>
          <pc:docMk/>
          <pc:sldMk cId="4115919602" sldId="1003"/>
        </pc:sldMkLst>
      </pc:sldChg>
      <pc:sldChg chg="modSp add mod modNotesTx">
        <pc:chgData name="Said Nabi Lecturer FCSE" userId="22162f9c-d122-430c-b6e9-ac8024b7b6c6" providerId="ADAL" clId="{9D932A2B-8937-0E46-8EEC-AF8F40809BC3}" dt="2025-09-01T05:09:30.299" v="3355" actId="113"/>
        <pc:sldMkLst>
          <pc:docMk/>
          <pc:sldMk cId="1499486153" sldId="1004"/>
        </pc:sldMkLst>
      </pc:sldChg>
      <pc:sldChg chg="delSp modSp add mod modNotesTx">
        <pc:chgData name="Said Nabi Lecturer FCSE" userId="22162f9c-d122-430c-b6e9-ac8024b7b6c6" providerId="ADAL" clId="{9D932A2B-8937-0E46-8EEC-AF8F40809BC3}" dt="2025-09-01T05:25:54.924" v="3753" actId="20577"/>
        <pc:sldMkLst>
          <pc:docMk/>
          <pc:sldMk cId="3360933579" sldId="1005"/>
        </pc:sldMkLst>
      </pc:sldChg>
      <pc:sldChg chg="delSp modSp add mod">
        <pc:chgData name="Said Nabi Lecturer FCSE" userId="22162f9c-d122-430c-b6e9-ac8024b7b6c6" providerId="ADAL" clId="{9D932A2B-8937-0E46-8EEC-AF8F40809BC3}" dt="2025-08-07T09:40:41.375" v="140" actId="1076"/>
        <pc:sldMkLst>
          <pc:docMk/>
          <pc:sldMk cId="735344175" sldId="1006"/>
        </pc:sldMkLst>
      </pc:sldChg>
      <pc:sldChg chg="add">
        <pc:chgData name="Said Nabi Lecturer FCSE" userId="22162f9c-d122-430c-b6e9-ac8024b7b6c6" providerId="ADAL" clId="{9D932A2B-8937-0E46-8EEC-AF8F40809BC3}" dt="2025-08-06T06:00:45.899" v="0"/>
        <pc:sldMkLst>
          <pc:docMk/>
          <pc:sldMk cId="2232979645" sldId="1007"/>
        </pc:sldMkLst>
      </pc:sldChg>
      <pc:sldChg chg="add del">
        <pc:chgData name="Said Nabi Lecturer FCSE" userId="22162f9c-d122-430c-b6e9-ac8024b7b6c6" providerId="ADAL" clId="{9D932A2B-8937-0E46-8EEC-AF8F40809BC3}" dt="2025-08-17T05:34:36.218" v="1948" actId="2696"/>
        <pc:sldMkLst>
          <pc:docMk/>
          <pc:sldMk cId="253273121" sldId="1008"/>
        </pc:sldMkLst>
      </pc:sldChg>
      <pc:sldChg chg="delSp modSp add mod">
        <pc:chgData name="Said Nabi Lecturer FCSE" userId="22162f9c-d122-430c-b6e9-ac8024b7b6c6" providerId="ADAL" clId="{9D932A2B-8937-0E46-8EEC-AF8F40809BC3}" dt="2025-08-07T09:39:26.340" v="131" actId="108"/>
        <pc:sldMkLst>
          <pc:docMk/>
          <pc:sldMk cId="1219831740" sldId="1010"/>
        </pc:sldMkLst>
      </pc:sldChg>
      <pc:sldChg chg="delSp add mod">
        <pc:chgData name="Said Nabi Lecturer FCSE" userId="22162f9c-d122-430c-b6e9-ac8024b7b6c6" providerId="ADAL" clId="{9D932A2B-8937-0E46-8EEC-AF8F40809BC3}" dt="2025-08-07T09:31:03.210" v="81" actId="478"/>
        <pc:sldMkLst>
          <pc:docMk/>
          <pc:sldMk cId="3355587646" sldId="1011"/>
        </pc:sldMkLst>
      </pc:sldChg>
      <pc:sldChg chg="delSp add mod">
        <pc:chgData name="Said Nabi Lecturer FCSE" userId="22162f9c-d122-430c-b6e9-ac8024b7b6c6" providerId="ADAL" clId="{9D932A2B-8937-0E46-8EEC-AF8F40809BC3}" dt="2025-08-07T09:30:58.270" v="80" actId="478"/>
        <pc:sldMkLst>
          <pc:docMk/>
          <pc:sldMk cId="180529862" sldId="1012"/>
        </pc:sldMkLst>
      </pc:sldChg>
      <pc:sldChg chg="addSp delSp modSp add mod delAnim">
        <pc:chgData name="Said Nabi Lecturer FCSE" userId="22162f9c-d122-430c-b6e9-ac8024b7b6c6" providerId="ADAL" clId="{9D932A2B-8937-0E46-8EEC-AF8F40809BC3}" dt="2025-08-07T11:02:41.403" v="219" actId="21"/>
        <pc:sldMkLst>
          <pc:docMk/>
          <pc:sldMk cId="375550395" sldId="1013"/>
        </pc:sldMkLst>
      </pc:sldChg>
      <pc:sldChg chg="addSp delSp modSp add mod modAnim">
        <pc:chgData name="Said Nabi Lecturer FCSE" userId="22162f9c-d122-430c-b6e9-ac8024b7b6c6" providerId="ADAL" clId="{9D932A2B-8937-0E46-8EEC-AF8F40809BC3}" dt="2025-08-24T04:51:10.074" v="2093" actId="1076"/>
        <pc:sldMkLst>
          <pc:docMk/>
          <pc:sldMk cId="1080780034" sldId="1014"/>
        </pc:sldMkLst>
      </pc:sldChg>
      <pc:sldChg chg="addSp modSp add mod modAnim">
        <pc:chgData name="Said Nabi Lecturer FCSE" userId="22162f9c-d122-430c-b6e9-ac8024b7b6c6" providerId="ADAL" clId="{9D932A2B-8937-0E46-8EEC-AF8F40809BC3}" dt="2025-08-15T07:01:27.974" v="1505" actId="108"/>
        <pc:sldMkLst>
          <pc:docMk/>
          <pc:sldMk cId="119534889" sldId="1015"/>
        </pc:sldMkLst>
      </pc:sldChg>
      <pc:sldChg chg="addSp modSp add mod ord modAnim">
        <pc:chgData name="Said Nabi Lecturer FCSE" userId="22162f9c-d122-430c-b6e9-ac8024b7b6c6" providerId="ADAL" clId="{9D932A2B-8937-0E46-8EEC-AF8F40809BC3}" dt="2025-08-11T08:07:25.593" v="384"/>
        <pc:sldMkLst>
          <pc:docMk/>
          <pc:sldMk cId="656483453" sldId="1016"/>
        </pc:sldMkLst>
      </pc:sldChg>
      <pc:sldChg chg="addSp modSp add mod ord modAnim modNotesTx">
        <pc:chgData name="Said Nabi Lecturer FCSE" userId="22162f9c-d122-430c-b6e9-ac8024b7b6c6" providerId="ADAL" clId="{9D932A2B-8937-0E46-8EEC-AF8F40809BC3}" dt="2025-08-15T07:39:47.056" v="1680" actId="1076"/>
        <pc:sldMkLst>
          <pc:docMk/>
          <pc:sldMk cId="3044278379" sldId="1017"/>
        </pc:sldMkLst>
      </pc:sldChg>
      <pc:sldChg chg="addSp delSp modSp add mod modAnim modNotesTx">
        <pc:chgData name="Said Nabi Lecturer FCSE" userId="22162f9c-d122-430c-b6e9-ac8024b7b6c6" providerId="ADAL" clId="{9D932A2B-8937-0E46-8EEC-AF8F40809BC3}" dt="2025-08-11T10:37:39.671" v="732" actId="20577"/>
        <pc:sldMkLst>
          <pc:docMk/>
          <pc:sldMk cId="4008987210" sldId="1018"/>
        </pc:sldMkLst>
      </pc:sldChg>
      <pc:sldChg chg="modSp add mod modAnim">
        <pc:chgData name="Said Nabi Lecturer FCSE" userId="22162f9c-d122-430c-b6e9-ac8024b7b6c6" providerId="ADAL" clId="{9D932A2B-8937-0E46-8EEC-AF8F40809BC3}" dt="2025-08-11T09:48:13.980" v="617" actId="14100"/>
        <pc:sldMkLst>
          <pc:docMk/>
          <pc:sldMk cId="1890934650" sldId="1019"/>
        </pc:sldMkLst>
      </pc:sldChg>
      <pc:sldChg chg="add">
        <pc:chgData name="Said Nabi Lecturer FCSE" userId="22162f9c-d122-430c-b6e9-ac8024b7b6c6" providerId="ADAL" clId="{9D932A2B-8937-0E46-8EEC-AF8F40809BC3}" dt="2025-08-11T09:44:10.770" v="597" actId="2890"/>
        <pc:sldMkLst>
          <pc:docMk/>
          <pc:sldMk cId="3376524402" sldId="1020"/>
        </pc:sldMkLst>
      </pc:sldChg>
      <pc:sldChg chg="add ord">
        <pc:chgData name="Said Nabi Lecturer FCSE" userId="22162f9c-d122-430c-b6e9-ac8024b7b6c6" providerId="ADAL" clId="{9D932A2B-8937-0E46-8EEC-AF8F40809BC3}" dt="2025-08-14T08:13:34.309" v="1005" actId="20578"/>
        <pc:sldMkLst>
          <pc:docMk/>
          <pc:sldMk cId="1349168126" sldId="1021"/>
        </pc:sldMkLst>
      </pc:sldChg>
      <pc:sldChg chg="modSp add del mod modAnim">
        <pc:chgData name="Said Nabi Lecturer FCSE" userId="22162f9c-d122-430c-b6e9-ac8024b7b6c6" providerId="ADAL" clId="{9D932A2B-8937-0E46-8EEC-AF8F40809BC3}" dt="2025-08-11T10:28:29.060" v="667" actId="2696"/>
        <pc:sldMkLst>
          <pc:docMk/>
          <pc:sldMk cId="2119721338" sldId="1021"/>
        </pc:sldMkLst>
      </pc:sldChg>
      <pc:sldChg chg="addSp delSp modSp add mod modAnim">
        <pc:chgData name="Said Nabi Lecturer FCSE" userId="22162f9c-d122-430c-b6e9-ac8024b7b6c6" providerId="ADAL" clId="{9D932A2B-8937-0E46-8EEC-AF8F40809BC3}" dt="2025-08-14T07:48:54.273" v="933" actId="1038"/>
        <pc:sldMkLst>
          <pc:docMk/>
          <pc:sldMk cId="450650213" sldId="1022"/>
        </pc:sldMkLst>
      </pc:sldChg>
      <pc:sldChg chg="add modNotesTx">
        <pc:chgData name="Said Nabi Lecturer FCSE" userId="22162f9c-d122-430c-b6e9-ac8024b7b6c6" providerId="ADAL" clId="{9D932A2B-8937-0E46-8EEC-AF8F40809BC3}" dt="2025-08-14T08:15:05.673" v="1007" actId="20577"/>
        <pc:sldMkLst>
          <pc:docMk/>
          <pc:sldMk cId="1324433328" sldId="1023"/>
        </pc:sldMkLst>
      </pc:sldChg>
      <pc:sldChg chg="delSp modSp add mod modAnim">
        <pc:chgData name="Said Nabi Lecturer FCSE" userId="22162f9c-d122-430c-b6e9-ac8024b7b6c6" providerId="ADAL" clId="{9D932A2B-8937-0E46-8EEC-AF8F40809BC3}" dt="2025-08-14T08:04:06.495" v="953" actId="1076"/>
        <pc:sldMkLst>
          <pc:docMk/>
          <pc:sldMk cId="806405078" sldId="1024"/>
        </pc:sldMkLst>
      </pc:sldChg>
      <pc:sldChg chg="addSp delSp modSp add mod modAnim">
        <pc:chgData name="Said Nabi Lecturer FCSE" userId="22162f9c-d122-430c-b6e9-ac8024b7b6c6" providerId="ADAL" clId="{9D932A2B-8937-0E46-8EEC-AF8F40809BC3}" dt="2025-08-14T08:13:07.558" v="1004" actId="20577"/>
        <pc:sldMkLst>
          <pc:docMk/>
          <pc:sldMk cId="260821971" sldId="1025"/>
        </pc:sldMkLst>
      </pc:sldChg>
      <pc:sldChg chg="addSp delSp modSp add mod delAnim modAnim">
        <pc:chgData name="Said Nabi Lecturer FCSE" userId="22162f9c-d122-430c-b6e9-ac8024b7b6c6" providerId="ADAL" clId="{9D932A2B-8937-0E46-8EEC-AF8F40809BC3}" dt="2025-08-14T08:27:15.265" v="1047"/>
        <pc:sldMkLst>
          <pc:docMk/>
          <pc:sldMk cId="3238853379" sldId="1026"/>
        </pc:sldMkLst>
      </pc:sldChg>
      <pc:sldChg chg="addSp delSp modSp add del mod setBg">
        <pc:chgData name="Said Nabi Lecturer FCSE" userId="22162f9c-d122-430c-b6e9-ac8024b7b6c6" providerId="ADAL" clId="{9D932A2B-8937-0E46-8EEC-AF8F40809BC3}" dt="2025-08-15T06:11:52.232" v="1199" actId="1076"/>
        <pc:sldMkLst>
          <pc:docMk/>
          <pc:sldMk cId="0" sldId="1027"/>
        </pc:sldMkLst>
      </pc:sldChg>
      <pc:sldChg chg="add setBg">
        <pc:chgData name="Said Nabi Lecturer FCSE" userId="22162f9c-d122-430c-b6e9-ac8024b7b6c6" providerId="ADAL" clId="{9D932A2B-8937-0E46-8EEC-AF8F40809BC3}" dt="2025-08-15T06:05:54.231" v="1153"/>
        <pc:sldMkLst>
          <pc:docMk/>
          <pc:sldMk cId="0" sldId="1028"/>
        </pc:sldMkLst>
      </pc:sldChg>
      <pc:sldChg chg="modSp add mod setBg">
        <pc:chgData name="Said Nabi Lecturer FCSE" userId="22162f9c-d122-430c-b6e9-ac8024b7b6c6" providerId="ADAL" clId="{9D932A2B-8937-0E46-8EEC-AF8F40809BC3}" dt="2025-08-15T06:12:33.611" v="1210" actId="1037"/>
        <pc:sldMkLst>
          <pc:docMk/>
          <pc:sldMk cId="0" sldId="1029"/>
        </pc:sldMkLst>
      </pc:sldChg>
      <pc:sldChg chg="modSp add mod setBg">
        <pc:chgData name="Said Nabi Lecturer FCSE" userId="22162f9c-d122-430c-b6e9-ac8024b7b6c6" providerId="ADAL" clId="{9D932A2B-8937-0E46-8EEC-AF8F40809BC3}" dt="2025-08-15T06:12:49.581" v="1211" actId="14100"/>
        <pc:sldMkLst>
          <pc:docMk/>
          <pc:sldMk cId="0" sldId="1030"/>
        </pc:sldMkLst>
      </pc:sldChg>
      <pc:sldChg chg="addSp delSp modSp add mod setBg">
        <pc:chgData name="Said Nabi Lecturer FCSE" userId="22162f9c-d122-430c-b6e9-ac8024b7b6c6" providerId="ADAL" clId="{9D932A2B-8937-0E46-8EEC-AF8F40809BC3}" dt="2025-08-15T06:14:00.498" v="1214" actId="1076"/>
        <pc:sldMkLst>
          <pc:docMk/>
          <pc:sldMk cId="0" sldId="1031"/>
        </pc:sldMkLst>
      </pc:sldChg>
      <pc:sldChg chg="add setBg">
        <pc:chgData name="Said Nabi Lecturer FCSE" userId="22162f9c-d122-430c-b6e9-ac8024b7b6c6" providerId="ADAL" clId="{9D932A2B-8937-0E46-8EEC-AF8F40809BC3}" dt="2025-08-15T06:05:54.231" v="1153"/>
        <pc:sldMkLst>
          <pc:docMk/>
          <pc:sldMk cId="0" sldId="1032"/>
        </pc:sldMkLst>
      </pc:sldChg>
      <pc:sldChg chg="modSp add mod setBg">
        <pc:chgData name="Said Nabi Lecturer FCSE" userId="22162f9c-d122-430c-b6e9-ac8024b7b6c6" providerId="ADAL" clId="{9D932A2B-8937-0E46-8EEC-AF8F40809BC3}" dt="2025-08-15T06:14:18.569" v="1226" actId="1037"/>
        <pc:sldMkLst>
          <pc:docMk/>
          <pc:sldMk cId="0" sldId="1033"/>
        </pc:sldMkLst>
      </pc:sldChg>
      <pc:sldChg chg="addSp modSp add mod setBg">
        <pc:chgData name="Said Nabi Lecturer FCSE" userId="22162f9c-d122-430c-b6e9-ac8024b7b6c6" providerId="ADAL" clId="{9D932A2B-8937-0E46-8EEC-AF8F40809BC3}" dt="2025-08-15T06:18:39.581" v="1234" actId="1076"/>
        <pc:sldMkLst>
          <pc:docMk/>
          <pc:sldMk cId="0" sldId="1034"/>
        </pc:sldMkLst>
      </pc:sldChg>
      <pc:sldChg chg="add setBg">
        <pc:chgData name="Said Nabi Lecturer FCSE" userId="22162f9c-d122-430c-b6e9-ac8024b7b6c6" providerId="ADAL" clId="{9D932A2B-8937-0E46-8EEC-AF8F40809BC3}" dt="2025-08-15T06:05:54.231" v="1153"/>
        <pc:sldMkLst>
          <pc:docMk/>
          <pc:sldMk cId="0" sldId="1035"/>
        </pc:sldMkLst>
      </pc:sldChg>
      <pc:sldChg chg="addSp delSp modSp add mod setBg">
        <pc:chgData name="Said Nabi Lecturer FCSE" userId="22162f9c-d122-430c-b6e9-ac8024b7b6c6" providerId="ADAL" clId="{9D932A2B-8937-0E46-8EEC-AF8F40809BC3}" dt="2025-08-15T06:41:38.057" v="1348" actId="478"/>
        <pc:sldMkLst>
          <pc:docMk/>
          <pc:sldMk cId="0" sldId="1036"/>
        </pc:sldMkLst>
      </pc:sldChg>
      <pc:sldChg chg="modSp add mod setBg">
        <pc:chgData name="Said Nabi Lecturer FCSE" userId="22162f9c-d122-430c-b6e9-ac8024b7b6c6" providerId="ADAL" clId="{9D932A2B-8937-0E46-8EEC-AF8F40809BC3}" dt="2025-08-15T06:41:53.309" v="1376" actId="1038"/>
        <pc:sldMkLst>
          <pc:docMk/>
          <pc:sldMk cId="0" sldId="1037"/>
        </pc:sldMkLst>
      </pc:sldChg>
      <pc:sldChg chg="modSp add mod setBg">
        <pc:chgData name="Said Nabi Lecturer FCSE" userId="22162f9c-d122-430c-b6e9-ac8024b7b6c6" providerId="ADAL" clId="{9D932A2B-8937-0E46-8EEC-AF8F40809BC3}" dt="2025-08-15T06:42:12.379" v="1379" actId="1076"/>
        <pc:sldMkLst>
          <pc:docMk/>
          <pc:sldMk cId="0" sldId="1038"/>
        </pc:sldMkLst>
      </pc:sldChg>
      <pc:sldChg chg="modSp add mod setBg">
        <pc:chgData name="Said Nabi Lecturer FCSE" userId="22162f9c-d122-430c-b6e9-ac8024b7b6c6" providerId="ADAL" clId="{9D932A2B-8937-0E46-8EEC-AF8F40809BC3}" dt="2025-08-15T06:42:32.058" v="1391" actId="1037"/>
        <pc:sldMkLst>
          <pc:docMk/>
          <pc:sldMk cId="0" sldId="1039"/>
        </pc:sldMkLst>
      </pc:sldChg>
      <pc:sldChg chg="addSp delSp modSp add mod setBg">
        <pc:chgData name="Said Nabi Lecturer FCSE" userId="22162f9c-d122-430c-b6e9-ac8024b7b6c6" providerId="ADAL" clId="{9D932A2B-8937-0E46-8EEC-AF8F40809BC3}" dt="2025-08-15T06:51:36.293" v="1416" actId="167"/>
        <pc:sldMkLst>
          <pc:docMk/>
          <pc:sldMk cId="0" sldId="1040"/>
        </pc:sldMkLst>
      </pc:sldChg>
      <pc:sldChg chg="modSp add mod setBg">
        <pc:chgData name="Said Nabi Lecturer FCSE" userId="22162f9c-d122-430c-b6e9-ac8024b7b6c6" providerId="ADAL" clId="{9D932A2B-8937-0E46-8EEC-AF8F40809BC3}" dt="2025-08-15T06:58:26.565" v="1474" actId="14100"/>
        <pc:sldMkLst>
          <pc:docMk/>
          <pc:sldMk cId="0" sldId="1041"/>
        </pc:sldMkLst>
      </pc:sldChg>
      <pc:sldChg chg="add setBg">
        <pc:chgData name="Said Nabi Lecturer FCSE" userId="22162f9c-d122-430c-b6e9-ac8024b7b6c6" providerId="ADAL" clId="{9D932A2B-8937-0E46-8EEC-AF8F40809BC3}" dt="2025-08-15T06:40:43.111" v="1337"/>
        <pc:sldMkLst>
          <pc:docMk/>
          <pc:sldMk cId="0" sldId="1042"/>
        </pc:sldMkLst>
      </pc:sldChg>
      <pc:sldChg chg="add setBg">
        <pc:chgData name="Said Nabi Lecturer FCSE" userId="22162f9c-d122-430c-b6e9-ac8024b7b6c6" providerId="ADAL" clId="{9D932A2B-8937-0E46-8EEC-AF8F40809BC3}" dt="2025-08-15T06:40:43.111" v="1337"/>
        <pc:sldMkLst>
          <pc:docMk/>
          <pc:sldMk cId="0" sldId="1043"/>
        </pc:sldMkLst>
      </pc:sldChg>
      <pc:sldChg chg="modSp add mod setBg">
        <pc:chgData name="Said Nabi Lecturer FCSE" userId="22162f9c-d122-430c-b6e9-ac8024b7b6c6" providerId="ADAL" clId="{9D932A2B-8937-0E46-8EEC-AF8F40809BC3}" dt="2025-08-15T07:02:37.562" v="1511" actId="1076"/>
        <pc:sldMkLst>
          <pc:docMk/>
          <pc:sldMk cId="0" sldId="1044"/>
        </pc:sldMkLst>
      </pc:sldChg>
      <pc:sldChg chg="modSp add mod setBg">
        <pc:chgData name="Said Nabi Lecturer FCSE" userId="22162f9c-d122-430c-b6e9-ac8024b7b6c6" providerId="ADAL" clId="{9D932A2B-8937-0E46-8EEC-AF8F40809BC3}" dt="2025-08-15T07:02:51.863" v="1527" actId="1035"/>
        <pc:sldMkLst>
          <pc:docMk/>
          <pc:sldMk cId="0" sldId="1045"/>
        </pc:sldMkLst>
      </pc:sldChg>
      <pc:sldChg chg="modSp add mod setBg">
        <pc:chgData name="Said Nabi Lecturer FCSE" userId="22162f9c-d122-430c-b6e9-ac8024b7b6c6" providerId="ADAL" clId="{9D932A2B-8937-0E46-8EEC-AF8F40809BC3}" dt="2025-08-15T07:05:40.052" v="1559" actId="20577"/>
        <pc:sldMkLst>
          <pc:docMk/>
          <pc:sldMk cId="0" sldId="1046"/>
        </pc:sldMkLst>
      </pc:sldChg>
      <pc:sldChg chg="modSp add mod setBg">
        <pc:chgData name="Said Nabi Lecturer FCSE" userId="22162f9c-d122-430c-b6e9-ac8024b7b6c6" providerId="ADAL" clId="{9D932A2B-8937-0E46-8EEC-AF8F40809BC3}" dt="2025-08-15T07:13:37.554" v="1561" actId="1076"/>
        <pc:sldMkLst>
          <pc:docMk/>
          <pc:sldMk cId="0" sldId="1047"/>
        </pc:sldMkLst>
      </pc:sldChg>
      <pc:sldChg chg="add setBg">
        <pc:chgData name="Said Nabi Lecturer FCSE" userId="22162f9c-d122-430c-b6e9-ac8024b7b6c6" providerId="ADAL" clId="{9D932A2B-8937-0E46-8EEC-AF8F40809BC3}" dt="2025-08-15T06:40:43.111" v="1337"/>
        <pc:sldMkLst>
          <pc:docMk/>
          <pc:sldMk cId="0" sldId="1048"/>
        </pc:sldMkLst>
      </pc:sldChg>
      <pc:sldChg chg="modSp add mod setBg">
        <pc:chgData name="Said Nabi Lecturer FCSE" userId="22162f9c-d122-430c-b6e9-ac8024b7b6c6" providerId="ADAL" clId="{9D932A2B-8937-0E46-8EEC-AF8F40809BC3}" dt="2025-08-15T07:21:14.774" v="1562" actId="20577"/>
        <pc:sldMkLst>
          <pc:docMk/>
          <pc:sldMk cId="0" sldId="1049"/>
        </pc:sldMkLst>
      </pc:sldChg>
      <pc:sldChg chg="modSp add mod setBg">
        <pc:chgData name="Said Nabi Lecturer FCSE" userId="22162f9c-d122-430c-b6e9-ac8024b7b6c6" providerId="ADAL" clId="{9D932A2B-8937-0E46-8EEC-AF8F40809BC3}" dt="2025-08-15T07:24:23.209" v="1564" actId="1076"/>
        <pc:sldMkLst>
          <pc:docMk/>
          <pc:sldMk cId="0" sldId="1050"/>
        </pc:sldMkLst>
      </pc:sldChg>
      <pc:sldChg chg="add setBg">
        <pc:chgData name="Said Nabi Lecturer FCSE" userId="22162f9c-d122-430c-b6e9-ac8024b7b6c6" providerId="ADAL" clId="{9D932A2B-8937-0E46-8EEC-AF8F40809BC3}" dt="2025-08-15T06:40:43.111" v="1337"/>
        <pc:sldMkLst>
          <pc:docMk/>
          <pc:sldMk cId="0" sldId="1051"/>
        </pc:sldMkLst>
      </pc:sldChg>
      <pc:sldChg chg="delSp modSp add mod setBg">
        <pc:chgData name="Said Nabi Lecturer FCSE" userId="22162f9c-d122-430c-b6e9-ac8024b7b6c6" providerId="ADAL" clId="{9D932A2B-8937-0E46-8EEC-AF8F40809BC3}" dt="2025-08-15T07:32:21.245" v="1640" actId="20577"/>
        <pc:sldMkLst>
          <pc:docMk/>
          <pc:sldMk cId="0" sldId="1052"/>
        </pc:sldMkLst>
      </pc:sldChg>
      <pc:sldChg chg="modSp add mod setBg">
        <pc:chgData name="Said Nabi Lecturer FCSE" userId="22162f9c-d122-430c-b6e9-ac8024b7b6c6" providerId="ADAL" clId="{9D932A2B-8937-0E46-8EEC-AF8F40809BC3}" dt="2025-08-15T07:32:43.583" v="1643" actId="14100"/>
        <pc:sldMkLst>
          <pc:docMk/>
          <pc:sldMk cId="0" sldId="1053"/>
        </pc:sldMkLst>
      </pc:sldChg>
      <pc:sldChg chg="modSp add mod setBg">
        <pc:chgData name="Said Nabi Lecturer FCSE" userId="22162f9c-d122-430c-b6e9-ac8024b7b6c6" providerId="ADAL" clId="{9D932A2B-8937-0E46-8EEC-AF8F40809BC3}" dt="2025-08-15T07:32:54.133" v="1655" actId="1037"/>
        <pc:sldMkLst>
          <pc:docMk/>
          <pc:sldMk cId="0" sldId="1054"/>
        </pc:sldMkLst>
      </pc:sldChg>
      <pc:sldChg chg="add setBg">
        <pc:chgData name="Said Nabi Lecturer FCSE" userId="22162f9c-d122-430c-b6e9-ac8024b7b6c6" providerId="ADAL" clId="{9D932A2B-8937-0E46-8EEC-AF8F40809BC3}" dt="2025-08-15T06:40:43.111" v="1337"/>
        <pc:sldMkLst>
          <pc:docMk/>
          <pc:sldMk cId="0" sldId="1055"/>
        </pc:sldMkLst>
      </pc:sldChg>
      <pc:sldChg chg="modSp add mod setBg">
        <pc:chgData name="Said Nabi Lecturer FCSE" userId="22162f9c-d122-430c-b6e9-ac8024b7b6c6" providerId="ADAL" clId="{9D932A2B-8937-0E46-8EEC-AF8F40809BC3}" dt="2025-08-15T07:33:17.630" v="1658" actId="1076"/>
        <pc:sldMkLst>
          <pc:docMk/>
          <pc:sldMk cId="0" sldId="1056"/>
        </pc:sldMkLst>
      </pc:sldChg>
      <pc:sldChg chg="modSp add mod setBg">
        <pc:chgData name="Said Nabi Lecturer FCSE" userId="22162f9c-d122-430c-b6e9-ac8024b7b6c6" providerId="ADAL" clId="{9D932A2B-8937-0E46-8EEC-AF8F40809BC3}" dt="2025-08-15T07:33:44.970" v="1664" actId="20577"/>
        <pc:sldMkLst>
          <pc:docMk/>
          <pc:sldMk cId="0" sldId="1057"/>
        </pc:sldMkLst>
      </pc:sldChg>
      <pc:sldChg chg="add setBg">
        <pc:chgData name="Said Nabi Lecturer FCSE" userId="22162f9c-d122-430c-b6e9-ac8024b7b6c6" providerId="ADAL" clId="{9D932A2B-8937-0E46-8EEC-AF8F40809BC3}" dt="2025-08-15T06:40:43.111" v="1337"/>
        <pc:sldMkLst>
          <pc:docMk/>
          <pc:sldMk cId="0" sldId="1058"/>
        </pc:sldMkLst>
      </pc:sldChg>
      <pc:sldChg chg="modSp add del mod setBg">
        <pc:chgData name="Said Nabi Lecturer FCSE" userId="22162f9c-d122-430c-b6e9-ac8024b7b6c6" providerId="ADAL" clId="{9D932A2B-8937-0E46-8EEC-AF8F40809BC3}" dt="2025-08-15T07:40:46.300" v="1681" actId="2696"/>
        <pc:sldMkLst>
          <pc:docMk/>
          <pc:sldMk cId="0" sldId="1059"/>
        </pc:sldMkLst>
      </pc:sldChg>
      <pc:sldChg chg="modSp add mod">
        <pc:chgData name="Said Nabi Lecturer FCSE" userId="22162f9c-d122-430c-b6e9-ac8024b7b6c6" providerId="ADAL" clId="{9D932A2B-8937-0E46-8EEC-AF8F40809BC3}" dt="2025-08-15T06:55:02.051" v="1466" actId="1076"/>
        <pc:sldMkLst>
          <pc:docMk/>
          <pc:sldMk cId="8591655" sldId="1060"/>
        </pc:sldMkLst>
      </pc:sldChg>
      <pc:sldChg chg="delSp modSp add mod setBg">
        <pc:chgData name="Said Nabi Lecturer FCSE" userId="22162f9c-d122-430c-b6e9-ac8024b7b6c6" providerId="ADAL" clId="{9D932A2B-8937-0E46-8EEC-AF8F40809BC3}" dt="2025-08-15T07:50:01.644" v="1686" actId="1076"/>
        <pc:sldMkLst>
          <pc:docMk/>
          <pc:sldMk cId="0" sldId="1061"/>
        </pc:sldMkLst>
      </pc:sldChg>
      <pc:sldChg chg="modSp add mod setBg">
        <pc:chgData name="Said Nabi Lecturer FCSE" userId="22162f9c-d122-430c-b6e9-ac8024b7b6c6" providerId="ADAL" clId="{9D932A2B-8937-0E46-8EEC-AF8F40809BC3}" dt="2025-08-15T07:50:15.660" v="1687" actId="1076"/>
        <pc:sldMkLst>
          <pc:docMk/>
          <pc:sldMk cId="0" sldId="1062"/>
        </pc:sldMkLst>
      </pc:sldChg>
      <pc:sldChg chg="modSp add mod setBg">
        <pc:chgData name="Said Nabi Lecturer FCSE" userId="22162f9c-d122-430c-b6e9-ac8024b7b6c6" providerId="ADAL" clId="{9D932A2B-8937-0E46-8EEC-AF8F40809BC3}" dt="2025-08-15T07:50:37.826" v="1691" actId="1076"/>
        <pc:sldMkLst>
          <pc:docMk/>
          <pc:sldMk cId="0" sldId="1063"/>
        </pc:sldMkLst>
      </pc:sldChg>
      <pc:sldChg chg="modSp add mod setBg">
        <pc:chgData name="Said Nabi Lecturer FCSE" userId="22162f9c-d122-430c-b6e9-ac8024b7b6c6" providerId="ADAL" clId="{9D932A2B-8937-0E46-8EEC-AF8F40809BC3}" dt="2025-08-15T07:51:49.766" v="1710" actId="1035"/>
        <pc:sldMkLst>
          <pc:docMk/>
          <pc:sldMk cId="0" sldId="1064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65"/>
        </pc:sldMkLst>
      </pc:sldChg>
      <pc:sldChg chg="modSp add mod setBg">
        <pc:chgData name="Said Nabi Lecturer FCSE" userId="22162f9c-d122-430c-b6e9-ac8024b7b6c6" providerId="ADAL" clId="{9D932A2B-8937-0E46-8EEC-AF8F40809BC3}" dt="2025-08-15T07:52:15.935" v="1712" actId="1076"/>
        <pc:sldMkLst>
          <pc:docMk/>
          <pc:sldMk cId="0" sldId="1066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67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68"/>
        </pc:sldMkLst>
      </pc:sldChg>
      <pc:sldChg chg="modSp add mod setBg">
        <pc:chgData name="Said Nabi Lecturer FCSE" userId="22162f9c-d122-430c-b6e9-ac8024b7b6c6" providerId="ADAL" clId="{9D932A2B-8937-0E46-8EEC-AF8F40809BC3}" dt="2025-08-15T07:52:51.351" v="1714" actId="1076"/>
        <pc:sldMkLst>
          <pc:docMk/>
          <pc:sldMk cId="0" sldId="1069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70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71"/>
        </pc:sldMkLst>
      </pc:sldChg>
      <pc:sldChg chg="modSp add mod setBg">
        <pc:chgData name="Said Nabi Lecturer FCSE" userId="22162f9c-d122-430c-b6e9-ac8024b7b6c6" providerId="ADAL" clId="{9D932A2B-8937-0E46-8EEC-AF8F40809BC3}" dt="2025-08-15T07:53:05.835" v="1716" actId="1076"/>
        <pc:sldMkLst>
          <pc:docMk/>
          <pc:sldMk cId="0" sldId="1072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73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74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75"/>
        </pc:sldMkLst>
      </pc:sldChg>
      <pc:sldChg chg="modSp add mod setBg">
        <pc:chgData name="Said Nabi Lecturer FCSE" userId="22162f9c-d122-430c-b6e9-ac8024b7b6c6" providerId="ADAL" clId="{9D932A2B-8937-0E46-8EEC-AF8F40809BC3}" dt="2025-08-15T07:53:23.530" v="1718" actId="1076"/>
        <pc:sldMkLst>
          <pc:docMk/>
          <pc:sldMk cId="0" sldId="1076"/>
        </pc:sldMkLst>
      </pc:sldChg>
      <pc:sldChg chg="modSp add mod setBg">
        <pc:chgData name="Said Nabi Lecturer FCSE" userId="22162f9c-d122-430c-b6e9-ac8024b7b6c6" providerId="ADAL" clId="{9D932A2B-8937-0E46-8EEC-AF8F40809BC3}" dt="2025-08-15T07:53:37.416" v="1720" actId="1076"/>
        <pc:sldMkLst>
          <pc:docMk/>
          <pc:sldMk cId="0" sldId="1077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78"/>
        </pc:sldMkLst>
      </pc:sldChg>
      <pc:sldChg chg="modSp add mod setBg">
        <pc:chgData name="Said Nabi Lecturer FCSE" userId="22162f9c-d122-430c-b6e9-ac8024b7b6c6" providerId="ADAL" clId="{9D932A2B-8937-0E46-8EEC-AF8F40809BC3}" dt="2025-08-15T07:53:47.412" v="1722" actId="1076"/>
        <pc:sldMkLst>
          <pc:docMk/>
          <pc:sldMk cId="0" sldId="1079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80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81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82"/>
        </pc:sldMkLst>
      </pc:sldChg>
      <pc:sldChg chg="modSp add mod setBg">
        <pc:chgData name="Said Nabi Lecturer FCSE" userId="22162f9c-d122-430c-b6e9-ac8024b7b6c6" providerId="ADAL" clId="{9D932A2B-8937-0E46-8EEC-AF8F40809BC3}" dt="2025-08-15T07:54:07.767" v="1724" actId="1076"/>
        <pc:sldMkLst>
          <pc:docMk/>
          <pc:sldMk cId="0" sldId="1083"/>
        </pc:sldMkLst>
      </pc:sldChg>
      <pc:sldChg chg="add setBg">
        <pc:chgData name="Said Nabi Lecturer FCSE" userId="22162f9c-d122-430c-b6e9-ac8024b7b6c6" providerId="ADAL" clId="{9D932A2B-8937-0E46-8EEC-AF8F40809BC3}" dt="2025-08-15T07:49:44.871" v="1682"/>
        <pc:sldMkLst>
          <pc:docMk/>
          <pc:sldMk cId="0" sldId="1084"/>
        </pc:sldMkLst>
      </pc:sldChg>
      <pc:sldChg chg="addSp delSp modSp new mod modNotesTx">
        <pc:chgData name="Said Nabi Lecturer FCSE" userId="22162f9c-d122-430c-b6e9-ac8024b7b6c6" providerId="ADAL" clId="{9D932A2B-8937-0E46-8EEC-AF8F40809BC3}" dt="2025-09-01T04:42:47.754" v="3302" actId="313"/>
        <pc:sldMkLst>
          <pc:docMk/>
          <pc:sldMk cId="1175206427" sldId="1085"/>
        </pc:sldMkLst>
      </pc:sldChg>
      <pc:sldChg chg="modSp add mod modNotesTx">
        <pc:chgData name="Said Nabi Lecturer FCSE" userId="22162f9c-d122-430c-b6e9-ac8024b7b6c6" providerId="ADAL" clId="{9D932A2B-8937-0E46-8EEC-AF8F40809BC3}" dt="2025-08-31T02:44:39.296" v="2491" actId="1076"/>
        <pc:sldMkLst>
          <pc:docMk/>
          <pc:sldMk cId="0" sldId="1086"/>
        </pc:sldMkLst>
      </pc:sldChg>
    </pc:docChg>
  </pc:docChgLst>
  <pc:docChgLst>
    <pc:chgData name="Said Nabi Lecturer FCSE" userId="22162f9c-d122-430c-b6e9-ac8024b7b6c6" providerId="ADAL" clId="{63A2EA4F-C832-8044-906D-F0B63E4766A7}"/>
    <pc:docChg chg="undo custSel addSld delSld modSld sldOrd">
      <pc:chgData name="Said Nabi Lecturer FCSE" userId="22162f9c-d122-430c-b6e9-ac8024b7b6c6" providerId="ADAL" clId="{63A2EA4F-C832-8044-906D-F0B63E4766A7}" dt="2025-07-31T12:49:05.080" v="2250" actId="20577"/>
      <pc:docMkLst>
        <pc:docMk/>
      </pc:docMkLst>
      <pc:sldChg chg="addSp delSp mod">
        <pc:chgData name="Said Nabi Lecturer FCSE" userId="22162f9c-d122-430c-b6e9-ac8024b7b6c6" providerId="ADAL" clId="{63A2EA4F-C832-8044-906D-F0B63E4766A7}" dt="2025-07-31T11:21:57.932" v="2005" actId="22"/>
        <pc:sldMkLst>
          <pc:docMk/>
          <pc:sldMk cId="2159181478" sldId="256"/>
        </pc:sldMkLst>
      </pc:sldChg>
      <pc:sldChg chg="del">
        <pc:chgData name="Said Nabi Lecturer FCSE" userId="22162f9c-d122-430c-b6e9-ac8024b7b6c6" providerId="ADAL" clId="{63A2EA4F-C832-8044-906D-F0B63E4766A7}" dt="2025-07-31T11:44:04.458" v="2100" actId="2696"/>
        <pc:sldMkLst>
          <pc:docMk/>
          <pc:sldMk cId="4133650584" sldId="257"/>
        </pc:sldMkLst>
      </pc:sldChg>
      <pc:sldChg chg="del">
        <pc:chgData name="Said Nabi Lecturer FCSE" userId="22162f9c-d122-430c-b6e9-ac8024b7b6c6" providerId="ADAL" clId="{63A2EA4F-C832-8044-906D-F0B63E4766A7}" dt="2025-07-31T11:44:17.221" v="2104" actId="2696"/>
        <pc:sldMkLst>
          <pc:docMk/>
          <pc:sldMk cId="1543075231" sldId="258"/>
        </pc:sldMkLst>
      </pc:sldChg>
      <pc:sldChg chg="delSp modSp add mod modAnim modNotesTx">
        <pc:chgData name="Said Nabi Lecturer FCSE" userId="22162f9c-d122-430c-b6e9-ac8024b7b6c6" providerId="ADAL" clId="{63A2EA4F-C832-8044-906D-F0B63E4766A7}" dt="2025-07-26T16:10:29.426" v="352" actId="20577"/>
        <pc:sldMkLst>
          <pc:docMk/>
          <pc:sldMk cId="2858188275" sldId="328"/>
        </pc:sldMkLst>
      </pc:sldChg>
      <pc:sldChg chg="addSp delSp modSp add mod delAnim modAnim modNotesTx">
        <pc:chgData name="Said Nabi Lecturer FCSE" userId="22162f9c-d122-430c-b6e9-ac8024b7b6c6" providerId="ADAL" clId="{63A2EA4F-C832-8044-906D-F0B63E4766A7}" dt="2025-07-26T17:33:51.884" v="627" actId="20577"/>
        <pc:sldMkLst>
          <pc:docMk/>
          <pc:sldMk cId="990652252" sldId="329"/>
        </pc:sldMkLst>
      </pc:sldChg>
      <pc:sldChg chg="add ord">
        <pc:chgData name="Said Nabi Lecturer FCSE" userId="22162f9c-d122-430c-b6e9-ac8024b7b6c6" providerId="ADAL" clId="{63A2EA4F-C832-8044-906D-F0B63E4766A7}" dt="2025-07-26T17:39:54.745" v="628" actId="20578"/>
        <pc:sldMkLst>
          <pc:docMk/>
          <pc:sldMk cId="3509597669" sldId="330"/>
        </pc:sldMkLst>
      </pc:sldChg>
      <pc:sldChg chg="addSp delSp modSp add mod delAnim">
        <pc:chgData name="Said Nabi Lecturer FCSE" userId="22162f9c-d122-430c-b6e9-ac8024b7b6c6" providerId="ADAL" clId="{63A2EA4F-C832-8044-906D-F0B63E4766A7}" dt="2025-07-26T17:43:02.007" v="647" actId="14100"/>
        <pc:sldMkLst>
          <pc:docMk/>
          <pc:sldMk cId="1953087460" sldId="331"/>
        </pc:sldMkLst>
      </pc:sldChg>
      <pc:sldChg chg="modSp add">
        <pc:chgData name="Said Nabi Lecturer FCSE" userId="22162f9c-d122-430c-b6e9-ac8024b7b6c6" providerId="ADAL" clId="{63A2EA4F-C832-8044-906D-F0B63E4766A7}" dt="2025-07-26T17:47:14.500" v="688" actId="20577"/>
        <pc:sldMkLst>
          <pc:docMk/>
          <pc:sldMk cId="2250625989" sldId="332"/>
        </pc:sldMkLst>
      </pc:sldChg>
      <pc:sldChg chg="modAnim">
        <pc:chgData name="Said Nabi Lecturer FCSE" userId="22162f9c-d122-430c-b6e9-ac8024b7b6c6" providerId="ADAL" clId="{63A2EA4F-C832-8044-906D-F0B63E4766A7}" dt="2025-07-29T11:36:32.604" v="941"/>
        <pc:sldMkLst>
          <pc:docMk/>
          <pc:sldMk cId="299346224" sldId="361"/>
        </pc:sldMkLst>
      </pc:sldChg>
      <pc:sldChg chg="modAnim">
        <pc:chgData name="Said Nabi Lecturer FCSE" userId="22162f9c-d122-430c-b6e9-ac8024b7b6c6" providerId="ADAL" clId="{63A2EA4F-C832-8044-906D-F0B63E4766A7}" dt="2025-07-29T11:37:00.839" v="944"/>
        <pc:sldMkLst>
          <pc:docMk/>
          <pc:sldMk cId="772503155" sldId="362"/>
        </pc:sldMkLst>
      </pc:sldChg>
      <pc:sldChg chg="addSp delSp modSp add mod modAnim modNotesTx">
        <pc:chgData name="Said Nabi Lecturer FCSE" userId="22162f9c-d122-430c-b6e9-ac8024b7b6c6" providerId="ADAL" clId="{63A2EA4F-C832-8044-906D-F0B63E4766A7}" dt="2025-07-29T11:38:39.823" v="955"/>
        <pc:sldMkLst>
          <pc:docMk/>
          <pc:sldMk cId="1341245696" sldId="363"/>
        </pc:sldMkLst>
      </pc:sldChg>
      <pc:sldChg chg="addSp delSp modSp add mod modAnim">
        <pc:chgData name="Said Nabi Lecturer FCSE" userId="22162f9c-d122-430c-b6e9-ac8024b7b6c6" providerId="ADAL" clId="{63A2EA4F-C832-8044-906D-F0B63E4766A7}" dt="2025-07-29T11:39:09.393" v="958"/>
        <pc:sldMkLst>
          <pc:docMk/>
          <pc:sldMk cId="2730024350" sldId="364"/>
        </pc:sldMkLst>
      </pc:sldChg>
      <pc:sldChg chg="addSp delSp modSp add mod modAnim modNotesTx">
        <pc:chgData name="Said Nabi Lecturer FCSE" userId="22162f9c-d122-430c-b6e9-ac8024b7b6c6" providerId="ADAL" clId="{63A2EA4F-C832-8044-906D-F0B63E4766A7}" dt="2025-07-29T11:39:35.937" v="961"/>
        <pc:sldMkLst>
          <pc:docMk/>
          <pc:sldMk cId="1105316595" sldId="365"/>
        </pc:sldMkLst>
      </pc:sldChg>
      <pc:sldChg chg="addSp delSp modSp add mod modAnim modNotesTx">
        <pc:chgData name="Said Nabi Lecturer FCSE" userId="22162f9c-d122-430c-b6e9-ac8024b7b6c6" providerId="ADAL" clId="{63A2EA4F-C832-8044-906D-F0B63E4766A7}" dt="2025-07-29T12:14:27.950" v="1157"/>
        <pc:sldMkLst>
          <pc:docMk/>
          <pc:sldMk cId="341172810" sldId="366"/>
        </pc:sldMkLst>
      </pc:sldChg>
      <pc:sldChg chg="addSp delSp modSp add mod delAnim modAnim modNotesTx">
        <pc:chgData name="Said Nabi Lecturer FCSE" userId="22162f9c-d122-430c-b6e9-ac8024b7b6c6" providerId="ADAL" clId="{63A2EA4F-C832-8044-906D-F0B63E4766A7}" dt="2025-07-29T12:40:03.765" v="1757" actId="20577"/>
        <pc:sldMkLst>
          <pc:docMk/>
          <pc:sldMk cId="985818955" sldId="367"/>
        </pc:sldMkLst>
      </pc:sldChg>
      <pc:sldChg chg="delSp modSp add mod addAnim delAnim modAnim">
        <pc:chgData name="Said Nabi Lecturer FCSE" userId="22162f9c-d122-430c-b6e9-ac8024b7b6c6" providerId="ADAL" clId="{63A2EA4F-C832-8044-906D-F0B63E4766A7}" dt="2025-07-31T06:13:31.312" v="1804" actId="207"/>
        <pc:sldMkLst>
          <pc:docMk/>
          <pc:sldMk cId="3009867033" sldId="368"/>
        </pc:sldMkLst>
      </pc:sldChg>
      <pc:sldChg chg="modSp add mod modAnim">
        <pc:chgData name="Said Nabi Lecturer FCSE" userId="22162f9c-d122-430c-b6e9-ac8024b7b6c6" providerId="ADAL" clId="{63A2EA4F-C832-8044-906D-F0B63E4766A7}" dt="2025-07-31T06:19:49.495" v="1834" actId="5793"/>
        <pc:sldMkLst>
          <pc:docMk/>
          <pc:sldMk cId="2443715781" sldId="369"/>
        </pc:sldMkLst>
      </pc:sldChg>
      <pc:sldChg chg="addSp modSp add mod ord modAnim">
        <pc:chgData name="Said Nabi Lecturer FCSE" userId="22162f9c-d122-430c-b6e9-ac8024b7b6c6" providerId="ADAL" clId="{63A2EA4F-C832-8044-906D-F0B63E4766A7}" dt="2025-07-31T06:56:29.386" v="1942" actId="20577"/>
        <pc:sldMkLst>
          <pc:docMk/>
          <pc:sldMk cId="1494972583" sldId="370"/>
        </pc:sldMkLst>
      </pc:sldChg>
      <pc:sldChg chg="addSp delSp modSp add mod delAnim modAnim">
        <pc:chgData name="Said Nabi Lecturer FCSE" userId="22162f9c-d122-430c-b6e9-ac8024b7b6c6" providerId="ADAL" clId="{63A2EA4F-C832-8044-906D-F0B63E4766A7}" dt="2025-07-31T06:56:18.685" v="1938" actId="313"/>
        <pc:sldMkLst>
          <pc:docMk/>
          <pc:sldMk cId="2520946812" sldId="371"/>
        </pc:sldMkLst>
      </pc:sldChg>
      <pc:sldChg chg="addSp delSp modSp add mod addAnim delAnim modAnim">
        <pc:chgData name="Said Nabi Lecturer FCSE" userId="22162f9c-d122-430c-b6e9-ac8024b7b6c6" providerId="ADAL" clId="{63A2EA4F-C832-8044-906D-F0B63E4766A7}" dt="2025-07-31T07:08:48.894" v="1969"/>
        <pc:sldMkLst>
          <pc:docMk/>
          <pc:sldMk cId="1395159004" sldId="372"/>
        </pc:sldMkLst>
      </pc:sldChg>
      <pc:sldChg chg="delSp modSp add mod modAnim modNotesTx">
        <pc:chgData name="Said Nabi Lecturer FCSE" userId="22162f9c-d122-430c-b6e9-ac8024b7b6c6" providerId="ADAL" clId="{63A2EA4F-C832-8044-906D-F0B63E4766A7}" dt="2025-07-31T11:49:40.335" v="2112" actId="20577"/>
        <pc:sldMkLst>
          <pc:docMk/>
          <pc:sldMk cId="3840381346" sldId="373"/>
        </pc:sldMkLst>
      </pc:sldChg>
      <pc:sldChg chg="modSp add mod modNotesTx">
        <pc:chgData name="Said Nabi Lecturer FCSE" userId="22162f9c-d122-430c-b6e9-ac8024b7b6c6" providerId="ADAL" clId="{63A2EA4F-C832-8044-906D-F0B63E4766A7}" dt="2025-07-31T11:49:34.805" v="2111" actId="20577"/>
        <pc:sldMkLst>
          <pc:docMk/>
          <pc:sldMk cId="313620583" sldId="374"/>
        </pc:sldMkLst>
      </pc:sldChg>
      <pc:sldChg chg="addSp delSp modSp add mod delAnim modAnim modNotesTx">
        <pc:chgData name="Said Nabi Lecturer FCSE" userId="22162f9c-d122-430c-b6e9-ac8024b7b6c6" providerId="ADAL" clId="{63A2EA4F-C832-8044-906D-F0B63E4766A7}" dt="2025-07-31T11:49:27.662" v="2110" actId="20577"/>
        <pc:sldMkLst>
          <pc:docMk/>
          <pc:sldMk cId="4038431162" sldId="375"/>
        </pc:sldMkLst>
      </pc:sldChg>
      <pc:sldChg chg="addSp modSp add mod modAnim modNotesTx">
        <pc:chgData name="Said Nabi Lecturer FCSE" userId="22162f9c-d122-430c-b6e9-ac8024b7b6c6" providerId="ADAL" clId="{63A2EA4F-C832-8044-906D-F0B63E4766A7}" dt="2025-07-31T11:49:22.607" v="2109" actId="20577"/>
        <pc:sldMkLst>
          <pc:docMk/>
          <pc:sldMk cId="1083104651" sldId="376"/>
        </pc:sldMkLst>
      </pc:sldChg>
      <pc:sldChg chg="modSp add mod modAnim modNotesTx">
        <pc:chgData name="Said Nabi Lecturer FCSE" userId="22162f9c-d122-430c-b6e9-ac8024b7b6c6" providerId="ADAL" clId="{63A2EA4F-C832-8044-906D-F0B63E4766A7}" dt="2025-07-31T11:49:17.775" v="2108" actId="20577"/>
        <pc:sldMkLst>
          <pc:docMk/>
          <pc:sldMk cId="1971644592" sldId="377"/>
        </pc:sldMkLst>
      </pc:sldChg>
      <pc:sldChg chg="modSp add mod modNotesTx">
        <pc:chgData name="Said Nabi Lecturer FCSE" userId="22162f9c-d122-430c-b6e9-ac8024b7b6c6" providerId="ADAL" clId="{63A2EA4F-C832-8044-906D-F0B63E4766A7}" dt="2025-07-31T11:55:41.802" v="2180" actId="20577"/>
        <pc:sldMkLst>
          <pc:docMk/>
          <pc:sldMk cId="3616486474" sldId="378"/>
        </pc:sldMkLst>
      </pc:sldChg>
      <pc:sldChg chg="modSp add mod modNotesTx">
        <pc:chgData name="Said Nabi Lecturer FCSE" userId="22162f9c-d122-430c-b6e9-ac8024b7b6c6" providerId="ADAL" clId="{63A2EA4F-C832-8044-906D-F0B63E4766A7}" dt="2025-07-31T11:49:09.062" v="2106" actId="20577"/>
        <pc:sldMkLst>
          <pc:docMk/>
          <pc:sldMk cId="3311277269" sldId="379"/>
        </pc:sldMkLst>
      </pc:sldChg>
      <pc:sldChg chg="add del">
        <pc:chgData name="Said Nabi Lecturer FCSE" userId="22162f9c-d122-430c-b6e9-ac8024b7b6c6" providerId="ADAL" clId="{63A2EA4F-C832-8044-906D-F0B63E4766A7}" dt="2025-07-31T11:44:20.846" v="2105" actId="2696"/>
        <pc:sldMkLst>
          <pc:docMk/>
          <pc:sldMk cId="1845218923" sldId="380"/>
        </pc:sldMkLst>
      </pc:sldChg>
      <pc:sldChg chg="addSp delSp modSp add mod ord modAnim">
        <pc:chgData name="Said Nabi Lecturer FCSE" userId="22162f9c-d122-430c-b6e9-ac8024b7b6c6" providerId="ADAL" clId="{63A2EA4F-C832-8044-906D-F0B63E4766A7}" dt="2025-07-31T12:42:54.315" v="2208"/>
        <pc:sldMkLst>
          <pc:docMk/>
          <pc:sldMk cId="2737593081" sldId="380"/>
        </pc:sldMkLst>
      </pc:sldChg>
      <pc:sldChg chg="modSp add mod modNotesTx">
        <pc:chgData name="Said Nabi Lecturer FCSE" userId="22162f9c-d122-430c-b6e9-ac8024b7b6c6" providerId="ADAL" clId="{63A2EA4F-C832-8044-906D-F0B63E4766A7}" dt="2025-07-31T12:45:11.977" v="2224" actId="20577"/>
        <pc:sldMkLst>
          <pc:docMk/>
          <pc:sldMk cId="2592197823" sldId="381"/>
        </pc:sldMkLst>
      </pc:sldChg>
      <pc:sldChg chg="add del">
        <pc:chgData name="Said Nabi Lecturer FCSE" userId="22162f9c-d122-430c-b6e9-ac8024b7b6c6" providerId="ADAL" clId="{63A2EA4F-C832-8044-906D-F0B63E4766A7}" dt="2025-07-31T11:44:15.603" v="2103" actId="2890"/>
        <pc:sldMkLst>
          <pc:docMk/>
          <pc:sldMk cId="2822925828" sldId="381"/>
        </pc:sldMkLst>
      </pc:sldChg>
      <pc:sldChg chg="modSp add mod modNotesTx">
        <pc:chgData name="Said Nabi Lecturer FCSE" userId="22162f9c-d122-430c-b6e9-ac8024b7b6c6" providerId="ADAL" clId="{63A2EA4F-C832-8044-906D-F0B63E4766A7}" dt="2025-07-31T12:46:52.354" v="2236" actId="20577"/>
        <pc:sldMkLst>
          <pc:docMk/>
          <pc:sldMk cId="421580266" sldId="382"/>
        </pc:sldMkLst>
      </pc:sldChg>
      <pc:sldChg chg="addSp modSp add mod modNotesTx">
        <pc:chgData name="Said Nabi Lecturer FCSE" userId="22162f9c-d122-430c-b6e9-ac8024b7b6c6" providerId="ADAL" clId="{63A2EA4F-C832-8044-906D-F0B63E4766A7}" dt="2025-07-31T12:49:05.080" v="2250" actId="20577"/>
        <pc:sldMkLst>
          <pc:docMk/>
          <pc:sldMk cId="3261006498" sldId="383"/>
        </pc:sldMkLst>
      </pc:sldChg>
    </pc:docChg>
  </pc:docChgLst>
  <pc:docChgLst>
    <pc:chgData name="Said Nabi Lecturer FCSE" userId="22162f9c-d122-430c-b6e9-ac8024b7b6c6" providerId="ADAL" clId="{3C2EED44-34BE-BD45-BA3D-D6EE60DC1207}"/>
    <pc:docChg chg="undo custSel addSld modSld sldOrd">
      <pc:chgData name="Said Nabi Lecturer FCSE" userId="22162f9c-d122-430c-b6e9-ac8024b7b6c6" providerId="ADAL" clId="{3C2EED44-34BE-BD45-BA3D-D6EE60DC1207}" dt="2025-10-03T07:42:12.002" v="464" actId="1035"/>
      <pc:docMkLst>
        <pc:docMk/>
      </pc:docMkLst>
      <pc:sldChg chg="modSp mod">
        <pc:chgData name="Said Nabi Lecturer FCSE" userId="22162f9c-d122-430c-b6e9-ac8024b7b6c6" providerId="ADAL" clId="{3C2EED44-34BE-BD45-BA3D-D6EE60DC1207}" dt="2025-10-03T05:18:40.850" v="3" actId="20577"/>
        <pc:sldMkLst>
          <pc:docMk/>
          <pc:sldMk cId="1696953445" sldId="384"/>
        </pc:sldMkLst>
        <pc:spChg chg="mod">
          <ac:chgData name="Said Nabi Lecturer FCSE" userId="22162f9c-d122-430c-b6e9-ac8024b7b6c6" providerId="ADAL" clId="{3C2EED44-34BE-BD45-BA3D-D6EE60DC1207}" dt="2025-10-03T05:18:40.850" v="3" actId="20577"/>
          <ac:spMkLst>
            <pc:docMk/>
            <pc:sldMk cId="1696953445" sldId="384"/>
            <ac:spMk id="4" creationId="{00000000-0000-0000-0000-000000000000}"/>
          </ac:spMkLst>
        </pc:spChg>
      </pc:sldChg>
      <pc:sldChg chg="ord">
        <pc:chgData name="Said Nabi Lecturer FCSE" userId="22162f9c-d122-430c-b6e9-ac8024b7b6c6" providerId="ADAL" clId="{3C2EED44-34BE-BD45-BA3D-D6EE60DC1207}" dt="2025-10-03T06:39:51.876" v="110" actId="20578"/>
        <pc:sldMkLst>
          <pc:docMk/>
          <pc:sldMk cId="3152522218" sldId="1173"/>
        </pc:sldMkLst>
      </pc:sldChg>
      <pc:sldChg chg="addSp delSp modSp mod modAnim">
        <pc:chgData name="Said Nabi Lecturer FCSE" userId="22162f9c-d122-430c-b6e9-ac8024b7b6c6" providerId="ADAL" clId="{3C2EED44-34BE-BD45-BA3D-D6EE60DC1207}" dt="2025-10-03T05:42:25.713" v="54" actId="21"/>
        <pc:sldMkLst>
          <pc:docMk/>
          <pc:sldMk cId="386339959" sldId="1193"/>
        </pc:sldMkLst>
        <pc:spChg chg="mod">
          <ac:chgData name="Said Nabi Lecturer FCSE" userId="22162f9c-d122-430c-b6e9-ac8024b7b6c6" providerId="ADAL" clId="{3C2EED44-34BE-BD45-BA3D-D6EE60DC1207}" dt="2025-10-03T05:33:07.876" v="52" actId="20577"/>
          <ac:spMkLst>
            <pc:docMk/>
            <pc:sldMk cId="386339959" sldId="1193"/>
            <ac:spMk id="7" creationId="{426FE88B-7E12-2A20-EB11-549557C07F96}"/>
          </ac:spMkLst>
        </pc:spChg>
        <pc:spChg chg="mod">
          <ac:chgData name="Said Nabi Lecturer FCSE" userId="22162f9c-d122-430c-b6e9-ac8024b7b6c6" providerId="ADAL" clId="{3C2EED44-34BE-BD45-BA3D-D6EE60DC1207}" dt="2025-10-03T05:31:49.200" v="31" actId="207"/>
          <ac:spMkLst>
            <pc:docMk/>
            <pc:sldMk cId="386339959" sldId="1193"/>
            <ac:spMk id="8" creationId="{D79BF874-1C24-DC3E-D9BD-DB97D0B2CFCD}"/>
          </ac:spMkLst>
        </pc:spChg>
      </pc:sldChg>
      <pc:sldChg chg="addSp delSp modSp new mod modAnim">
        <pc:chgData name="Said Nabi Lecturer FCSE" userId="22162f9c-d122-430c-b6e9-ac8024b7b6c6" providerId="ADAL" clId="{3C2EED44-34BE-BD45-BA3D-D6EE60DC1207}" dt="2025-10-03T05:48:09.127" v="108" actId="20577"/>
        <pc:sldMkLst>
          <pc:docMk/>
          <pc:sldMk cId="2481751389" sldId="1219"/>
        </pc:sldMkLst>
        <pc:spChg chg="add mod">
          <ac:chgData name="Said Nabi Lecturer FCSE" userId="22162f9c-d122-430c-b6e9-ac8024b7b6c6" providerId="ADAL" clId="{3C2EED44-34BE-BD45-BA3D-D6EE60DC1207}" dt="2025-10-03T05:47:44.170" v="99" actId="20577"/>
          <ac:spMkLst>
            <pc:docMk/>
            <pc:sldMk cId="2481751389" sldId="1219"/>
            <ac:spMk id="5" creationId="{41B93385-5EC1-2D3D-8DD0-E7EC94B06B64}"/>
          </ac:spMkLst>
        </pc:spChg>
        <pc:spChg chg="add mod">
          <ac:chgData name="Said Nabi Lecturer FCSE" userId="22162f9c-d122-430c-b6e9-ac8024b7b6c6" providerId="ADAL" clId="{3C2EED44-34BE-BD45-BA3D-D6EE60DC1207}" dt="2025-10-03T05:48:09.127" v="108" actId="20577"/>
          <ac:spMkLst>
            <pc:docMk/>
            <pc:sldMk cId="2481751389" sldId="1219"/>
            <ac:spMk id="6" creationId="{010199E3-70FD-8225-4B20-E719805A89B2}"/>
          </ac:spMkLst>
        </pc:spChg>
        <pc:picChg chg="add mod">
          <ac:chgData name="Said Nabi Lecturer FCSE" userId="22162f9c-d122-430c-b6e9-ac8024b7b6c6" providerId="ADAL" clId="{3C2EED44-34BE-BD45-BA3D-D6EE60DC1207}" dt="2025-10-03T05:46:53.084" v="88" actId="1076"/>
          <ac:picMkLst>
            <pc:docMk/>
            <pc:sldMk cId="2481751389" sldId="1219"/>
            <ac:picMk id="4" creationId="{1BC6AD8E-0521-3464-EAA2-BE0E1434F7C5}"/>
          </ac:picMkLst>
        </pc:picChg>
      </pc:sldChg>
      <pc:sldChg chg="delSp modSp add mod">
        <pc:chgData name="Said Nabi Lecturer FCSE" userId="22162f9c-d122-430c-b6e9-ac8024b7b6c6" providerId="ADAL" clId="{3C2EED44-34BE-BD45-BA3D-D6EE60DC1207}" dt="2025-10-03T06:45:17.150" v="141" actId="5793"/>
        <pc:sldMkLst>
          <pc:docMk/>
          <pc:sldMk cId="1709720613" sldId="1220"/>
        </pc:sldMkLst>
        <pc:spChg chg="mod">
          <ac:chgData name="Said Nabi Lecturer FCSE" userId="22162f9c-d122-430c-b6e9-ac8024b7b6c6" providerId="ADAL" clId="{3C2EED44-34BE-BD45-BA3D-D6EE60DC1207}" dt="2025-10-03T06:44:39.836" v="132" actId="15"/>
          <ac:spMkLst>
            <pc:docMk/>
            <pc:sldMk cId="1709720613" sldId="1220"/>
            <ac:spMk id="5" creationId="{E74031DA-6CCE-7769-1AFA-0B2B7DD1DC27}"/>
          </ac:spMkLst>
        </pc:spChg>
        <pc:spChg chg="mod">
          <ac:chgData name="Said Nabi Lecturer FCSE" userId="22162f9c-d122-430c-b6e9-ac8024b7b6c6" providerId="ADAL" clId="{3C2EED44-34BE-BD45-BA3D-D6EE60DC1207}" dt="2025-10-03T06:45:17.150" v="141" actId="5793"/>
          <ac:spMkLst>
            <pc:docMk/>
            <pc:sldMk cId="1709720613" sldId="1220"/>
            <ac:spMk id="6" creationId="{931F633B-36C8-B0E0-D04B-65EB8D7EE765}"/>
          </ac:spMkLst>
        </pc:spChg>
      </pc:sldChg>
      <pc:sldChg chg="modSp add mod">
        <pc:chgData name="Said Nabi Lecturer FCSE" userId="22162f9c-d122-430c-b6e9-ac8024b7b6c6" providerId="ADAL" clId="{3C2EED44-34BE-BD45-BA3D-D6EE60DC1207}" dt="2025-10-03T07:22:40.473" v="183" actId="1076"/>
        <pc:sldMkLst>
          <pc:docMk/>
          <pc:sldMk cId="2099166459" sldId="1221"/>
        </pc:sldMkLst>
        <pc:spChg chg="mod">
          <ac:chgData name="Said Nabi Lecturer FCSE" userId="22162f9c-d122-430c-b6e9-ac8024b7b6c6" providerId="ADAL" clId="{3C2EED44-34BE-BD45-BA3D-D6EE60DC1207}" dt="2025-10-03T07:22:40.473" v="183" actId="1076"/>
          <ac:spMkLst>
            <pc:docMk/>
            <pc:sldMk cId="2099166459" sldId="1221"/>
            <ac:spMk id="5" creationId="{85BE914C-37A4-E1A6-B248-63ACFA9794E8}"/>
          </ac:spMkLst>
        </pc:spChg>
      </pc:sldChg>
      <pc:sldChg chg="addSp delSp modSp add mod modAnim">
        <pc:chgData name="Said Nabi Lecturer FCSE" userId="22162f9c-d122-430c-b6e9-ac8024b7b6c6" providerId="ADAL" clId="{3C2EED44-34BE-BD45-BA3D-D6EE60DC1207}" dt="2025-10-03T07:42:12.002" v="464" actId="1035"/>
        <pc:sldMkLst>
          <pc:docMk/>
          <pc:sldMk cId="641485893" sldId="1222"/>
        </pc:sldMkLst>
        <pc:spChg chg="mod">
          <ac:chgData name="Said Nabi Lecturer FCSE" userId="22162f9c-d122-430c-b6e9-ac8024b7b6c6" providerId="ADAL" clId="{3C2EED44-34BE-BD45-BA3D-D6EE60DC1207}" dt="2025-10-03T07:31:49.984" v="205"/>
          <ac:spMkLst>
            <pc:docMk/>
            <pc:sldMk cId="641485893" sldId="1222"/>
            <ac:spMk id="3" creationId="{B72C667D-267F-02FB-222C-43E973D44257}"/>
          </ac:spMkLst>
        </pc:spChg>
        <pc:spChg chg="mod">
          <ac:chgData name="Said Nabi Lecturer FCSE" userId="22162f9c-d122-430c-b6e9-ac8024b7b6c6" providerId="ADAL" clId="{3C2EED44-34BE-BD45-BA3D-D6EE60DC1207}" dt="2025-10-03T07:31:49.984" v="205"/>
          <ac:spMkLst>
            <pc:docMk/>
            <pc:sldMk cId="641485893" sldId="1222"/>
            <ac:spMk id="7" creationId="{3B7E23D9-FAE4-FB22-162A-153170613634}"/>
          </ac:spMkLst>
        </pc:spChg>
        <pc:spChg chg="add mod">
          <ac:chgData name="Said Nabi Lecturer FCSE" userId="22162f9c-d122-430c-b6e9-ac8024b7b6c6" providerId="ADAL" clId="{3C2EED44-34BE-BD45-BA3D-D6EE60DC1207}" dt="2025-10-03T07:32:15.542" v="222" actId="255"/>
          <ac:spMkLst>
            <pc:docMk/>
            <pc:sldMk cId="641485893" sldId="1222"/>
            <ac:spMk id="8" creationId="{1F1B383B-162D-F76B-D533-67BB0CE4719A}"/>
          </ac:spMkLst>
        </pc:spChg>
        <pc:spChg chg="mod">
          <ac:chgData name="Said Nabi Lecturer FCSE" userId="22162f9c-d122-430c-b6e9-ac8024b7b6c6" providerId="ADAL" clId="{3C2EED44-34BE-BD45-BA3D-D6EE60DC1207}" dt="2025-10-03T07:32:42.326" v="224"/>
          <ac:spMkLst>
            <pc:docMk/>
            <pc:sldMk cId="641485893" sldId="1222"/>
            <ac:spMk id="10" creationId="{E1B1CDDB-A9F7-3F6B-0E4C-86856F4F98F8}"/>
          </ac:spMkLst>
        </pc:spChg>
        <pc:spChg chg="mod">
          <ac:chgData name="Said Nabi Lecturer FCSE" userId="22162f9c-d122-430c-b6e9-ac8024b7b6c6" providerId="ADAL" clId="{3C2EED44-34BE-BD45-BA3D-D6EE60DC1207}" dt="2025-10-03T07:35:16.352" v="262" actId="1076"/>
          <ac:spMkLst>
            <pc:docMk/>
            <pc:sldMk cId="641485893" sldId="1222"/>
            <ac:spMk id="13" creationId="{76E6366C-C6BA-7A32-500D-0D2F4C81CAB7}"/>
          </ac:spMkLst>
        </pc:spChg>
        <pc:spChg chg="mod">
          <ac:chgData name="Said Nabi Lecturer FCSE" userId="22162f9c-d122-430c-b6e9-ac8024b7b6c6" providerId="ADAL" clId="{3C2EED44-34BE-BD45-BA3D-D6EE60DC1207}" dt="2025-10-03T07:32:47.495" v="226"/>
          <ac:spMkLst>
            <pc:docMk/>
            <pc:sldMk cId="641485893" sldId="1222"/>
            <ac:spMk id="15" creationId="{A6FADDE9-17B3-6423-51D7-633A2254536A}"/>
          </ac:spMkLst>
        </pc:spChg>
        <pc:spChg chg="mod">
          <ac:chgData name="Said Nabi Lecturer FCSE" userId="22162f9c-d122-430c-b6e9-ac8024b7b6c6" providerId="ADAL" clId="{3C2EED44-34BE-BD45-BA3D-D6EE60DC1207}" dt="2025-10-03T07:35:19.813" v="268" actId="20577"/>
          <ac:spMkLst>
            <pc:docMk/>
            <pc:sldMk cId="641485893" sldId="1222"/>
            <ac:spMk id="18" creationId="{A9C03BFE-6175-EE55-125C-83206DC6F87E}"/>
          </ac:spMkLst>
        </pc:spChg>
        <pc:spChg chg="mod">
          <ac:chgData name="Said Nabi Lecturer FCSE" userId="22162f9c-d122-430c-b6e9-ac8024b7b6c6" providerId="ADAL" clId="{3C2EED44-34BE-BD45-BA3D-D6EE60DC1207}" dt="2025-10-03T07:32:56.064" v="228"/>
          <ac:spMkLst>
            <pc:docMk/>
            <pc:sldMk cId="641485893" sldId="1222"/>
            <ac:spMk id="20" creationId="{267A7C65-C350-76A1-147E-F7C89A9BE42A}"/>
          </ac:spMkLst>
        </pc:spChg>
        <pc:spChg chg="mod">
          <ac:chgData name="Said Nabi Lecturer FCSE" userId="22162f9c-d122-430c-b6e9-ac8024b7b6c6" providerId="ADAL" clId="{3C2EED44-34BE-BD45-BA3D-D6EE60DC1207}" dt="2025-10-03T07:39:45.054" v="387" actId="20577"/>
          <ac:spMkLst>
            <pc:docMk/>
            <pc:sldMk cId="641485893" sldId="1222"/>
            <ac:spMk id="23" creationId="{9FA4E967-EE99-310C-2DDA-E54B234F7B23}"/>
          </ac:spMkLst>
        </pc:spChg>
        <pc:spChg chg="mod">
          <ac:chgData name="Said Nabi Lecturer FCSE" userId="22162f9c-d122-430c-b6e9-ac8024b7b6c6" providerId="ADAL" clId="{3C2EED44-34BE-BD45-BA3D-D6EE60DC1207}" dt="2025-10-03T07:37:08.257" v="328"/>
          <ac:spMkLst>
            <pc:docMk/>
            <pc:sldMk cId="641485893" sldId="1222"/>
            <ac:spMk id="34" creationId="{5AEFF9C7-07EC-563F-2440-0AAC795E7D3F}"/>
          </ac:spMkLst>
        </pc:spChg>
        <pc:spChg chg="mod">
          <ac:chgData name="Said Nabi Lecturer FCSE" userId="22162f9c-d122-430c-b6e9-ac8024b7b6c6" providerId="ADAL" clId="{3C2EED44-34BE-BD45-BA3D-D6EE60DC1207}" dt="2025-10-03T07:37:17.317" v="330" actId="20577"/>
          <ac:spMkLst>
            <pc:docMk/>
            <pc:sldMk cId="641485893" sldId="1222"/>
            <ac:spMk id="36" creationId="{96D9455F-2FCD-4980-E0B1-840C5365C7D0}"/>
          </ac:spMkLst>
        </pc:spChg>
        <pc:spChg chg="mod">
          <ac:chgData name="Said Nabi Lecturer FCSE" userId="22162f9c-d122-430c-b6e9-ac8024b7b6c6" providerId="ADAL" clId="{3C2EED44-34BE-BD45-BA3D-D6EE60DC1207}" dt="2025-10-03T07:37:33.981" v="352" actId="1076"/>
          <ac:spMkLst>
            <pc:docMk/>
            <pc:sldMk cId="641485893" sldId="1222"/>
            <ac:spMk id="37" creationId="{E4A9097B-6534-FA8B-2904-3D821AAB9647}"/>
          </ac:spMkLst>
        </pc:spChg>
        <pc:spChg chg="add mod">
          <ac:chgData name="Said Nabi Lecturer FCSE" userId="22162f9c-d122-430c-b6e9-ac8024b7b6c6" providerId="ADAL" clId="{3C2EED44-34BE-BD45-BA3D-D6EE60DC1207}" dt="2025-10-03T07:42:12.002" v="464" actId="1035"/>
          <ac:spMkLst>
            <pc:docMk/>
            <pc:sldMk cId="641485893" sldId="1222"/>
            <ac:spMk id="40" creationId="{AE8C7895-20DE-15FA-B03E-D26F1BA9EFD2}"/>
          </ac:spMkLst>
        </pc:spChg>
        <pc:spChg chg="mod">
          <ac:chgData name="Said Nabi Lecturer FCSE" userId="22162f9c-d122-430c-b6e9-ac8024b7b6c6" providerId="ADAL" clId="{3C2EED44-34BE-BD45-BA3D-D6EE60DC1207}" dt="2025-10-03T07:38:30.472" v="359"/>
          <ac:spMkLst>
            <pc:docMk/>
            <pc:sldMk cId="641485893" sldId="1222"/>
            <ac:spMk id="42" creationId="{ABE713AD-66A8-53AF-D1DD-D5FB8FEDBD95}"/>
          </ac:spMkLst>
        </pc:spChg>
        <pc:spChg chg="mod">
          <ac:chgData name="Said Nabi Lecturer FCSE" userId="22162f9c-d122-430c-b6e9-ac8024b7b6c6" providerId="ADAL" clId="{3C2EED44-34BE-BD45-BA3D-D6EE60DC1207}" dt="2025-10-03T07:38:30.472" v="359"/>
          <ac:spMkLst>
            <pc:docMk/>
            <pc:sldMk cId="641485893" sldId="1222"/>
            <ac:spMk id="44" creationId="{8C854ACD-FA5E-3297-7F4B-06409E3FEABF}"/>
          </ac:spMkLst>
        </pc:spChg>
        <pc:spChg chg="mod">
          <ac:chgData name="Said Nabi Lecturer FCSE" userId="22162f9c-d122-430c-b6e9-ac8024b7b6c6" providerId="ADAL" clId="{3C2EED44-34BE-BD45-BA3D-D6EE60DC1207}" dt="2025-10-03T07:38:44.610" v="366" actId="1076"/>
          <ac:spMkLst>
            <pc:docMk/>
            <pc:sldMk cId="641485893" sldId="1222"/>
            <ac:spMk id="45" creationId="{AC4BF093-51E3-3866-FDB0-56FE5B6A2C20}"/>
          </ac:spMkLst>
        </pc:spChg>
        <pc:grpChg chg="add mod">
          <ac:chgData name="Said Nabi Lecturer FCSE" userId="22162f9c-d122-430c-b6e9-ac8024b7b6c6" providerId="ADAL" clId="{3C2EED44-34BE-BD45-BA3D-D6EE60DC1207}" dt="2025-10-03T07:42:12.002" v="464" actId="1035"/>
          <ac:grpSpMkLst>
            <pc:docMk/>
            <pc:sldMk cId="641485893" sldId="1222"/>
            <ac:grpSpMk id="2" creationId="{01230306-9F97-2604-76C0-D991BCF1E5AB}"/>
          </ac:grpSpMkLst>
        </pc:grpChg>
        <pc:grpChg chg="add mod">
          <ac:chgData name="Said Nabi Lecturer FCSE" userId="22162f9c-d122-430c-b6e9-ac8024b7b6c6" providerId="ADAL" clId="{3C2EED44-34BE-BD45-BA3D-D6EE60DC1207}" dt="2025-10-03T07:42:12.002" v="464" actId="1035"/>
          <ac:grpSpMkLst>
            <pc:docMk/>
            <pc:sldMk cId="641485893" sldId="1222"/>
            <ac:grpSpMk id="9" creationId="{57EA8DC8-845B-3B47-A3CB-D14D2A81B8E8}"/>
          </ac:grpSpMkLst>
        </pc:grpChg>
        <pc:grpChg chg="add mod">
          <ac:chgData name="Said Nabi Lecturer FCSE" userId="22162f9c-d122-430c-b6e9-ac8024b7b6c6" providerId="ADAL" clId="{3C2EED44-34BE-BD45-BA3D-D6EE60DC1207}" dt="2025-10-03T07:42:12.002" v="464" actId="1035"/>
          <ac:grpSpMkLst>
            <pc:docMk/>
            <pc:sldMk cId="641485893" sldId="1222"/>
            <ac:grpSpMk id="14" creationId="{17830463-FF38-86E8-4B78-3E4564F81541}"/>
          </ac:grpSpMkLst>
        </pc:grpChg>
        <pc:grpChg chg="add mod">
          <ac:chgData name="Said Nabi Lecturer FCSE" userId="22162f9c-d122-430c-b6e9-ac8024b7b6c6" providerId="ADAL" clId="{3C2EED44-34BE-BD45-BA3D-D6EE60DC1207}" dt="2025-10-03T07:42:12.002" v="464" actId="1035"/>
          <ac:grpSpMkLst>
            <pc:docMk/>
            <pc:sldMk cId="641485893" sldId="1222"/>
            <ac:grpSpMk id="19" creationId="{71684D2A-6DA9-8D21-829C-FDFF7F7FA4DB}"/>
          </ac:grpSpMkLst>
        </pc:grpChg>
        <pc:grpChg chg="add mod">
          <ac:chgData name="Said Nabi Lecturer FCSE" userId="22162f9c-d122-430c-b6e9-ac8024b7b6c6" providerId="ADAL" clId="{3C2EED44-34BE-BD45-BA3D-D6EE60DC1207}" dt="2025-10-03T07:42:12.002" v="464" actId="1035"/>
          <ac:grpSpMkLst>
            <pc:docMk/>
            <pc:sldMk cId="641485893" sldId="1222"/>
            <ac:grpSpMk id="33" creationId="{E3C621F8-7380-9EFA-070B-4186804A974B}"/>
          </ac:grpSpMkLst>
        </pc:grpChg>
        <pc:grpChg chg="add mod">
          <ac:chgData name="Said Nabi Lecturer FCSE" userId="22162f9c-d122-430c-b6e9-ac8024b7b6c6" providerId="ADAL" clId="{3C2EED44-34BE-BD45-BA3D-D6EE60DC1207}" dt="2025-10-03T07:42:12.002" v="464" actId="1035"/>
          <ac:grpSpMkLst>
            <pc:docMk/>
            <pc:sldMk cId="641485893" sldId="1222"/>
            <ac:grpSpMk id="41" creationId="{ADA8862B-8DAD-7451-99F1-D47B8D4179A9}"/>
          </ac:grpSpMkLst>
        </pc:grpChg>
        <pc:cxnChg chg="mod">
          <ac:chgData name="Said Nabi Lecturer FCSE" userId="22162f9c-d122-430c-b6e9-ac8024b7b6c6" providerId="ADAL" clId="{3C2EED44-34BE-BD45-BA3D-D6EE60DC1207}" dt="2025-10-03T07:31:49.984" v="205"/>
          <ac:cxnSpMkLst>
            <pc:docMk/>
            <pc:sldMk cId="641485893" sldId="1222"/>
            <ac:cxnSpMk id="4" creationId="{2406496D-006B-75BC-968F-6EAF9E498296}"/>
          </ac:cxnSpMkLst>
        </pc:cxnChg>
        <pc:cxnChg chg="mod">
          <ac:chgData name="Said Nabi Lecturer FCSE" userId="22162f9c-d122-430c-b6e9-ac8024b7b6c6" providerId="ADAL" clId="{3C2EED44-34BE-BD45-BA3D-D6EE60DC1207}" dt="2025-10-03T07:32:42.326" v="224"/>
          <ac:cxnSpMkLst>
            <pc:docMk/>
            <pc:sldMk cId="641485893" sldId="1222"/>
            <ac:cxnSpMk id="11" creationId="{BFCC1C75-F0C5-0D94-5B24-F646F9B3CB34}"/>
          </ac:cxnSpMkLst>
        </pc:cxnChg>
        <pc:cxnChg chg="mod">
          <ac:chgData name="Said Nabi Lecturer FCSE" userId="22162f9c-d122-430c-b6e9-ac8024b7b6c6" providerId="ADAL" clId="{3C2EED44-34BE-BD45-BA3D-D6EE60DC1207}" dt="2025-10-03T07:32:47.495" v="226"/>
          <ac:cxnSpMkLst>
            <pc:docMk/>
            <pc:sldMk cId="641485893" sldId="1222"/>
            <ac:cxnSpMk id="16" creationId="{D1F4CB39-1423-7B40-FDB8-DA74F384381D}"/>
          </ac:cxnSpMkLst>
        </pc:cxnChg>
        <pc:cxnChg chg="mod">
          <ac:chgData name="Said Nabi Lecturer FCSE" userId="22162f9c-d122-430c-b6e9-ac8024b7b6c6" providerId="ADAL" clId="{3C2EED44-34BE-BD45-BA3D-D6EE60DC1207}" dt="2025-10-03T07:32:56.064" v="228"/>
          <ac:cxnSpMkLst>
            <pc:docMk/>
            <pc:sldMk cId="641485893" sldId="1222"/>
            <ac:cxnSpMk id="21" creationId="{270A2D17-D33A-C3CB-46C2-F5F6239F5346}"/>
          </ac:cxnSpMkLst>
        </pc:cxnChg>
        <pc:cxnChg chg="add mod">
          <ac:chgData name="Said Nabi Lecturer FCSE" userId="22162f9c-d122-430c-b6e9-ac8024b7b6c6" providerId="ADAL" clId="{3C2EED44-34BE-BD45-BA3D-D6EE60DC1207}" dt="2025-10-03T07:36:43.635" v="327" actId="1036"/>
          <ac:cxnSpMkLst>
            <pc:docMk/>
            <pc:sldMk cId="641485893" sldId="1222"/>
            <ac:cxnSpMk id="25" creationId="{128BDCE3-0877-29EC-CE84-F80A65E13AB4}"/>
          </ac:cxnSpMkLst>
        </pc:cxnChg>
        <pc:cxnChg chg="add mod">
          <ac:chgData name="Said Nabi Lecturer FCSE" userId="22162f9c-d122-430c-b6e9-ac8024b7b6c6" providerId="ADAL" clId="{3C2EED44-34BE-BD45-BA3D-D6EE60DC1207}" dt="2025-10-03T07:36:43.635" v="327" actId="1036"/>
          <ac:cxnSpMkLst>
            <pc:docMk/>
            <pc:sldMk cId="641485893" sldId="1222"/>
            <ac:cxnSpMk id="27" creationId="{80B19C8C-88EF-C7F7-E6C9-12696F2124B1}"/>
          </ac:cxnSpMkLst>
        </pc:cxnChg>
        <pc:cxnChg chg="add mod">
          <ac:chgData name="Said Nabi Lecturer FCSE" userId="22162f9c-d122-430c-b6e9-ac8024b7b6c6" providerId="ADAL" clId="{3C2EED44-34BE-BD45-BA3D-D6EE60DC1207}" dt="2025-10-03T07:42:12.002" v="464" actId="1035"/>
          <ac:cxnSpMkLst>
            <pc:docMk/>
            <pc:sldMk cId="641485893" sldId="1222"/>
            <ac:cxnSpMk id="29" creationId="{066CB175-25D7-F527-6124-7A8FD3DBC514}"/>
          </ac:cxnSpMkLst>
        </pc:cxnChg>
        <pc:cxnChg chg="add mod">
          <ac:chgData name="Said Nabi Lecturer FCSE" userId="22162f9c-d122-430c-b6e9-ac8024b7b6c6" providerId="ADAL" clId="{3C2EED44-34BE-BD45-BA3D-D6EE60DC1207}" dt="2025-10-03T07:42:12.002" v="464" actId="1035"/>
          <ac:cxnSpMkLst>
            <pc:docMk/>
            <pc:sldMk cId="641485893" sldId="1222"/>
            <ac:cxnSpMk id="32" creationId="{21F84846-F765-4BB9-A83A-956B4178BEA1}"/>
          </ac:cxnSpMkLst>
        </pc:cxnChg>
        <pc:cxnChg chg="mod">
          <ac:chgData name="Said Nabi Lecturer FCSE" userId="22162f9c-d122-430c-b6e9-ac8024b7b6c6" providerId="ADAL" clId="{3C2EED44-34BE-BD45-BA3D-D6EE60DC1207}" dt="2025-10-03T07:37:08.257" v="328"/>
          <ac:cxnSpMkLst>
            <pc:docMk/>
            <pc:sldMk cId="641485893" sldId="1222"/>
            <ac:cxnSpMk id="35" creationId="{BED9CB07-EE4C-57AB-069D-794F98EB8D8B}"/>
          </ac:cxnSpMkLst>
        </pc:cxnChg>
        <pc:cxnChg chg="add mod">
          <ac:chgData name="Said Nabi Lecturer FCSE" userId="22162f9c-d122-430c-b6e9-ac8024b7b6c6" providerId="ADAL" clId="{3C2EED44-34BE-BD45-BA3D-D6EE60DC1207}" dt="2025-10-03T07:42:12.002" v="464" actId="1035"/>
          <ac:cxnSpMkLst>
            <pc:docMk/>
            <pc:sldMk cId="641485893" sldId="1222"/>
            <ac:cxnSpMk id="38" creationId="{AFD48C65-4F43-336D-3F48-AB724F525BB8}"/>
          </ac:cxnSpMkLst>
        </pc:cxnChg>
        <pc:cxnChg chg="mod">
          <ac:chgData name="Said Nabi Lecturer FCSE" userId="22162f9c-d122-430c-b6e9-ac8024b7b6c6" providerId="ADAL" clId="{3C2EED44-34BE-BD45-BA3D-D6EE60DC1207}" dt="2025-10-03T07:38:30.472" v="359"/>
          <ac:cxnSpMkLst>
            <pc:docMk/>
            <pc:sldMk cId="641485893" sldId="1222"/>
            <ac:cxnSpMk id="43" creationId="{97A6B59F-F51F-DE99-A4F7-B274AC0CFF3D}"/>
          </ac:cxnSpMkLst>
        </pc:cxnChg>
        <pc:cxnChg chg="add mod">
          <ac:chgData name="Said Nabi Lecturer FCSE" userId="22162f9c-d122-430c-b6e9-ac8024b7b6c6" providerId="ADAL" clId="{3C2EED44-34BE-BD45-BA3D-D6EE60DC1207}" dt="2025-10-03T07:39:09.535" v="374" actId="1035"/>
          <ac:cxnSpMkLst>
            <pc:docMk/>
            <pc:sldMk cId="641485893" sldId="1222"/>
            <ac:cxnSpMk id="46" creationId="{311D3A47-D32D-16ED-D83E-4486072C71C4}"/>
          </ac:cxnSpMkLst>
        </pc:cxnChg>
      </pc:sldChg>
    </pc:docChg>
  </pc:docChgLst>
  <pc:docChgLst>
    <pc:chgData name="Said Nabi Lecturer FCSE" userId="22162f9c-d122-430c-b6e9-ac8024b7b6c6" providerId="ADAL" clId="{5C3D23FC-3187-CF4E-92B7-91605870A461}"/>
    <pc:docChg chg="undo custSel addSld delSld modSld">
      <pc:chgData name="Said Nabi Lecturer FCSE" userId="22162f9c-d122-430c-b6e9-ac8024b7b6c6" providerId="ADAL" clId="{5C3D23FC-3187-CF4E-92B7-91605870A461}" dt="2025-09-12T08:14:24.087" v="1154" actId="2696"/>
      <pc:docMkLst>
        <pc:docMk/>
      </pc:docMkLst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950663639" sldId="337"/>
        </pc:sldMkLst>
      </pc:sldChg>
      <pc:sldChg chg="modSp add mod modAnim">
        <pc:chgData name="Said Nabi Lecturer FCSE" userId="22162f9c-d122-430c-b6e9-ac8024b7b6c6" providerId="ADAL" clId="{5C3D23FC-3187-CF4E-92B7-91605870A461}" dt="2025-09-12T05:30:40.871" v="787" actId="20577"/>
        <pc:sldMkLst>
          <pc:docMk/>
          <pc:sldMk cId="1096063026" sldId="337"/>
        </pc:sldMkLst>
      </pc:sldChg>
      <pc:sldChg chg="modSp add mod modAnim">
        <pc:chgData name="Said Nabi Lecturer FCSE" userId="22162f9c-d122-430c-b6e9-ac8024b7b6c6" providerId="ADAL" clId="{5C3D23FC-3187-CF4E-92B7-91605870A461}" dt="2025-09-12T05:29:25.297" v="764" actId="1076"/>
        <pc:sldMkLst>
          <pc:docMk/>
          <pc:sldMk cId="1782271132" sldId="338"/>
        </pc:sldMkLst>
      </pc:sldChg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2771841750" sldId="338"/>
        </pc:sldMkLst>
      </pc:sldChg>
      <pc:sldChg chg="modSp add del">
        <pc:chgData name="Said Nabi Lecturer FCSE" userId="22162f9c-d122-430c-b6e9-ac8024b7b6c6" providerId="ADAL" clId="{5C3D23FC-3187-CF4E-92B7-91605870A461}" dt="2025-09-12T08:14:24.035" v="1150" actId="2696"/>
        <pc:sldMkLst>
          <pc:docMk/>
          <pc:sldMk cId="969253351" sldId="339"/>
        </pc:sldMkLst>
      </pc:sldChg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2190156775" sldId="339"/>
        </pc:sldMkLst>
      </pc:sldChg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12485652" sldId="340"/>
        </pc:sldMkLst>
      </pc:sldChg>
      <pc:sldChg chg="modSp add del">
        <pc:chgData name="Said Nabi Lecturer FCSE" userId="22162f9c-d122-430c-b6e9-ac8024b7b6c6" providerId="ADAL" clId="{5C3D23FC-3187-CF4E-92B7-91605870A461}" dt="2025-09-12T08:14:24.062" v="1151" actId="2696"/>
        <pc:sldMkLst>
          <pc:docMk/>
          <pc:sldMk cId="3879532788" sldId="340"/>
        </pc:sldMkLst>
      </pc:sldChg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1316631682" sldId="341"/>
        </pc:sldMkLst>
      </pc:sldChg>
      <pc:sldChg chg="modSp add del">
        <pc:chgData name="Said Nabi Lecturer FCSE" userId="22162f9c-d122-430c-b6e9-ac8024b7b6c6" providerId="ADAL" clId="{5C3D23FC-3187-CF4E-92B7-91605870A461}" dt="2025-09-12T08:14:24.070" v="1152" actId="2696"/>
        <pc:sldMkLst>
          <pc:docMk/>
          <pc:sldMk cId="4053699832" sldId="341"/>
        </pc:sldMkLst>
      </pc:sldChg>
      <pc:sldChg chg="modSp add del">
        <pc:chgData name="Said Nabi Lecturer FCSE" userId="22162f9c-d122-430c-b6e9-ac8024b7b6c6" providerId="ADAL" clId="{5C3D23FC-3187-CF4E-92B7-91605870A461}" dt="2025-09-12T08:14:24.077" v="1153" actId="2696"/>
        <pc:sldMkLst>
          <pc:docMk/>
          <pc:sldMk cId="2732423598" sldId="342"/>
        </pc:sldMkLst>
      </pc:sldChg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2935591733" sldId="342"/>
        </pc:sldMkLst>
      </pc:sldChg>
      <pc:sldChg chg="modSp add del">
        <pc:chgData name="Said Nabi Lecturer FCSE" userId="22162f9c-d122-430c-b6e9-ac8024b7b6c6" providerId="ADAL" clId="{5C3D23FC-3187-CF4E-92B7-91605870A461}" dt="2025-09-12T08:14:24.087" v="1154" actId="2696"/>
        <pc:sldMkLst>
          <pc:docMk/>
          <pc:sldMk cId="1523823777" sldId="343"/>
        </pc:sldMkLst>
      </pc:sldChg>
      <pc:sldChg chg="del">
        <pc:chgData name="Said Nabi Lecturer FCSE" userId="22162f9c-d122-430c-b6e9-ac8024b7b6c6" providerId="ADAL" clId="{5C3D23FC-3187-CF4E-92B7-91605870A461}" dt="2025-09-12T04:09:09.776" v="476" actId="2696"/>
        <pc:sldMkLst>
          <pc:docMk/>
          <pc:sldMk cId="3554708832" sldId="343"/>
        </pc:sldMkLst>
      </pc:sldChg>
      <pc:sldChg chg="modSp mod">
        <pc:chgData name="Said Nabi Lecturer FCSE" userId="22162f9c-d122-430c-b6e9-ac8024b7b6c6" providerId="ADAL" clId="{5C3D23FC-3187-CF4E-92B7-91605870A461}" dt="2025-09-12T01:34:37.532" v="1" actId="20577"/>
        <pc:sldMkLst>
          <pc:docMk/>
          <pc:sldMk cId="1696953445" sldId="384"/>
        </pc:sldMkLst>
        <pc:spChg chg="mod">
          <ac:chgData name="Said Nabi Lecturer FCSE" userId="22162f9c-d122-430c-b6e9-ac8024b7b6c6" providerId="ADAL" clId="{5C3D23FC-3187-CF4E-92B7-91605870A461}" dt="2025-09-12T01:34:37.532" v="1" actId="20577"/>
          <ac:spMkLst>
            <pc:docMk/>
            <pc:sldMk cId="1696953445" sldId="384"/>
            <ac:spMk id="4" creationId="{00000000-0000-0000-0000-000000000000}"/>
          </ac:spMkLst>
        </pc:spChg>
      </pc:sldChg>
      <pc:sldChg chg="addSp delSp modSp mod">
        <pc:chgData name="Said Nabi Lecturer FCSE" userId="22162f9c-d122-430c-b6e9-ac8024b7b6c6" providerId="ADAL" clId="{5C3D23FC-3187-CF4E-92B7-91605870A461}" dt="2025-09-12T02:26:55.009" v="362" actId="21"/>
        <pc:sldMkLst>
          <pc:docMk/>
          <pc:sldMk cId="1890934650" sldId="1019"/>
        </pc:sldMkLst>
      </pc:sldChg>
      <pc:sldChg chg="add del">
        <pc:chgData name="Said Nabi Lecturer FCSE" userId="22162f9c-d122-430c-b6e9-ac8024b7b6c6" providerId="ADAL" clId="{5C3D23FC-3187-CF4E-92B7-91605870A461}" dt="2025-09-12T01:35:35.556" v="72" actId="2696"/>
        <pc:sldMkLst>
          <pc:docMk/>
          <pc:sldMk cId="3622696953" sldId="1097"/>
        </pc:sldMkLst>
      </pc:sldChg>
      <pc:sldChg chg="add del">
        <pc:chgData name="Said Nabi Lecturer FCSE" userId="22162f9c-d122-430c-b6e9-ac8024b7b6c6" providerId="ADAL" clId="{5C3D23FC-3187-CF4E-92B7-91605870A461}" dt="2025-09-12T01:35:35.577" v="73" actId="2696"/>
        <pc:sldMkLst>
          <pc:docMk/>
          <pc:sldMk cId="3760669795" sldId="1098"/>
        </pc:sldMkLst>
      </pc:sldChg>
      <pc:sldChg chg="add del">
        <pc:chgData name="Said Nabi Lecturer FCSE" userId="22162f9c-d122-430c-b6e9-ac8024b7b6c6" providerId="ADAL" clId="{5C3D23FC-3187-CF4E-92B7-91605870A461}" dt="2025-09-12T01:35:35.605" v="75" actId="2696"/>
        <pc:sldMkLst>
          <pc:docMk/>
          <pc:sldMk cId="1038352189" sldId="1100"/>
        </pc:sldMkLst>
      </pc:sldChg>
      <pc:sldChg chg="add del">
        <pc:chgData name="Said Nabi Lecturer FCSE" userId="22162f9c-d122-430c-b6e9-ac8024b7b6c6" providerId="ADAL" clId="{5C3D23FC-3187-CF4E-92B7-91605870A461}" dt="2025-09-12T01:35:35.616" v="76" actId="2696"/>
        <pc:sldMkLst>
          <pc:docMk/>
          <pc:sldMk cId="4279825855" sldId="1101"/>
        </pc:sldMkLst>
      </pc:sldChg>
      <pc:sldChg chg="add del">
        <pc:chgData name="Said Nabi Lecturer FCSE" userId="22162f9c-d122-430c-b6e9-ac8024b7b6c6" providerId="ADAL" clId="{5C3D23FC-3187-CF4E-92B7-91605870A461}" dt="2025-09-12T01:35:35.625" v="77" actId="2696"/>
        <pc:sldMkLst>
          <pc:docMk/>
          <pc:sldMk cId="599551991" sldId="1102"/>
        </pc:sldMkLst>
      </pc:sldChg>
      <pc:sldChg chg="add del">
        <pc:chgData name="Said Nabi Lecturer FCSE" userId="22162f9c-d122-430c-b6e9-ac8024b7b6c6" providerId="ADAL" clId="{5C3D23FC-3187-CF4E-92B7-91605870A461}" dt="2025-09-12T01:35:35.634" v="78" actId="2696"/>
        <pc:sldMkLst>
          <pc:docMk/>
          <pc:sldMk cId="2514025918" sldId="1103"/>
        </pc:sldMkLst>
      </pc:sldChg>
      <pc:sldChg chg="add del">
        <pc:chgData name="Said Nabi Lecturer FCSE" userId="22162f9c-d122-430c-b6e9-ac8024b7b6c6" providerId="ADAL" clId="{5C3D23FC-3187-CF4E-92B7-91605870A461}" dt="2025-09-12T01:35:35.644" v="79" actId="2696"/>
        <pc:sldMkLst>
          <pc:docMk/>
          <pc:sldMk cId="858104786" sldId="1104"/>
        </pc:sldMkLst>
      </pc:sldChg>
      <pc:sldChg chg="add del">
        <pc:chgData name="Said Nabi Lecturer FCSE" userId="22162f9c-d122-430c-b6e9-ac8024b7b6c6" providerId="ADAL" clId="{5C3D23FC-3187-CF4E-92B7-91605870A461}" dt="2025-09-12T01:35:35.654" v="80" actId="2696"/>
        <pc:sldMkLst>
          <pc:docMk/>
          <pc:sldMk cId="3344359515" sldId="1105"/>
        </pc:sldMkLst>
      </pc:sldChg>
      <pc:sldChg chg="add del">
        <pc:chgData name="Said Nabi Lecturer FCSE" userId="22162f9c-d122-430c-b6e9-ac8024b7b6c6" providerId="ADAL" clId="{5C3D23FC-3187-CF4E-92B7-91605870A461}" dt="2025-09-12T01:35:35.665" v="81" actId="2696"/>
        <pc:sldMkLst>
          <pc:docMk/>
          <pc:sldMk cId="743226945" sldId="1106"/>
        </pc:sldMkLst>
      </pc:sldChg>
      <pc:sldChg chg="add del">
        <pc:chgData name="Said Nabi Lecturer FCSE" userId="22162f9c-d122-430c-b6e9-ac8024b7b6c6" providerId="ADAL" clId="{5C3D23FC-3187-CF4E-92B7-91605870A461}" dt="2025-09-12T01:35:35.592" v="74" actId="2696"/>
        <pc:sldMkLst>
          <pc:docMk/>
          <pc:sldMk cId="3263338990" sldId="1107"/>
        </pc:sldMkLst>
      </pc:sldChg>
      <pc:sldChg chg="add del">
        <pc:chgData name="Said Nabi Lecturer FCSE" userId="22162f9c-d122-430c-b6e9-ac8024b7b6c6" providerId="ADAL" clId="{5C3D23FC-3187-CF4E-92B7-91605870A461}" dt="2025-09-12T01:35:35.671" v="82" actId="2696"/>
        <pc:sldMkLst>
          <pc:docMk/>
          <pc:sldMk cId="2214456818" sldId="1109"/>
        </pc:sldMkLst>
      </pc:sldChg>
      <pc:sldChg chg="add del">
        <pc:chgData name="Said Nabi Lecturer FCSE" userId="22162f9c-d122-430c-b6e9-ac8024b7b6c6" providerId="ADAL" clId="{5C3D23FC-3187-CF4E-92B7-91605870A461}" dt="2025-09-12T01:35:35.692" v="84" actId="2696"/>
        <pc:sldMkLst>
          <pc:docMk/>
          <pc:sldMk cId="1707629631" sldId="1111"/>
        </pc:sldMkLst>
      </pc:sldChg>
      <pc:sldChg chg="add del">
        <pc:chgData name="Said Nabi Lecturer FCSE" userId="22162f9c-d122-430c-b6e9-ac8024b7b6c6" providerId="ADAL" clId="{5C3D23FC-3187-CF4E-92B7-91605870A461}" dt="2025-09-12T01:35:35.706" v="85" actId="2696"/>
        <pc:sldMkLst>
          <pc:docMk/>
          <pc:sldMk cId="2460403975" sldId="1112"/>
        </pc:sldMkLst>
      </pc:sldChg>
      <pc:sldChg chg="add del">
        <pc:chgData name="Said Nabi Lecturer FCSE" userId="22162f9c-d122-430c-b6e9-ac8024b7b6c6" providerId="ADAL" clId="{5C3D23FC-3187-CF4E-92B7-91605870A461}" dt="2025-09-12T01:35:35.725" v="87" actId="2696"/>
        <pc:sldMkLst>
          <pc:docMk/>
          <pc:sldMk cId="3693101677" sldId="1113"/>
        </pc:sldMkLst>
      </pc:sldChg>
      <pc:sldChg chg="add del">
        <pc:chgData name="Said Nabi Lecturer FCSE" userId="22162f9c-d122-430c-b6e9-ac8024b7b6c6" providerId="ADAL" clId="{5C3D23FC-3187-CF4E-92B7-91605870A461}" dt="2025-09-12T01:35:35.716" v="86" actId="2696"/>
        <pc:sldMkLst>
          <pc:docMk/>
          <pc:sldMk cId="69748182" sldId="1114"/>
        </pc:sldMkLst>
      </pc:sldChg>
      <pc:sldChg chg="add del">
        <pc:chgData name="Said Nabi Lecturer FCSE" userId="22162f9c-d122-430c-b6e9-ac8024b7b6c6" providerId="ADAL" clId="{5C3D23FC-3187-CF4E-92B7-91605870A461}" dt="2025-09-12T01:35:35.735" v="88" actId="2696"/>
        <pc:sldMkLst>
          <pc:docMk/>
          <pc:sldMk cId="2296264458" sldId="1115"/>
        </pc:sldMkLst>
      </pc:sldChg>
      <pc:sldChg chg="add del">
        <pc:chgData name="Said Nabi Lecturer FCSE" userId="22162f9c-d122-430c-b6e9-ac8024b7b6c6" providerId="ADAL" clId="{5C3D23FC-3187-CF4E-92B7-91605870A461}" dt="2025-09-12T01:35:35.746" v="89" actId="2696"/>
        <pc:sldMkLst>
          <pc:docMk/>
          <pc:sldMk cId="466852178" sldId="1116"/>
        </pc:sldMkLst>
      </pc:sldChg>
      <pc:sldChg chg="add del">
        <pc:chgData name="Said Nabi Lecturer FCSE" userId="22162f9c-d122-430c-b6e9-ac8024b7b6c6" providerId="ADAL" clId="{5C3D23FC-3187-CF4E-92B7-91605870A461}" dt="2025-09-12T01:35:35.751" v="90" actId="2696"/>
        <pc:sldMkLst>
          <pc:docMk/>
          <pc:sldMk cId="1831332921" sldId="1117"/>
        </pc:sldMkLst>
      </pc:sldChg>
      <pc:sldChg chg="add del">
        <pc:chgData name="Said Nabi Lecturer FCSE" userId="22162f9c-d122-430c-b6e9-ac8024b7b6c6" providerId="ADAL" clId="{5C3D23FC-3187-CF4E-92B7-91605870A461}" dt="2025-09-12T01:35:35.771" v="92" actId="2696"/>
        <pc:sldMkLst>
          <pc:docMk/>
          <pc:sldMk cId="1358618617" sldId="1118"/>
        </pc:sldMkLst>
      </pc:sldChg>
      <pc:sldChg chg="add del">
        <pc:chgData name="Said Nabi Lecturer FCSE" userId="22162f9c-d122-430c-b6e9-ac8024b7b6c6" providerId="ADAL" clId="{5C3D23FC-3187-CF4E-92B7-91605870A461}" dt="2025-09-12T01:35:35.776" v="93" actId="2696"/>
        <pc:sldMkLst>
          <pc:docMk/>
          <pc:sldMk cId="2943906399" sldId="1119"/>
        </pc:sldMkLst>
      </pc:sldChg>
      <pc:sldChg chg="add del">
        <pc:chgData name="Said Nabi Lecturer FCSE" userId="22162f9c-d122-430c-b6e9-ac8024b7b6c6" providerId="ADAL" clId="{5C3D23FC-3187-CF4E-92B7-91605870A461}" dt="2025-09-12T01:35:35.791" v="95" actId="2696"/>
        <pc:sldMkLst>
          <pc:docMk/>
          <pc:sldMk cId="250426232" sldId="1120"/>
        </pc:sldMkLst>
      </pc:sldChg>
      <pc:sldChg chg="add del">
        <pc:chgData name="Said Nabi Lecturer FCSE" userId="22162f9c-d122-430c-b6e9-ac8024b7b6c6" providerId="ADAL" clId="{5C3D23FC-3187-CF4E-92B7-91605870A461}" dt="2025-09-12T01:35:35.762" v="91" actId="2696"/>
        <pc:sldMkLst>
          <pc:docMk/>
          <pc:sldMk cId="3780248084" sldId="1121"/>
        </pc:sldMkLst>
      </pc:sldChg>
      <pc:sldChg chg="add del">
        <pc:chgData name="Said Nabi Lecturer FCSE" userId="22162f9c-d122-430c-b6e9-ac8024b7b6c6" providerId="ADAL" clId="{5C3D23FC-3187-CF4E-92B7-91605870A461}" dt="2025-09-12T01:35:35.786" v="94" actId="2696"/>
        <pc:sldMkLst>
          <pc:docMk/>
          <pc:sldMk cId="329633590" sldId="1122"/>
        </pc:sldMkLst>
      </pc:sldChg>
      <pc:sldChg chg="add del">
        <pc:chgData name="Said Nabi Lecturer FCSE" userId="22162f9c-d122-430c-b6e9-ac8024b7b6c6" providerId="ADAL" clId="{5C3D23FC-3187-CF4E-92B7-91605870A461}" dt="2025-09-12T01:35:35.803" v="96" actId="2696"/>
        <pc:sldMkLst>
          <pc:docMk/>
          <pc:sldMk cId="3855118072" sldId="1123"/>
        </pc:sldMkLst>
      </pc:sldChg>
      <pc:sldChg chg="modSp mod modAnim">
        <pc:chgData name="Said Nabi Lecturer FCSE" userId="22162f9c-d122-430c-b6e9-ac8024b7b6c6" providerId="ADAL" clId="{5C3D23FC-3187-CF4E-92B7-91605870A461}" dt="2025-09-12T05:20:15.872" v="699" actId="1076"/>
        <pc:sldMkLst>
          <pc:docMk/>
          <pc:sldMk cId="3364439907" sldId="1124"/>
        </pc:sldMkLst>
        <pc:spChg chg="mod">
          <ac:chgData name="Said Nabi Lecturer FCSE" userId="22162f9c-d122-430c-b6e9-ac8024b7b6c6" providerId="ADAL" clId="{5C3D23FC-3187-CF4E-92B7-91605870A461}" dt="2025-09-12T05:20:15.872" v="699" actId="1076"/>
          <ac:spMkLst>
            <pc:docMk/>
            <pc:sldMk cId="3364439907" sldId="1124"/>
            <ac:spMk id="3" creationId="{3A2DEC95-DCE2-DE72-424C-58584EE884C8}"/>
          </ac:spMkLst>
        </pc:spChg>
      </pc:sldChg>
      <pc:sldChg chg="add del">
        <pc:chgData name="Said Nabi Lecturer FCSE" userId="22162f9c-d122-430c-b6e9-ac8024b7b6c6" providerId="ADAL" clId="{5C3D23FC-3187-CF4E-92B7-91605870A461}" dt="2025-09-12T01:35:35.681" v="83" actId="2696"/>
        <pc:sldMkLst>
          <pc:docMk/>
          <pc:sldMk cId="1891952884" sldId="1125"/>
        </pc:sldMkLst>
      </pc:sldChg>
      <pc:sldChg chg="add del">
        <pc:chgData name="Said Nabi Lecturer FCSE" userId="22162f9c-d122-430c-b6e9-ac8024b7b6c6" providerId="ADAL" clId="{5C3D23FC-3187-CF4E-92B7-91605870A461}" dt="2025-09-12T01:35:35.813" v="97" actId="2696"/>
        <pc:sldMkLst>
          <pc:docMk/>
          <pc:sldMk cId="241760437" sldId="1126"/>
        </pc:sldMkLst>
      </pc:sldChg>
      <pc:sldChg chg="add del">
        <pc:chgData name="Said Nabi Lecturer FCSE" userId="22162f9c-d122-430c-b6e9-ac8024b7b6c6" providerId="ADAL" clId="{5C3D23FC-3187-CF4E-92B7-91605870A461}" dt="2025-09-12T01:35:35.824" v="98" actId="2696"/>
        <pc:sldMkLst>
          <pc:docMk/>
          <pc:sldMk cId="2896715979" sldId="1128"/>
        </pc:sldMkLst>
      </pc:sldChg>
      <pc:sldChg chg="add del">
        <pc:chgData name="Said Nabi Lecturer FCSE" userId="22162f9c-d122-430c-b6e9-ac8024b7b6c6" providerId="ADAL" clId="{5C3D23FC-3187-CF4E-92B7-91605870A461}" dt="2025-09-12T01:35:35.833" v="99" actId="2696"/>
        <pc:sldMkLst>
          <pc:docMk/>
          <pc:sldMk cId="593302822" sldId="1129"/>
        </pc:sldMkLst>
      </pc:sldChg>
      <pc:sldChg chg="add del">
        <pc:chgData name="Said Nabi Lecturer FCSE" userId="22162f9c-d122-430c-b6e9-ac8024b7b6c6" providerId="ADAL" clId="{5C3D23FC-3187-CF4E-92B7-91605870A461}" dt="2025-09-12T01:35:35.846" v="100" actId="2696"/>
        <pc:sldMkLst>
          <pc:docMk/>
          <pc:sldMk cId="3178279793" sldId="1130"/>
        </pc:sldMkLst>
      </pc:sldChg>
      <pc:sldChg chg="add del">
        <pc:chgData name="Said Nabi Lecturer FCSE" userId="22162f9c-d122-430c-b6e9-ac8024b7b6c6" providerId="ADAL" clId="{5C3D23FC-3187-CF4E-92B7-91605870A461}" dt="2025-09-12T01:35:35.850" v="101" actId="2696"/>
        <pc:sldMkLst>
          <pc:docMk/>
          <pc:sldMk cId="2303797746" sldId="1131"/>
        </pc:sldMkLst>
      </pc:sldChg>
      <pc:sldChg chg="add del">
        <pc:chgData name="Said Nabi Lecturer FCSE" userId="22162f9c-d122-430c-b6e9-ac8024b7b6c6" providerId="ADAL" clId="{5C3D23FC-3187-CF4E-92B7-91605870A461}" dt="2025-09-12T01:35:35.858" v="102" actId="2696"/>
        <pc:sldMkLst>
          <pc:docMk/>
          <pc:sldMk cId="2144598065" sldId="1132"/>
        </pc:sldMkLst>
      </pc:sldChg>
      <pc:sldChg chg="add del">
        <pc:chgData name="Said Nabi Lecturer FCSE" userId="22162f9c-d122-430c-b6e9-ac8024b7b6c6" providerId="ADAL" clId="{5C3D23FC-3187-CF4E-92B7-91605870A461}" dt="2025-09-12T01:35:35.869" v="103" actId="2696"/>
        <pc:sldMkLst>
          <pc:docMk/>
          <pc:sldMk cId="3198496999" sldId="1133"/>
        </pc:sldMkLst>
      </pc:sldChg>
      <pc:sldChg chg="add del">
        <pc:chgData name="Said Nabi Lecturer FCSE" userId="22162f9c-d122-430c-b6e9-ac8024b7b6c6" providerId="ADAL" clId="{5C3D23FC-3187-CF4E-92B7-91605870A461}" dt="2025-09-12T01:35:35.879" v="104" actId="2696"/>
        <pc:sldMkLst>
          <pc:docMk/>
          <pc:sldMk cId="1218247055" sldId="1134"/>
        </pc:sldMkLst>
      </pc:sldChg>
      <pc:sldChg chg="add del">
        <pc:chgData name="Said Nabi Lecturer FCSE" userId="22162f9c-d122-430c-b6e9-ac8024b7b6c6" providerId="ADAL" clId="{5C3D23FC-3187-CF4E-92B7-91605870A461}" dt="2025-09-12T01:35:35.889" v="105" actId="2696"/>
        <pc:sldMkLst>
          <pc:docMk/>
          <pc:sldMk cId="872205297" sldId="1135"/>
        </pc:sldMkLst>
      </pc:sldChg>
      <pc:sldChg chg="add del">
        <pc:chgData name="Said Nabi Lecturer FCSE" userId="22162f9c-d122-430c-b6e9-ac8024b7b6c6" providerId="ADAL" clId="{5C3D23FC-3187-CF4E-92B7-91605870A461}" dt="2025-09-12T01:35:21.912" v="37" actId="2696"/>
        <pc:sldMkLst>
          <pc:docMk/>
          <pc:sldMk cId="403607528" sldId="1136"/>
        </pc:sldMkLst>
      </pc:sldChg>
      <pc:sldChg chg="delSp modSp mod delAnim">
        <pc:chgData name="Said Nabi Lecturer FCSE" userId="22162f9c-d122-430c-b6e9-ac8024b7b6c6" providerId="ADAL" clId="{5C3D23FC-3187-CF4E-92B7-91605870A461}" dt="2025-09-12T05:21:35.404" v="701" actId="1076"/>
        <pc:sldMkLst>
          <pc:docMk/>
          <pc:sldMk cId="248812704" sldId="1137"/>
        </pc:sldMkLst>
      </pc:sldChg>
      <pc:sldChg chg="addSp delSp modSp add mod delAnim modAnim">
        <pc:chgData name="Said Nabi Lecturer FCSE" userId="22162f9c-d122-430c-b6e9-ac8024b7b6c6" providerId="ADAL" clId="{5C3D23FC-3187-CF4E-92B7-91605870A461}" dt="2025-09-12T05:21:44.138" v="704" actId="1076"/>
        <pc:sldMkLst>
          <pc:docMk/>
          <pc:sldMk cId="1938970744" sldId="1138"/>
        </pc:sldMkLst>
      </pc:sldChg>
      <pc:sldChg chg="addSp modSp add mod modAnim">
        <pc:chgData name="Said Nabi Lecturer FCSE" userId="22162f9c-d122-430c-b6e9-ac8024b7b6c6" providerId="ADAL" clId="{5C3D23FC-3187-CF4E-92B7-91605870A461}" dt="2025-09-12T05:22:50.666" v="713" actId="113"/>
        <pc:sldMkLst>
          <pc:docMk/>
          <pc:sldMk cId="1566437426" sldId="1139"/>
        </pc:sldMkLst>
      </pc:sldChg>
      <pc:sldChg chg="addSp delSp modSp add mod delAnim modAnim">
        <pc:chgData name="Said Nabi Lecturer FCSE" userId="22162f9c-d122-430c-b6e9-ac8024b7b6c6" providerId="ADAL" clId="{5C3D23FC-3187-CF4E-92B7-91605870A461}" dt="2025-09-12T05:24:54.392" v="724" actId="5793"/>
        <pc:sldMkLst>
          <pc:docMk/>
          <pc:sldMk cId="3780307356" sldId="1140"/>
        </pc:sldMkLst>
      </pc:sldChg>
      <pc:sldChg chg="addSp delSp modSp new mod addAnim delAnim modAnim">
        <pc:chgData name="Said Nabi Lecturer FCSE" userId="22162f9c-d122-430c-b6e9-ac8024b7b6c6" providerId="ADAL" clId="{5C3D23FC-3187-CF4E-92B7-91605870A461}" dt="2025-09-12T05:28:42.104" v="760" actId="20577"/>
        <pc:sldMkLst>
          <pc:docMk/>
          <pc:sldMk cId="580909099" sldId="1141"/>
        </pc:sldMkLst>
      </pc:sldChg>
      <pc:sldChg chg="delSp modSp add mod modNotesTx">
        <pc:chgData name="Said Nabi Lecturer FCSE" userId="22162f9c-d122-430c-b6e9-ac8024b7b6c6" providerId="ADAL" clId="{5C3D23FC-3187-CF4E-92B7-91605870A461}" dt="2025-09-12T05:26:40.700" v="742" actId="207"/>
        <pc:sldMkLst>
          <pc:docMk/>
          <pc:sldMk cId="1849588551" sldId="1142"/>
        </pc:sldMkLst>
      </pc:sldChg>
      <pc:sldChg chg="delSp modSp add mod">
        <pc:chgData name="Said Nabi Lecturer FCSE" userId="22162f9c-d122-430c-b6e9-ac8024b7b6c6" providerId="ADAL" clId="{5C3D23FC-3187-CF4E-92B7-91605870A461}" dt="2025-09-12T05:46:41.849" v="897" actId="5793"/>
        <pc:sldMkLst>
          <pc:docMk/>
          <pc:sldMk cId="2474882224" sldId="1143"/>
        </pc:sldMkLst>
      </pc:sldChg>
      <pc:sldChg chg="addSp delSp modSp add mod modAnim">
        <pc:chgData name="Said Nabi Lecturer FCSE" userId="22162f9c-d122-430c-b6e9-ac8024b7b6c6" providerId="ADAL" clId="{5C3D23FC-3187-CF4E-92B7-91605870A461}" dt="2025-09-12T06:18:20.019" v="1074" actId="1076"/>
        <pc:sldMkLst>
          <pc:docMk/>
          <pc:sldMk cId="4248586032" sldId="1144"/>
        </pc:sldMkLst>
      </pc:sldChg>
      <pc:sldChg chg="delSp modSp add mod">
        <pc:chgData name="Said Nabi Lecturer FCSE" userId="22162f9c-d122-430c-b6e9-ac8024b7b6c6" providerId="ADAL" clId="{5C3D23FC-3187-CF4E-92B7-91605870A461}" dt="2025-09-12T05:59:51.729" v="1017" actId="1076"/>
        <pc:sldMkLst>
          <pc:docMk/>
          <pc:sldMk cId="589527899" sldId="1145"/>
        </pc:sldMkLst>
      </pc:sldChg>
      <pc:sldChg chg="addSp delSp modSp add mod modAnim">
        <pc:chgData name="Said Nabi Lecturer FCSE" userId="22162f9c-d122-430c-b6e9-ac8024b7b6c6" providerId="ADAL" clId="{5C3D23FC-3187-CF4E-92B7-91605870A461}" dt="2025-09-12T06:21:59.413" v="1083" actId="1076"/>
        <pc:sldMkLst>
          <pc:docMk/>
          <pc:sldMk cId="4008382073" sldId="1146"/>
        </pc:sldMkLst>
      </pc:sldChg>
      <pc:sldChg chg="delSp modSp add mod">
        <pc:chgData name="Said Nabi Lecturer FCSE" userId="22162f9c-d122-430c-b6e9-ac8024b7b6c6" providerId="ADAL" clId="{5C3D23FC-3187-CF4E-92B7-91605870A461}" dt="2025-09-12T07:17:37.248" v="1149" actId="5793"/>
        <pc:sldMkLst>
          <pc:docMk/>
          <pc:sldMk cId="1622355600" sldId="1147"/>
        </pc:sldMkLst>
      </pc:sldChg>
    </pc:docChg>
  </pc:docChgLst>
  <pc:docChgLst>
    <pc:chgData name="Said Nabi Lecturer FCSE" userId="22162f9c-d122-430c-b6e9-ac8024b7b6c6" providerId="ADAL" clId="{4D02BC02-CA40-0145-8FAF-6BE3E7D9936D}"/>
    <pc:docChg chg="undo custSel addSld delSld modSld">
      <pc:chgData name="Said Nabi Lecturer FCSE" userId="22162f9c-d122-430c-b6e9-ac8024b7b6c6" providerId="ADAL" clId="{4D02BC02-CA40-0145-8FAF-6BE3E7D9936D}" dt="2025-09-18T06:13:14.080" v="279"/>
      <pc:docMkLst>
        <pc:docMk/>
      </pc:docMkLst>
      <pc:sldChg chg="modNotesTx">
        <pc:chgData name="Said Nabi Lecturer FCSE" userId="22162f9c-d122-430c-b6e9-ac8024b7b6c6" providerId="ADAL" clId="{4D02BC02-CA40-0145-8FAF-6BE3E7D9936D}" dt="2025-09-15T01:23:29.240" v="1" actId="20577"/>
        <pc:sldMkLst>
          <pc:docMk/>
          <pc:sldMk cId="1096063026" sldId="337"/>
        </pc:sldMkLst>
      </pc:sldChg>
      <pc:sldChg chg="modSp modNotesTx">
        <pc:chgData name="Said Nabi Lecturer FCSE" userId="22162f9c-d122-430c-b6e9-ac8024b7b6c6" providerId="ADAL" clId="{4D02BC02-CA40-0145-8FAF-6BE3E7D9936D}" dt="2025-09-16T04:59:56.066" v="18" actId="5793"/>
        <pc:sldMkLst>
          <pc:docMk/>
          <pc:sldMk cId="1782271132" sldId="338"/>
        </pc:sldMkLst>
      </pc:sldChg>
      <pc:sldChg chg="modAnim">
        <pc:chgData name="Said Nabi Lecturer FCSE" userId="22162f9c-d122-430c-b6e9-ac8024b7b6c6" providerId="ADAL" clId="{4D02BC02-CA40-0145-8FAF-6BE3E7D9936D}" dt="2025-09-18T06:13:14.080" v="279"/>
        <pc:sldMkLst>
          <pc:docMk/>
          <pc:sldMk cId="580909099" sldId="1141"/>
        </pc:sldMkLst>
      </pc:sldChg>
      <pc:sldChg chg="addSp modSp mod">
        <pc:chgData name="Said Nabi Lecturer FCSE" userId="22162f9c-d122-430c-b6e9-ac8024b7b6c6" providerId="ADAL" clId="{4D02BC02-CA40-0145-8FAF-6BE3E7D9936D}" dt="2025-09-16T05:31:28.156" v="24" actId="14100"/>
        <pc:sldMkLst>
          <pc:docMk/>
          <pc:sldMk cId="2474882224" sldId="1143"/>
        </pc:sldMkLst>
      </pc:sldChg>
      <pc:sldChg chg="modNotesTx">
        <pc:chgData name="Said Nabi Lecturer FCSE" userId="22162f9c-d122-430c-b6e9-ac8024b7b6c6" providerId="ADAL" clId="{4D02BC02-CA40-0145-8FAF-6BE3E7D9936D}" dt="2025-09-16T02:37:32.298" v="2" actId="20577"/>
        <pc:sldMkLst>
          <pc:docMk/>
          <pc:sldMk cId="1622355600" sldId="1147"/>
        </pc:sldMkLst>
      </pc:sldChg>
      <pc:sldChg chg="new del">
        <pc:chgData name="Said Nabi Lecturer FCSE" userId="22162f9c-d122-430c-b6e9-ac8024b7b6c6" providerId="ADAL" clId="{4D02BC02-CA40-0145-8FAF-6BE3E7D9936D}" dt="2025-09-17T13:21:52.286" v="26" actId="680"/>
        <pc:sldMkLst>
          <pc:docMk/>
          <pc:sldMk cId="12593894" sldId="1148"/>
        </pc:sldMkLst>
      </pc:sldChg>
      <pc:sldChg chg="add">
        <pc:chgData name="Said Nabi Lecturer FCSE" userId="22162f9c-d122-430c-b6e9-ac8024b7b6c6" providerId="ADAL" clId="{4D02BC02-CA40-0145-8FAF-6BE3E7D9936D}" dt="2025-09-17T13:21:56.879" v="27" actId="2890"/>
        <pc:sldMkLst>
          <pc:docMk/>
          <pc:sldMk cId="110779487" sldId="1148"/>
        </pc:sldMkLst>
      </pc:sldChg>
      <pc:sldChg chg="modAnim">
        <pc:chgData name="Said Nabi Lecturer FCSE" userId="22162f9c-d122-430c-b6e9-ac8024b7b6c6" providerId="ADAL" clId="{4D02BC02-CA40-0145-8FAF-6BE3E7D9936D}" dt="2025-09-18T03:43:58.719" v="29"/>
        <pc:sldMkLst>
          <pc:docMk/>
          <pc:sldMk cId="2951669984" sldId="1149"/>
        </pc:sldMkLst>
      </pc:sldChg>
      <pc:sldChg chg="delSp modSp mod delAnim modAnim">
        <pc:chgData name="Said Nabi Lecturer FCSE" userId="22162f9c-d122-430c-b6e9-ac8024b7b6c6" providerId="ADAL" clId="{4D02BC02-CA40-0145-8FAF-6BE3E7D9936D}" dt="2025-09-18T04:22:50.146" v="102" actId="14100"/>
        <pc:sldMkLst>
          <pc:docMk/>
          <pc:sldMk cId="2984414478" sldId="1150"/>
        </pc:sldMkLst>
      </pc:sldChg>
      <pc:sldChg chg="modSp add mod modAnim">
        <pc:chgData name="Said Nabi Lecturer FCSE" userId="22162f9c-d122-430c-b6e9-ac8024b7b6c6" providerId="ADAL" clId="{4D02BC02-CA40-0145-8FAF-6BE3E7D9936D}" dt="2025-09-18T04:28:48.010" v="199" actId="207"/>
        <pc:sldMkLst>
          <pc:docMk/>
          <pc:sldMk cId="1774331541" sldId="1151"/>
        </pc:sldMkLst>
      </pc:sldChg>
      <pc:sldChg chg="modSp add mod">
        <pc:chgData name="Said Nabi Lecturer FCSE" userId="22162f9c-d122-430c-b6e9-ac8024b7b6c6" providerId="ADAL" clId="{4D02BC02-CA40-0145-8FAF-6BE3E7D9936D}" dt="2025-09-18T04:34:04.769" v="257" actId="15"/>
        <pc:sldMkLst>
          <pc:docMk/>
          <pc:sldMk cId="1409692786" sldId="1152"/>
        </pc:sldMkLst>
      </pc:sldChg>
      <pc:sldChg chg="delSp modSp new mod">
        <pc:chgData name="Said Nabi Lecturer FCSE" userId="22162f9c-d122-430c-b6e9-ac8024b7b6c6" providerId="ADAL" clId="{4D02BC02-CA40-0145-8FAF-6BE3E7D9936D}" dt="2025-09-18T06:09:33.716" v="275" actId="1076"/>
        <pc:sldMkLst>
          <pc:docMk/>
          <pc:sldMk cId="1046561435" sldId="1153"/>
        </pc:sldMkLst>
      </pc:sldChg>
    </pc:docChg>
  </pc:docChgLst>
  <pc:docChgLst>
    <pc:chgData name="Said Nabi Lecturer FCSE" userId="22162f9c-d122-430c-b6e9-ac8024b7b6c6" providerId="ADAL" clId="{CF2FA538-86AF-B840-B249-4D5E586FE115}"/>
    <pc:docChg chg="undo custSel addSld delSld modSld sldOrd">
      <pc:chgData name="Said Nabi Lecturer FCSE" userId="22162f9c-d122-430c-b6e9-ac8024b7b6c6" providerId="ADAL" clId="{CF2FA538-86AF-B840-B249-4D5E586FE115}" dt="2025-09-11T06:21:58.765" v="933" actId="113"/>
      <pc:docMkLst>
        <pc:docMk/>
      </pc:docMkLst>
      <pc:sldChg chg="modNotesTx">
        <pc:chgData name="Said Nabi Lecturer FCSE" userId="22162f9c-d122-430c-b6e9-ac8024b7b6c6" providerId="ADAL" clId="{CF2FA538-86AF-B840-B249-4D5E586FE115}" dt="2025-09-08T04:54:35.017" v="139" actId="20577"/>
        <pc:sldMkLst>
          <pc:docMk/>
          <pc:sldMk cId="4279825855" sldId="1101"/>
        </pc:sldMkLst>
      </pc:sldChg>
      <pc:sldChg chg="modAnim">
        <pc:chgData name="Said Nabi Lecturer FCSE" userId="22162f9c-d122-430c-b6e9-ac8024b7b6c6" providerId="ADAL" clId="{CF2FA538-86AF-B840-B249-4D5E586FE115}" dt="2025-09-08T04:54:55.666" v="140"/>
        <pc:sldMkLst>
          <pc:docMk/>
          <pc:sldMk cId="599551991" sldId="1102"/>
        </pc:sldMkLst>
      </pc:sldChg>
      <pc:sldChg chg="modSp modNotesTx">
        <pc:chgData name="Said Nabi Lecturer FCSE" userId="22162f9c-d122-430c-b6e9-ac8024b7b6c6" providerId="ADAL" clId="{CF2FA538-86AF-B840-B249-4D5E586FE115}" dt="2025-09-08T05:04:47.032" v="253" actId="20577"/>
        <pc:sldMkLst>
          <pc:docMk/>
          <pc:sldMk cId="2514025918" sldId="1103"/>
        </pc:sldMkLst>
      </pc:sldChg>
      <pc:sldChg chg="modNotesTx">
        <pc:chgData name="Said Nabi Lecturer FCSE" userId="22162f9c-d122-430c-b6e9-ac8024b7b6c6" providerId="ADAL" clId="{CF2FA538-86AF-B840-B249-4D5E586FE115}" dt="2025-09-08T05:07:50.096" v="268" actId="20577"/>
        <pc:sldMkLst>
          <pc:docMk/>
          <pc:sldMk cId="3344359515" sldId="1105"/>
        </pc:sldMkLst>
      </pc:sldChg>
      <pc:sldChg chg="modNotesTx">
        <pc:chgData name="Said Nabi Lecturer FCSE" userId="22162f9c-d122-430c-b6e9-ac8024b7b6c6" providerId="ADAL" clId="{CF2FA538-86AF-B840-B249-4D5E586FE115}" dt="2025-09-08T04:44:54.257" v="25" actId="20577"/>
        <pc:sldMkLst>
          <pc:docMk/>
          <pc:sldMk cId="3263338990" sldId="1107"/>
        </pc:sldMkLst>
      </pc:sldChg>
      <pc:sldChg chg="del">
        <pc:chgData name="Said Nabi Lecturer FCSE" userId="22162f9c-d122-430c-b6e9-ac8024b7b6c6" providerId="ADAL" clId="{CF2FA538-86AF-B840-B249-4D5E586FE115}" dt="2025-09-08T04:45:22.695" v="26" actId="2696"/>
        <pc:sldMkLst>
          <pc:docMk/>
          <pc:sldMk cId="301422720" sldId="1108"/>
        </pc:sldMkLst>
      </pc:sldChg>
      <pc:sldChg chg="modNotesTx">
        <pc:chgData name="Said Nabi Lecturer FCSE" userId="22162f9c-d122-430c-b6e9-ac8024b7b6c6" providerId="ADAL" clId="{CF2FA538-86AF-B840-B249-4D5E586FE115}" dt="2025-09-11T05:52:48.423" v="926" actId="113"/>
        <pc:sldMkLst>
          <pc:docMk/>
          <pc:sldMk cId="1358618617" sldId="1118"/>
        </pc:sldMkLst>
      </pc:sldChg>
      <pc:sldChg chg="modSp">
        <pc:chgData name="Said Nabi Lecturer FCSE" userId="22162f9c-d122-430c-b6e9-ac8024b7b6c6" providerId="ADAL" clId="{CF2FA538-86AF-B840-B249-4D5E586FE115}" dt="2025-09-11T06:17:04.961" v="930" actId="207"/>
        <pc:sldMkLst>
          <pc:docMk/>
          <pc:sldMk cId="250426232" sldId="1120"/>
        </pc:sldMkLst>
      </pc:sldChg>
      <pc:sldChg chg="modNotesTx">
        <pc:chgData name="Said Nabi Lecturer FCSE" userId="22162f9c-d122-430c-b6e9-ac8024b7b6c6" providerId="ADAL" clId="{CF2FA538-86AF-B840-B249-4D5E586FE115}" dt="2025-09-11T06:21:58.765" v="933" actId="113"/>
        <pc:sldMkLst>
          <pc:docMk/>
          <pc:sldMk cId="3855118072" sldId="1123"/>
        </pc:sldMkLst>
      </pc:sldChg>
      <pc:sldChg chg="modSp add mod ord modAnim">
        <pc:chgData name="Said Nabi Lecturer FCSE" userId="22162f9c-d122-430c-b6e9-ac8024b7b6c6" providerId="ADAL" clId="{CF2FA538-86AF-B840-B249-4D5E586FE115}" dt="2025-09-10T04:34:57.907" v="359" actId="207"/>
        <pc:sldMkLst>
          <pc:docMk/>
          <pc:sldMk cId="241760437" sldId="1126"/>
        </pc:sldMkLst>
      </pc:sldChg>
      <pc:sldChg chg="add">
        <pc:chgData name="Said Nabi Lecturer FCSE" userId="22162f9c-d122-430c-b6e9-ac8024b7b6c6" providerId="ADAL" clId="{CF2FA538-86AF-B840-B249-4D5E586FE115}" dt="2025-09-10T04:23:12.612" v="271" actId="2890"/>
        <pc:sldMkLst>
          <pc:docMk/>
          <pc:sldMk cId="2422897736" sldId="1127"/>
        </pc:sldMkLst>
      </pc:sldChg>
      <pc:sldChg chg="modSp add mod modAnim">
        <pc:chgData name="Said Nabi Lecturer FCSE" userId="22162f9c-d122-430c-b6e9-ac8024b7b6c6" providerId="ADAL" clId="{CF2FA538-86AF-B840-B249-4D5E586FE115}" dt="2025-09-10T04:43:19.982" v="391" actId="207"/>
        <pc:sldMkLst>
          <pc:docMk/>
          <pc:sldMk cId="2896715979" sldId="1128"/>
        </pc:sldMkLst>
      </pc:sldChg>
      <pc:sldChg chg="addSp delSp modSp new mod">
        <pc:chgData name="Said Nabi Lecturer FCSE" userId="22162f9c-d122-430c-b6e9-ac8024b7b6c6" providerId="ADAL" clId="{CF2FA538-86AF-B840-B249-4D5E586FE115}" dt="2025-09-10T04:54:38.475" v="456" actId="20577"/>
        <pc:sldMkLst>
          <pc:docMk/>
          <pc:sldMk cId="593302822" sldId="1129"/>
        </pc:sldMkLst>
      </pc:sldChg>
      <pc:sldChg chg="addSp delSp modSp add mod modAnim">
        <pc:chgData name="Said Nabi Lecturer FCSE" userId="22162f9c-d122-430c-b6e9-ac8024b7b6c6" providerId="ADAL" clId="{CF2FA538-86AF-B840-B249-4D5E586FE115}" dt="2025-09-10T06:41:44.041" v="576"/>
        <pc:sldMkLst>
          <pc:docMk/>
          <pc:sldMk cId="3178279793" sldId="1130"/>
        </pc:sldMkLst>
      </pc:sldChg>
      <pc:sldChg chg="add del">
        <pc:chgData name="Said Nabi Lecturer FCSE" userId="22162f9c-d122-430c-b6e9-ac8024b7b6c6" providerId="ADAL" clId="{CF2FA538-86AF-B840-B249-4D5E586FE115}" dt="2025-09-10T04:56:22.174" v="458" actId="2696"/>
        <pc:sldMkLst>
          <pc:docMk/>
          <pc:sldMk cId="3339245197" sldId="1130"/>
        </pc:sldMkLst>
      </pc:sldChg>
      <pc:sldChg chg="addSp modSp add mod modAnim">
        <pc:chgData name="Said Nabi Lecturer FCSE" userId="22162f9c-d122-430c-b6e9-ac8024b7b6c6" providerId="ADAL" clId="{CF2FA538-86AF-B840-B249-4D5E586FE115}" dt="2025-09-10T06:49:02.099" v="612" actId="1076"/>
        <pc:sldMkLst>
          <pc:docMk/>
          <pc:sldMk cId="2303797746" sldId="1131"/>
        </pc:sldMkLst>
      </pc:sldChg>
      <pc:sldChg chg="add del">
        <pc:chgData name="Said Nabi Lecturer FCSE" userId="22162f9c-d122-430c-b6e9-ac8024b7b6c6" providerId="ADAL" clId="{CF2FA538-86AF-B840-B249-4D5E586FE115}" dt="2025-09-10T06:42:49.970" v="578" actId="2696"/>
        <pc:sldMkLst>
          <pc:docMk/>
          <pc:sldMk cId="3937952297" sldId="1131"/>
        </pc:sldMkLst>
      </pc:sldChg>
      <pc:sldChg chg="addSp delSp modSp new mod">
        <pc:chgData name="Said Nabi Lecturer FCSE" userId="22162f9c-d122-430c-b6e9-ac8024b7b6c6" providerId="ADAL" clId="{CF2FA538-86AF-B840-B249-4D5E586FE115}" dt="2025-09-10T09:16:58.472" v="631" actId="14100"/>
        <pc:sldMkLst>
          <pc:docMk/>
          <pc:sldMk cId="2144598065" sldId="1132"/>
        </pc:sldMkLst>
      </pc:sldChg>
      <pc:sldChg chg="add del">
        <pc:chgData name="Said Nabi Lecturer FCSE" userId="22162f9c-d122-430c-b6e9-ac8024b7b6c6" providerId="ADAL" clId="{CF2FA538-86AF-B840-B249-4D5E586FE115}" dt="2025-09-10T06:43:10.956" v="583"/>
        <pc:sldMkLst>
          <pc:docMk/>
          <pc:sldMk cId="3566018581" sldId="1132"/>
        </pc:sldMkLst>
      </pc:sldChg>
      <pc:sldChg chg="addSp modSp add mod modAnim">
        <pc:chgData name="Said Nabi Lecturer FCSE" userId="22162f9c-d122-430c-b6e9-ac8024b7b6c6" providerId="ADAL" clId="{CF2FA538-86AF-B840-B249-4D5E586FE115}" dt="2025-09-11T04:27:07.649" v="834" actId="1076"/>
        <pc:sldMkLst>
          <pc:docMk/>
          <pc:sldMk cId="3198496999" sldId="1133"/>
        </pc:sldMkLst>
      </pc:sldChg>
      <pc:sldChg chg="addSp modSp add mod">
        <pc:chgData name="Said Nabi Lecturer FCSE" userId="22162f9c-d122-430c-b6e9-ac8024b7b6c6" providerId="ADAL" clId="{CF2FA538-86AF-B840-B249-4D5E586FE115}" dt="2025-09-11T04:33:15.433" v="853" actId="1076"/>
        <pc:sldMkLst>
          <pc:docMk/>
          <pc:sldMk cId="1218247055" sldId="1134"/>
        </pc:sldMkLst>
      </pc:sldChg>
      <pc:sldChg chg="addSp delSp modSp add mod modAnim">
        <pc:chgData name="Said Nabi Lecturer FCSE" userId="22162f9c-d122-430c-b6e9-ac8024b7b6c6" providerId="ADAL" clId="{CF2FA538-86AF-B840-B249-4D5E586FE115}" dt="2025-09-11T04:35:00.367" v="856" actId="1076"/>
        <pc:sldMkLst>
          <pc:docMk/>
          <pc:sldMk cId="872205297" sldId="1135"/>
        </pc:sldMkLst>
      </pc:sldChg>
      <pc:sldChg chg="addSp delSp modSp add mod modAnim">
        <pc:chgData name="Said Nabi Lecturer FCSE" userId="22162f9c-d122-430c-b6e9-ac8024b7b6c6" providerId="ADAL" clId="{CF2FA538-86AF-B840-B249-4D5E586FE115}" dt="2025-09-11T04:37:36.586" v="872" actId="14100"/>
        <pc:sldMkLst>
          <pc:docMk/>
          <pc:sldMk cId="403607528" sldId="1136"/>
        </pc:sldMkLst>
      </pc:sldChg>
      <pc:sldChg chg="addSp delSp modSp add mod">
        <pc:chgData name="Said Nabi Lecturer FCSE" userId="22162f9c-d122-430c-b6e9-ac8024b7b6c6" providerId="ADAL" clId="{CF2FA538-86AF-B840-B249-4D5E586FE115}" dt="2025-09-11T04:52:19.778" v="884" actId="113"/>
        <pc:sldMkLst>
          <pc:docMk/>
          <pc:sldMk cId="248812704" sldId="1137"/>
        </pc:sldMkLst>
      </pc:sldChg>
      <pc:sldChg chg="add del">
        <pc:chgData name="Said Nabi Lecturer FCSE" userId="22162f9c-d122-430c-b6e9-ac8024b7b6c6" providerId="ADAL" clId="{CF2FA538-86AF-B840-B249-4D5E586FE115}" dt="2025-09-11T04:33:37.575" v="854" actId="2696"/>
        <pc:sldMkLst>
          <pc:docMk/>
          <pc:sldMk cId="2608253588" sldId="1138"/>
        </pc:sldMkLst>
      </pc:sldChg>
    </pc:docChg>
  </pc:docChgLst>
  <pc:docChgLst>
    <pc:chgData name="Said Nabi Lecturer FCSE" userId="S::said.nabi@giki.edu.pk::22162f9c-d122-430c-b6e9-ac8024b7b6c6" providerId="AD" clId="Web-{757F4177-8241-6F18-5838-D89D6286101F}"/>
    <pc:docChg chg="addSld delSld">
      <pc:chgData name="Said Nabi Lecturer FCSE" userId="S::said.nabi@giki.edu.pk::22162f9c-d122-430c-b6e9-ac8024b7b6c6" providerId="AD" clId="Web-{757F4177-8241-6F18-5838-D89D6286101F}" dt="2025-09-19T06:49:24.481" v="19"/>
      <pc:docMkLst>
        <pc:docMk/>
      </pc:docMkLst>
      <pc:sldChg chg="del">
        <pc:chgData name="Said Nabi Lecturer FCSE" userId="S::said.nabi@giki.edu.pk::22162f9c-d122-430c-b6e9-ac8024b7b6c6" providerId="AD" clId="Web-{757F4177-8241-6F18-5838-D89D6286101F}" dt="2025-09-19T06:49:07.746" v="9"/>
        <pc:sldMkLst>
          <pc:docMk/>
          <pc:sldMk cId="1096063026" sldId="337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46" v="10"/>
        <pc:sldMkLst>
          <pc:docMk/>
          <pc:sldMk cId="1782271132" sldId="338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62" v="17"/>
        <pc:sldMkLst>
          <pc:docMk/>
          <pc:sldMk cId="403607528" sldId="1136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62" v="16"/>
        <pc:sldMkLst>
          <pc:docMk/>
          <pc:sldMk cId="248812704" sldId="1137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62" v="15"/>
        <pc:sldMkLst>
          <pc:docMk/>
          <pc:sldMk cId="1938970744" sldId="1138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62" v="14"/>
        <pc:sldMkLst>
          <pc:docMk/>
          <pc:sldMk cId="1566437426" sldId="1139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62" v="13"/>
        <pc:sldMkLst>
          <pc:docMk/>
          <pc:sldMk cId="3780307356" sldId="1140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46" v="11"/>
        <pc:sldMkLst>
          <pc:docMk/>
          <pc:sldMk cId="580909099" sldId="1141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46" v="12"/>
        <pc:sldMkLst>
          <pc:docMk/>
          <pc:sldMk cId="1849588551" sldId="1142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46" v="8"/>
        <pc:sldMkLst>
          <pc:docMk/>
          <pc:sldMk cId="2474882224" sldId="1143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46" v="7"/>
        <pc:sldMkLst>
          <pc:docMk/>
          <pc:sldMk cId="4248586032" sldId="1144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46" v="6"/>
        <pc:sldMkLst>
          <pc:docMk/>
          <pc:sldMk cId="589527899" sldId="1145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30" v="5"/>
        <pc:sldMkLst>
          <pc:docMk/>
          <pc:sldMk cId="4008382073" sldId="1146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30" v="4"/>
        <pc:sldMkLst>
          <pc:docMk/>
          <pc:sldMk cId="1622355600" sldId="1147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30" v="3"/>
        <pc:sldMkLst>
          <pc:docMk/>
          <pc:sldMk cId="110779487" sldId="1148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30" v="2"/>
        <pc:sldMkLst>
          <pc:docMk/>
          <pc:sldMk cId="2951669984" sldId="1149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15" v="1"/>
        <pc:sldMkLst>
          <pc:docMk/>
          <pc:sldMk cId="2984414478" sldId="1150"/>
        </pc:sldMkLst>
      </pc:sldChg>
      <pc:sldChg chg="del">
        <pc:chgData name="Said Nabi Lecturer FCSE" userId="S::said.nabi@giki.edu.pk::22162f9c-d122-430c-b6e9-ac8024b7b6c6" providerId="AD" clId="Web-{757F4177-8241-6F18-5838-D89D6286101F}" dt="2025-09-19T06:49:07.715" v="0"/>
        <pc:sldMkLst>
          <pc:docMk/>
          <pc:sldMk cId="1774331541" sldId="1151"/>
        </pc:sldMkLst>
      </pc:sldChg>
      <pc:sldChg chg="new">
        <pc:chgData name="Said Nabi Lecturer FCSE" userId="S::said.nabi@giki.edu.pk::22162f9c-d122-430c-b6e9-ac8024b7b6c6" providerId="AD" clId="Web-{757F4177-8241-6F18-5838-D89D6286101F}" dt="2025-09-19T06:49:18.512" v="18"/>
        <pc:sldMkLst>
          <pc:docMk/>
          <pc:sldMk cId="788360388" sldId="1154"/>
        </pc:sldMkLst>
      </pc:sldChg>
      <pc:sldChg chg="add replId">
        <pc:chgData name="Said Nabi Lecturer FCSE" userId="S::said.nabi@giki.edu.pk::22162f9c-d122-430c-b6e9-ac8024b7b6c6" providerId="AD" clId="Web-{757F4177-8241-6F18-5838-D89D6286101F}" dt="2025-09-19T06:49:24.481" v="19"/>
        <pc:sldMkLst>
          <pc:docMk/>
          <pc:sldMk cId="2769336207" sldId="1155"/>
        </pc:sldMkLst>
      </pc:sldChg>
    </pc:docChg>
  </pc:docChgLst>
  <pc:docChgLst>
    <pc:chgData name="Said Nabi Lecturer FCSE" userId="S::said.nabi@giki.edu.pk::22162f9c-d122-430c-b6e9-ac8024b7b6c6" providerId="AD" clId="Web-{06EEF7CD-A962-AD0A-A0D6-919BFD3CEA14}"/>
    <pc:docChg chg="modSld">
      <pc:chgData name="Said Nabi Lecturer FCSE" userId="S::said.nabi@giki.edu.pk::22162f9c-d122-430c-b6e9-ac8024b7b6c6" providerId="AD" clId="Web-{06EEF7CD-A962-AD0A-A0D6-919BFD3CEA14}" dt="2025-09-01T02:37:03.383" v="35"/>
      <pc:docMkLst>
        <pc:docMk/>
      </pc:docMkLst>
      <pc:sldChg chg="addAnim">
        <pc:chgData name="Said Nabi Lecturer FCSE" userId="S::said.nabi@giki.edu.pk::22162f9c-d122-430c-b6e9-ac8024b7b6c6" providerId="AD" clId="Web-{06EEF7CD-A962-AD0A-A0D6-919BFD3CEA14}" dt="2025-09-01T02:23:28.041" v="18"/>
        <pc:sldMkLst>
          <pc:docMk/>
          <pc:sldMk cId="4168114847" sldId="259"/>
        </pc:sldMkLst>
      </pc:sldChg>
      <pc:sldChg chg="modNotes">
        <pc:chgData name="Said Nabi Lecturer FCSE" userId="S::said.nabi@giki.edu.pk::22162f9c-d122-430c-b6e9-ac8024b7b6c6" providerId="AD" clId="Web-{06EEF7CD-A962-AD0A-A0D6-919BFD3CEA14}" dt="2025-09-01T02:12:43.094" v="4"/>
        <pc:sldMkLst>
          <pc:docMk/>
          <pc:sldMk cId="939810064" sldId="626"/>
        </pc:sldMkLst>
      </pc:sldChg>
      <pc:sldChg chg="modSp">
        <pc:chgData name="Said Nabi Lecturer FCSE" userId="S::said.nabi@giki.edu.pk::22162f9c-d122-430c-b6e9-ac8024b7b6c6" providerId="AD" clId="Web-{06EEF7CD-A962-AD0A-A0D6-919BFD3CEA14}" dt="2025-09-01T02:16:10.056" v="5" actId="1076"/>
        <pc:sldMkLst>
          <pc:docMk/>
          <pc:sldMk cId="3174868455" sldId="679"/>
        </pc:sldMkLst>
      </pc:sldChg>
      <pc:sldChg chg="modSp addAnim modAnim">
        <pc:chgData name="Said Nabi Lecturer FCSE" userId="S::said.nabi@giki.edu.pk::22162f9c-d122-430c-b6e9-ac8024b7b6c6" providerId="AD" clId="Web-{06EEF7CD-A962-AD0A-A0D6-919BFD3CEA14}" dt="2025-09-01T02:18:53.843" v="13"/>
        <pc:sldMkLst>
          <pc:docMk/>
          <pc:sldMk cId="4084291170" sldId="680"/>
        </pc:sldMkLst>
      </pc:sldChg>
      <pc:sldChg chg="addAnim">
        <pc:chgData name="Said Nabi Lecturer FCSE" userId="S::said.nabi@giki.edu.pk::22162f9c-d122-430c-b6e9-ac8024b7b6c6" providerId="AD" clId="Web-{06EEF7CD-A962-AD0A-A0D6-919BFD3CEA14}" dt="2025-09-01T02:23:46.494" v="20"/>
        <pc:sldMkLst>
          <pc:docMk/>
          <pc:sldMk cId="2648876072" sldId="800"/>
        </pc:sldMkLst>
      </pc:sldChg>
      <pc:sldChg chg="modTransition addAnim modNotes">
        <pc:chgData name="Said Nabi Lecturer FCSE" userId="S::said.nabi@giki.edu.pk::22162f9c-d122-430c-b6e9-ac8024b7b6c6" providerId="AD" clId="Web-{06EEF7CD-A962-AD0A-A0D6-919BFD3CEA14}" dt="2025-09-01T02:37:03.383" v="35"/>
        <pc:sldMkLst>
          <pc:docMk/>
          <pc:sldMk cId="1385171943" sldId="973"/>
        </pc:sldMkLst>
      </pc:sldChg>
      <pc:sldChg chg="addAnim modAnim">
        <pc:chgData name="Said Nabi Lecturer FCSE" userId="S::said.nabi@giki.edu.pk::22162f9c-d122-430c-b6e9-ac8024b7b6c6" providerId="AD" clId="Web-{06EEF7CD-A962-AD0A-A0D6-919BFD3CEA14}" dt="2025-09-01T02:22:53.164" v="16"/>
        <pc:sldMkLst>
          <pc:docMk/>
          <pc:sldMk cId="0" sldId="1086"/>
        </pc:sldMkLst>
      </pc:sldChg>
    </pc:docChg>
  </pc:docChgLst>
  <pc:docChgLst>
    <pc:chgData name="Said Nabi Lecturer FCSE" userId="22162f9c-d122-430c-b6e9-ac8024b7b6c6" providerId="ADAL" clId="{67A4F9F5-779B-5943-B14E-B85497A2BF22}"/>
    <pc:docChg chg="undo redo custSel addSld delSld modSld sldOrd">
      <pc:chgData name="Said Nabi Lecturer FCSE" userId="22162f9c-d122-430c-b6e9-ac8024b7b6c6" providerId="ADAL" clId="{67A4F9F5-779B-5943-B14E-B85497A2BF22}" dt="2025-10-10T01:57:12.253" v="8754" actId="2696"/>
      <pc:docMkLst>
        <pc:docMk/>
      </pc:docMkLst>
      <pc:sldChg chg="del">
        <pc:chgData name="Said Nabi Lecturer FCSE" userId="22162f9c-d122-430c-b6e9-ac8024b7b6c6" providerId="ADAL" clId="{67A4F9F5-779B-5943-B14E-B85497A2BF22}" dt="2025-10-02T09:32:38.802" v="8019" actId="2696"/>
        <pc:sldMkLst>
          <pc:docMk/>
          <pc:sldMk cId="2858188275" sldId="328"/>
        </pc:sldMkLst>
      </pc:sldChg>
      <pc:sldChg chg="del">
        <pc:chgData name="Said Nabi Lecturer FCSE" userId="22162f9c-d122-430c-b6e9-ac8024b7b6c6" providerId="ADAL" clId="{67A4F9F5-779B-5943-B14E-B85497A2BF22}" dt="2025-10-02T09:32:38.990" v="8024" actId="2696"/>
        <pc:sldMkLst>
          <pc:docMk/>
          <pc:sldMk cId="990652252" sldId="329"/>
        </pc:sldMkLst>
      </pc:sldChg>
      <pc:sldChg chg="del">
        <pc:chgData name="Said Nabi Lecturer FCSE" userId="22162f9c-d122-430c-b6e9-ac8024b7b6c6" providerId="ADAL" clId="{67A4F9F5-779B-5943-B14E-B85497A2BF22}" dt="2025-10-02T09:32:38.839" v="8020" actId="2696"/>
        <pc:sldMkLst>
          <pc:docMk/>
          <pc:sldMk cId="3509597669" sldId="330"/>
        </pc:sldMkLst>
      </pc:sldChg>
      <pc:sldChg chg="del">
        <pc:chgData name="Said Nabi Lecturer FCSE" userId="22162f9c-d122-430c-b6e9-ac8024b7b6c6" providerId="ADAL" clId="{67A4F9F5-779B-5943-B14E-B85497A2BF22}" dt="2025-10-02T09:32:38.952" v="8023" actId="2696"/>
        <pc:sldMkLst>
          <pc:docMk/>
          <pc:sldMk cId="1953087460" sldId="331"/>
        </pc:sldMkLst>
      </pc:sldChg>
      <pc:sldChg chg="del">
        <pc:chgData name="Said Nabi Lecturer FCSE" userId="22162f9c-d122-430c-b6e9-ac8024b7b6c6" providerId="ADAL" clId="{67A4F9F5-779B-5943-B14E-B85497A2BF22}" dt="2025-10-02T09:32:39.022" v="8025" actId="2696"/>
        <pc:sldMkLst>
          <pc:docMk/>
          <pc:sldMk cId="751434356" sldId="333"/>
        </pc:sldMkLst>
      </pc:sldChg>
      <pc:sldChg chg="del">
        <pc:chgData name="Said Nabi Lecturer FCSE" userId="22162f9c-d122-430c-b6e9-ac8024b7b6c6" providerId="ADAL" clId="{67A4F9F5-779B-5943-B14E-B85497A2BF22}" dt="2025-10-02T09:32:39.077" v="8026" actId="2696"/>
        <pc:sldMkLst>
          <pc:docMk/>
          <pc:sldMk cId="1619987553" sldId="334"/>
        </pc:sldMkLst>
      </pc:sldChg>
      <pc:sldChg chg="del">
        <pc:chgData name="Said Nabi Lecturer FCSE" userId="22162f9c-d122-430c-b6e9-ac8024b7b6c6" providerId="ADAL" clId="{67A4F9F5-779B-5943-B14E-B85497A2BF22}" dt="2025-10-02T09:32:39.104" v="8027" actId="2696"/>
        <pc:sldMkLst>
          <pc:docMk/>
          <pc:sldMk cId="3765017993" sldId="336"/>
        </pc:sldMkLst>
      </pc:sldChg>
      <pc:sldChg chg="del">
        <pc:chgData name="Said Nabi Lecturer FCSE" userId="22162f9c-d122-430c-b6e9-ac8024b7b6c6" providerId="ADAL" clId="{67A4F9F5-779B-5943-B14E-B85497A2BF22}" dt="2025-10-02T09:32:39.140" v="8028" actId="2696"/>
        <pc:sldMkLst>
          <pc:docMk/>
          <pc:sldMk cId="1791934114" sldId="344"/>
        </pc:sldMkLst>
      </pc:sldChg>
      <pc:sldChg chg="del">
        <pc:chgData name="Said Nabi Lecturer FCSE" userId="22162f9c-d122-430c-b6e9-ac8024b7b6c6" providerId="ADAL" clId="{67A4F9F5-779B-5943-B14E-B85497A2BF22}" dt="2025-10-02T09:32:39.176" v="8029" actId="2696"/>
        <pc:sldMkLst>
          <pc:docMk/>
          <pc:sldMk cId="2797636470" sldId="345"/>
        </pc:sldMkLst>
      </pc:sldChg>
      <pc:sldChg chg="del">
        <pc:chgData name="Said Nabi Lecturer FCSE" userId="22162f9c-d122-430c-b6e9-ac8024b7b6c6" providerId="ADAL" clId="{67A4F9F5-779B-5943-B14E-B85497A2BF22}" dt="2025-10-02T09:32:39.202" v="8030" actId="2696"/>
        <pc:sldMkLst>
          <pc:docMk/>
          <pc:sldMk cId="1347031470" sldId="346"/>
        </pc:sldMkLst>
      </pc:sldChg>
      <pc:sldChg chg="del">
        <pc:chgData name="Said Nabi Lecturer FCSE" userId="22162f9c-d122-430c-b6e9-ac8024b7b6c6" providerId="ADAL" clId="{67A4F9F5-779B-5943-B14E-B85497A2BF22}" dt="2025-10-02T09:32:39.235" v="8031" actId="2696"/>
        <pc:sldMkLst>
          <pc:docMk/>
          <pc:sldMk cId="1316958519" sldId="347"/>
        </pc:sldMkLst>
      </pc:sldChg>
      <pc:sldChg chg="del">
        <pc:chgData name="Said Nabi Lecturer FCSE" userId="22162f9c-d122-430c-b6e9-ac8024b7b6c6" providerId="ADAL" clId="{67A4F9F5-779B-5943-B14E-B85497A2BF22}" dt="2025-10-02T09:32:39.268" v="8032" actId="2696"/>
        <pc:sldMkLst>
          <pc:docMk/>
          <pc:sldMk cId="3054701163" sldId="348"/>
        </pc:sldMkLst>
      </pc:sldChg>
      <pc:sldChg chg="del">
        <pc:chgData name="Said Nabi Lecturer FCSE" userId="22162f9c-d122-430c-b6e9-ac8024b7b6c6" providerId="ADAL" clId="{67A4F9F5-779B-5943-B14E-B85497A2BF22}" dt="2025-10-02T09:32:39.297" v="8033" actId="2696"/>
        <pc:sldMkLst>
          <pc:docMk/>
          <pc:sldMk cId="3239235408" sldId="349"/>
        </pc:sldMkLst>
      </pc:sldChg>
      <pc:sldChg chg="del">
        <pc:chgData name="Said Nabi Lecturer FCSE" userId="22162f9c-d122-430c-b6e9-ac8024b7b6c6" providerId="ADAL" clId="{67A4F9F5-779B-5943-B14E-B85497A2BF22}" dt="2025-10-02T09:32:39.322" v="8034" actId="2696"/>
        <pc:sldMkLst>
          <pc:docMk/>
          <pc:sldMk cId="2163567084" sldId="350"/>
        </pc:sldMkLst>
      </pc:sldChg>
      <pc:sldChg chg="del">
        <pc:chgData name="Said Nabi Lecturer FCSE" userId="22162f9c-d122-430c-b6e9-ac8024b7b6c6" providerId="ADAL" clId="{67A4F9F5-779B-5943-B14E-B85497A2BF22}" dt="2025-10-02T09:32:39.354" v="8035" actId="2696"/>
        <pc:sldMkLst>
          <pc:docMk/>
          <pc:sldMk cId="4055917273" sldId="351"/>
        </pc:sldMkLst>
      </pc:sldChg>
      <pc:sldChg chg="del">
        <pc:chgData name="Said Nabi Lecturer FCSE" userId="22162f9c-d122-430c-b6e9-ac8024b7b6c6" providerId="ADAL" clId="{67A4F9F5-779B-5943-B14E-B85497A2BF22}" dt="2025-10-02T09:32:39.383" v="8036" actId="2696"/>
        <pc:sldMkLst>
          <pc:docMk/>
          <pc:sldMk cId="2210807550" sldId="352"/>
        </pc:sldMkLst>
      </pc:sldChg>
      <pc:sldChg chg="del">
        <pc:chgData name="Said Nabi Lecturer FCSE" userId="22162f9c-d122-430c-b6e9-ac8024b7b6c6" providerId="ADAL" clId="{67A4F9F5-779B-5943-B14E-B85497A2BF22}" dt="2025-10-02T09:32:39.411" v="8037" actId="2696"/>
        <pc:sldMkLst>
          <pc:docMk/>
          <pc:sldMk cId="1060181222" sldId="353"/>
        </pc:sldMkLst>
      </pc:sldChg>
      <pc:sldChg chg="del">
        <pc:chgData name="Said Nabi Lecturer FCSE" userId="22162f9c-d122-430c-b6e9-ac8024b7b6c6" providerId="ADAL" clId="{67A4F9F5-779B-5943-B14E-B85497A2BF22}" dt="2025-10-02T09:32:39.437" v="8038" actId="2696"/>
        <pc:sldMkLst>
          <pc:docMk/>
          <pc:sldMk cId="3278994052" sldId="354"/>
        </pc:sldMkLst>
      </pc:sldChg>
      <pc:sldChg chg="del">
        <pc:chgData name="Said Nabi Lecturer FCSE" userId="22162f9c-d122-430c-b6e9-ac8024b7b6c6" providerId="ADAL" clId="{67A4F9F5-779B-5943-B14E-B85497A2BF22}" dt="2025-10-02T09:32:39.467" v="8039" actId="2696"/>
        <pc:sldMkLst>
          <pc:docMk/>
          <pc:sldMk cId="3136741884" sldId="355"/>
        </pc:sldMkLst>
      </pc:sldChg>
      <pc:sldChg chg="del">
        <pc:chgData name="Said Nabi Lecturer FCSE" userId="22162f9c-d122-430c-b6e9-ac8024b7b6c6" providerId="ADAL" clId="{67A4F9F5-779B-5943-B14E-B85497A2BF22}" dt="2025-10-02T09:32:39.487" v="8040" actId="2696"/>
        <pc:sldMkLst>
          <pc:docMk/>
          <pc:sldMk cId="2634003420" sldId="356"/>
        </pc:sldMkLst>
      </pc:sldChg>
      <pc:sldChg chg="del">
        <pc:chgData name="Said Nabi Lecturer FCSE" userId="22162f9c-d122-430c-b6e9-ac8024b7b6c6" providerId="ADAL" clId="{67A4F9F5-779B-5943-B14E-B85497A2BF22}" dt="2025-10-02T09:32:39.513" v="8041" actId="2696"/>
        <pc:sldMkLst>
          <pc:docMk/>
          <pc:sldMk cId="2157595783" sldId="357"/>
        </pc:sldMkLst>
      </pc:sldChg>
      <pc:sldChg chg="del">
        <pc:chgData name="Said Nabi Lecturer FCSE" userId="22162f9c-d122-430c-b6e9-ac8024b7b6c6" providerId="ADAL" clId="{67A4F9F5-779B-5943-B14E-B85497A2BF22}" dt="2025-10-02T09:32:39.676" v="8047" actId="2696"/>
        <pc:sldMkLst>
          <pc:docMk/>
          <pc:sldMk cId="1530755639" sldId="358"/>
        </pc:sldMkLst>
      </pc:sldChg>
      <pc:sldChg chg="del">
        <pc:chgData name="Said Nabi Lecturer FCSE" userId="22162f9c-d122-430c-b6e9-ac8024b7b6c6" providerId="ADAL" clId="{67A4F9F5-779B-5943-B14E-B85497A2BF22}" dt="2025-10-02T09:32:39.732" v="8049" actId="2696"/>
        <pc:sldMkLst>
          <pc:docMk/>
          <pc:sldMk cId="3410389809" sldId="359"/>
        </pc:sldMkLst>
      </pc:sldChg>
      <pc:sldChg chg="del">
        <pc:chgData name="Said Nabi Lecturer FCSE" userId="22162f9c-d122-430c-b6e9-ac8024b7b6c6" providerId="ADAL" clId="{67A4F9F5-779B-5943-B14E-B85497A2BF22}" dt="2025-10-02T09:32:39.760" v="8050" actId="2696"/>
        <pc:sldMkLst>
          <pc:docMk/>
          <pc:sldMk cId="4031174492" sldId="360"/>
        </pc:sldMkLst>
      </pc:sldChg>
      <pc:sldChg chg="del">
        <pc:chgData name="Said Nabi Lecturer FCSE" userId="22162f9c-d122-430c-b6e9-ac8024b7b6c6" providerId="ADAL" clId="{67A4F9F5-779B-5943-B14E-B85497A2BF22}" dt="2025-10-02T09:32:39.786" v="8051" actId="2696"/>
        <pc:sldMkLst>
          <pc:docMk/>
          <pc:sldMk cId="299346224" sldId="361"/>
        </pc:sldMkLst>
      </pc:sldChg>
      <pc:sldChg chg="del">
        <pc:chgData name="Said Nabi Lecturer FCSE" userId="22162f9c-d122-430c-b6e9-ac8024b7b6c6" providerId="ADAL" clId="{67A4F9F5-779B-5943-B14E-B85497A2BF22}" dt="2025-10-02T09:32:39.820" v="8052" actId="2696"/>
        <pc:sldMkLst>
          <pc:docMk/>
          <pc:sldMk cId="772503155" sldId="362"/>
        </pc:sldMkLst>
      </pc:sldChg>
      <pc:sldChg chg="del">
        <pc:chgData name="Said Nabi Lecturer FCSE" userId="22162f9c-d122-430c-b6e9-ac8024b7b6c6" providerId="ADAL" clId="{67A4F9F5-779B-5943-B14E-B85497A2BF22}" dt="2025-10-02T09:32:39.851" v="8053" actId="2696"/>
        <pc:sldMkLst>
          <pc:docMk/>
          <pc:sldMk cId="1341245696" sldId="363"/>
        </pc:sldMkLst>
      </pc:sldChg>
      <pc:sldChg chg="del">
        <pc:chgData name="Said Nabi Lecturer FCSE" userId="22162f9c-d122-430c-b6e9-ac8024b7b6c6" providerId="ADAL" clId="{67A4F9F5-779B-5943-B14E-B85497A2BF22}" dt="2025-10-02T09:32:39.884" v="8054" actId="2696"/>
        <pc:sldMkLst>
          <pc:docMk/>
          <pc:sldMk cId="2730024350" sldId="364"/>
        </pc:sldMkLst>
      </pc:sldChg>
      <pc:sldChg chg="del">
        <pc:chgData name="Said Nabi Lecturer FCSE" userId="22162f9c-d122-430c-b6e9-ac8024b7b6c6" providerId="ADAL" clId="{67A4F9F5-779B-5943-B14E-B85497A2BF22}" dt="2025-10-02T09:32:39.960" v="8055" actId="2696"/>
        <pc:sldMkLst>
          <pc:docMk/>
          <pc:sldMk cId="1105316595" sldId="365"/>
        </pc:sldMkLst>
      </pc:sldChg>
      <pc:sldChg chg="del">
        <pc:chgData name="Said Nabi Lecturer FCSE" userId="22162f9c-d122-430c-b6e9-ac8024b7b6c6" providerId="ADAL" clId="{67A4F9F5-779B-5943-B14E-B85497A2BF22}" dt="2025-10-02T09:32:40.005" v="8056" actId="2696"/>
        <pc:sldMkLst>
          <pc:docMk/>
          <pc:sldMk cId="341172810" sldId="366"/>
        </pc:sldMkLst>
      </pc:sldChg>
      <pc:sldChg chg="del">
        <pc:chgData name="Said Nabi Lecturer FCSE" userId="22162f9c-d122-430c-b6e9-ac8024b7b6c6" providerId="ADAL" clId="{67A4F9F5-779B-5943-B14E-B85497A2BF22}" dt="2025-10-02T09:32:40.055" v="8057" actId="2696"/>
        <pc:sldMkLst>
          <pc:docMk/>
          <pc:sldMk cId="985818955" sldId="367"/>
        </pc:sldMkLst>
      </pc:sldChg>
      <pc:sldChg chg="del">
        <pc:chgData name="Said Nabi Lecturer FCSE" userId="22162f9c-d122-430c-b6e9-ac8024b7b6c6" providerId="ADAL" clId="{67A4F9F5-779B-5943-B14E-B85497A2BF22}" dt="2025-10-02T09:32:40.092" v="8058" actId="2696"/>
        <pc:sldMkLst>
          <pc:docMk/>
          <pc:sldMk cId="3009867033" sldId="368"/>
        </pc:sldMkLst>
      </pc:sldChg>
      <pc:sldChg chg="del">
        <pc:chgData name="Said Nabi Lecturer FCSE" userId="22162f9c-d122-430c-b6e9-ac8024b7b6c6" providerId="ADAL" clId="{67A4F9F5-779B-5943-B14E-B85497A2BF22}" dt="2025-10-02T09:32:40.127" v="8059" actId="2696"/>
        <pc:sldMkLst>
          <pc:docMk/>
          <pc:sldMk cId="2443715781" sldId="369"/>
        </pc:sldMkLst>
      </pc:sldChg>
      <pc:sldChg chg="del">
        <pc:chgData name="Said Nabi Lecturer FCSE" userId="22162f9c-d122-430c-b6e9-ac8024b7b6c6" providerId="ADAL" clId="{67A4F9F5-779B-5943-B14E-B85497A2BF22}" dt="2025-10-02T09:32:40.167" v="8060" actId="2696"/>
        <pc:sldMkLst>
          <pc:docMk/>
          <pc:sldMk cId="1494972583" sldId="370"/>
        </pc:sldMkLst>
      </pc:sldChg>
      <pc:sldChg chg="del">
        <pc:chgData name="Said Nabi Lecturer FCSE" userId="22162f9c-d122-430c-b6e9-ac8024b7b6c6" providerId="ADAL" clId="{67A4F9F5-779B-5943-B14E-B85497A2BF22}" dt="2025-10-02T09:32:40.196" v="8061" actId="2696"/>
        <pc:sldMkLst>
          <pc:docMk/>
          <pc:sldMk cId="2520946812" sldId="371"/>
        </pc:sldMkLst>
      </pc:sldChg>
      <pc:sldChg chg="del">
        <pc:chgData name="Said Nabi Lecturer FCSE" userId="22162f9c-d122-430c-b6e9-ac8024b7b6c6" providerId="ADAL" clId="{67A4F9F5-779B-5943-B14E-B85497A2BF22}" dt="2025-10-02T09:32:40.220" v="8062" actId="2696"/>
        <pc:sldMkLst>
          <pc:docMk/>
          <pc:sldMk cId="1395159004" sldId="372"/>
        </pc:sldMkLst>
      </pc:sldChg>
      <pc:sldChg chg="del">
        <pc:chgData name="Said Nabi Lecturer FCSE" userId="22162f9c-d122-430c-b6e9-ac8024b7b6c6" providerId="ADAL" clId="{67A4F9F5-779B-5943-B14E-B85497A2BF22}" dt="2025-10-02T09:32:40.248" v="8063" actId="2696"/>
        <pc:sldMkLst>
          <pc:docMk/>
          <pc:sldMk cId="3840381346" sldId="373"/>
        </pc:sldMkLst>
      </pc:sldChg>
      <pc:sldChg chg="del">
        <pc:chgData name="Said Nabi Lecturer FCSE" userId="22162f9c-d122-430c-b6e9-ac8024b7b6c6" providerId="ADAL" clId="{67A4F9F5-779B-5943-B14E-B85497A2BF22}" dt="2025-10-02T09:32:40.269" v="8064" actId="2696"/>
        <pc:sldMkLst>
          <pc:docMk/>
          <pc:sldMk cId="313620583" sldId="374"/>
        </pc:sldMkLst>
      </pc:sldChg>
      <pc:sldChg chg="del">
        <pc:chgData name="Said Nabi Lecturer FCSE" userId="22162f9c-d122-430c-b6e9-ac8024b7b6c6" providerId="ADAL" clId="{67A4F9F5-779B-5943-B14E-B85497A2BF22}" dt="2025-10-02T09:32:40.299" v="8065" actId="2696"/>
        <pc:sldMkLst>
          <pc:docMk/>
          <pc:sldMk cId="4038431162" sldId="375"/>
        </pc:sldMkLst>
      </pc:sldChg>
      <pc:sldChg chg="del">
        <pc:chgData name="Said Nabi Lecturer FCSE" userId="22162f9c-d122-430c-b6e9-ac8024b7b6c6" providerId="ADAL" clId="{67A4F9F5-779B-5943-B14E-B85497A2BF22}" dt="2025-10-02T09:32:40.327" v="8066" actId="2696"/>
        <pc:sldMkLst>
          <pc:docMk/>
          <pc:sldMk cId="1083104651" sldId="376"/>
        </pc:sldMkLst>
      </pc:sldChg>
      <pc:sldChg chg="del">
        <pc:chgData name="Said Nabi Lecturer FCSE" userId="22162f9c-d122-430c-b6e9-ac8024b7b6c6" providerId="ADAL" clId="{67A4F9F5-779B-5943-B14E-B85497A2BF22}" dt="2025-10-02T09:32:40.353" v="8067" actId="2696"/>
        <pc:sldMkLst>
          <pc:docMk/>
          <pc:sldMk cId="1971644592" sldId="377"/>
        </pc:sldMkLst>
      </pc:sldChg>
      <pc:sldChg chg="del">
        <pc:chgData name="Said Nabi Lecturer FCSE" userId="22162f9c-d122-430c-b6e9-ac8024b7b6c6" providerId="ADAL" clId="{67A4F9F5-779B-5943-B14E-B85497A2BF22}" dt="2025-10-02T09:32:40.384" v="8068" actId="2696"/>
        <pc:sldMkLst>
          <pc:docMk/>
          <pc:sldMk cId="3616486474" sldId="378"/>
        </pc:sldMkLst>
      </pc:sldChg>
      <pc:sldChg chg="del">
        <pc:chgData name="Said Nabi Lecturer FCSE" userId="22162f9c-d122-430c-b6e9-ac8024b7b6c6" providerId="ADAL" clId="{67A4F9F5-779B-5943-B14E-B85497A2BF22}" dt="2025-10-02T09:32:40.410" v="8069" actId="2696"/>
        <pc:sldMkLst>
          <pc:docMk/>
          <pc:sldMk cId="3311277269" sldId="379"/>
        </pc:sldMkLst>
      </pc:sldChg>
      <pc:sldChg chg="del">
        <pc:chgData name="Said Nabi Lecturer FCSE" userId="22162f9c-d122-430c-b6e9-ac8024b7b6c6" providerId="ADAL" clId="{67A4F9F5-779B-5943-B14E-B85497A2BF22}" dt="2025-10-02T09:32:40.438" v="8070" actId="2696"/>
        <pc:sldMkLst>
          <pc:docMk/>
          <pc:sldMk cId="2737593081" sldId="380"/>
        </pc:sldMkLst>
      </pc:sldChg>
      <pc:sldChg chg="del">
        <pc:chgData name="Said Nabi Lecturer FCSE" userId="22162f9c-d122-430c-b6e9-ac8024b7b6c6" providerId="ADAL" clId="{67A4F9F5-779B-5943-B14E-B85497A2BF22}" dt="2025-10-02T09:32:40.464" v="8071" actId="2696"/>
        <pc:sldMkLst>
          <pc:docMk/>
          <pc:sldMk cId="2592197823" sldId="381"/>
        </pc:sldMkLst>
      </pc:sldChg>
      <pc:sldChg chg="del">
        <pc:chgData name="Said Nabi Lecturer FCSE" userId="22162f9c-d122-430c-b6e9-ac8024b7b6c6" providerId="ADAL" clId="{67A4F9F5-779B-5943-B14E-B85497A2BF22}" dt="2025-10-02T09:32:40.511" v="8072" actId="2696"/>
        <pc:sldMkLst>
          <pc:docMk/>
          <pc:sldMk cId="421580266" sldId="382"/>
        </pc:sldMkLst>
      </pc:sldChg>
      <pc:sldChg chg="del">
        <pc:chgData name="Said Nabi Lecturer FCSE" userId="22162f9c-d122-430c-b6e9-ac8024b7b6c6" providerId="ADAL" clId="{67A4F9F5-779B-5943-B14E-B85497A2BF22}" dt="2025-10-02T09:32:40.522" v="8073" actId="2696"/>
        <pc:sldMkLst>
          <pc:docMk/>
          <pc:sldMk cId="3261006498" sldId="383"/>
        </pc:sldMkLst>
      </pc:sldChg>
      <pc:sldChg chg="modSp mod">
        <pc:chgData name="Said Nabi Lecturer FCSE" userId="22162f9c-d122-430c-b6e9-ac8024b7b6c6" providerId="ADAL" clId="{67A4F9F5-779B-5943-B14E-B85497A2BF22}" dt="2025-09-26T01:12:00.781" v="5582" actId="20577"/>
        <pc:sldMkLst>
          <pc:docMk/>
          <pc:sldMk cId="1696953445" sldId="384"/>
        </pc:sldMkLst>
        <pc:spChg chg="mod">
          <ac:chgData name="Said Nabi Lecturer FCSE" userId="22162f9c-d122-430c-b6e9-ac8024b7b6c6" providerId="ADAL" clId="{67A4F9F5-779B-5943-B14E-B85497A2BF22}" dt="2025-09-26T01:12:00.781" v="5582" actId="20577"/>
          <ac:spMkLst>
            <pc:docMk/>
            <pc:sldMk cId="1696953445" sldId="384"/>
            <ac:spMk id="4" creationId="{00000000-0000-0000-0000-000000000000}"/>
          </ac:spMkLst>
        </pc:spChg>
      </pc:sldChg>
      <pc:sldChg chg="del">
        <pc:chgData name="Said Nabi Lecturer FCSE" userId="22162f9c-d122-430c-b6e9-ac8024b7b6c6" providerId="ADAL" clId="{67A4F9F5-779B-5943-B14E-B85497A2BF22}" dt="2025-10-02T09:32:38.911" v="8022" actId="2696"/>
        <pc:sldMkLst>
          <pc:docMk/>
          <pc:sldMk cId="3453442248" sldId="969"/>
        </pc:sldMkLst>
      </pc:sldChg>
      <pc:sldChg chg="del">
        <pc:chgData name="Said Nabi Lecturer FCSE" userId="22162f9c-d122-430c-b6e9-ac8024b7b6c6" providerId="ADAL" clId="{67A4F9F5-779B-5943-B14E-B85497A2BF22}" dt="2025-10-02T09:32:38.873" v="8021" actId="2696"/>
        <pc:sldMkLst>
          <pc:docMk/>
          <pc:sldMk cId="375550395" sldId="1013"/>
        </pc:sldMkLst>
      </pc:sldChg>
      <pc:sldChg chg="del">
        <pc:chgData name="Said Nabi Lecturer FCSE" userId="22162f9c-d122-430c-b6e9-ac8024b7b6c6" providerId="ADAL" clId="{67A4F9F5-779B-5943-B14E-B85497A2BF22}" dt="2025-10-02T09:32:38.752" v="8017" actId="2696"/>
        <pc:sldMkLst>
          <pc:docMk/>
          <pc:sldMk cId="1890934650" sldId="1019"/>
        </pc:sldMkLst>
      </pc:sldChg>
      <pc:sldChg chg="del">
        <pc:chgData name="Said Nabi Lecturer FCSE" userId="22162f9c-d122-430c-b6e9-ac8024b7b6c6" providerId="ADAL" clId="{67A4F9F5-779B-5943-B14E-B85497A2BF22}" dt="2025-10-02T09:32:38.774" v="8018" actId="2696"/>
        <pc:sldMkLst>
          <pc:docMk/>
          <pc:sldMk cId="3376524402" sldId="1020"/>
        </pc:sldMkLst>
      </pc:sldChg>
      <pc:sldChg chg="del">
        <pc:chgData name="Said Nabi Lecturer FCSE" userId="22162f9c-d122-430c-b6e9-ac8024b7b6c6" providerId="ADAL" clId="{67A4F9F5-779B-5943-B14E-B85497A2BF22}" dt="2025-10-02T09:32:39.621" v="8045" actId="2696"/>
        <pc:sldMkLst>
          <pc:docMk/>
          <pc:sldMk cId="1349168126" sldId="1021"/>
        </pc:sldMkLst>
      </pc:sldChg>
      <pc:sldChg chg="del">
        <pc:chgData name="Said Nabi Lecturer FCSE" userId="22162f9c-d122-430c-b6e9-ac8024b7b6c6" providerId="ADAL" clId="{67A4F9F5-779B-5943-B14E-B85497A2BF22}" dt="2025-10-02T09:32:39.540" v="8042" actId="2696"/>
        <pc:sldMkLst>
          <pc:docMk/>
          <pc:sldMk cId="450650213" sldId="1022"/>
        </pc:sldMkLst>
      </pc:sldChg>
      <pc:sldChg chg="del">
        <pc:chgData name="Said Nabi Lecturer FCSE" userId="22162f9c-d122-430c-b6e9-ac8024b7b6c6" providerId="ADAL" clId="{67A4F9F5-779B-5943-B14E-B85497A2BF22}" dt="2025-10-02T09:32:39.566" v="8043" actId="2696"/>
        <pc:sldMkLst>
          <pc:docMk/>
          <pc:sldMk cId="1324433328" sldId="1023"/>
        </pc:sldMkLst>
      </pc:sldChg>
      <pc:sldChg chg="del">
        <pc:chgData name="Said Nabi Lecturer FCSE" userId="22162f9c-d122-430c-b6e9-ac8024b7b6c6" providerId="ADAL" clId="{67A4F9F5-779B-5943-B14E-B85497A2BF22}" dt="2025-10-02T09:32:39.591" v="8044" actId="2696"/>
        <pc:sldMkLst>
          <pc:docMk/>
          <pc:sldMk cId="806405078" sldId="1024"/>
        </pc:sldMkLst>
      </pc:sldChg>
      <pc:sldChg chg="del">
        <pc:chgData name="Said Nabi Lecturer FCSE" userId="22162f9c-d122-430c-b6e9-ac8024b7b6c6" providerId="ADAL" clId="{67A4F9F5-779B-5943-B14E-B85497A2BF22}" dt="2025-10-02T09:32:39.651" v="8046" actId="2696"/>
        <pc:sldMkLst>
          <pc:docMk/>
          <pc:sldMk cId="260821971" sldId="1025"/>
        </pc:sldMkLst>
      </pc:sldChg>
      <pc:sldChg chg="del">
        <pc:chgData name="Said Nabi Lecturer FCSE" userId="22162f9c-d122-430c-b6e9-ac8024b7b6c6" providerId="ADAL" clId="{67A4F9F5-779B-5943-B14E-B85497A2BF22}" dt="2025-10-02T09:32:39.707" v="8048" actId="2696"/>
        <pc:sldMkLst>
          <pc:docMk/>
          <pc:sldMk cId="3238853379" sldId="1026"/>
        </pc:sldMkLst>
      </pc:sldChg>
      <pc:sldChg chg="modSp mod modAnim">
        <pc:chgData name="Said Nabi Lecturer FCSE" userId="22162f9c-d122-430c-b6e9-ac8024b7b6c6" providerId="ADAL" clId="{67A4F9F5-779B-5943-B14E-B85497A2BF22}" dt="2025-10-07T05:51:54.882" v="8223" actId="20577"/>
        <pc:sldMkLst>
          <pc:docMk/>
          <pc:sldMk cId="3364439907" sldId="1124"/>
        </pc:sldMkLst>
        <pc:spChg chg="mod">
          <ac:chgData name="Said Nabi Lecturer FCSE" userId="22162f9c-d122-430c-b6e9-ac8024b7b6c6" providerId="ADAL" clId="{67A4F9F5-779B-5943-B14E-B85497A2BF22}" dt="2025-10-07T05:51:54.882" v="8223" actId="20577"/>
          <ac:spMkLst>
            <pc:docMk/>
            <pc:sldMk cId="3364439907" sldId="1124"/>
            <ac:spMk id="3" creationId="{3A2DEC95-DCE2-DE72-424C-58584EE884C8}"/>
          </ac:spMkLst>
        </pc:spChg>
      </pc:sldChg>
      <pc:sldChg chg="addSp delSp modSp mod modAnim">
        <pc:chgData name="Said Nabi Lecturer FCSE" userId="22162f9c-d122-430c-b6e9-ac8024b7b6c6" providerId="ADAL" clId="{67A4F9F5-779B-5943-B14E-B85497A2BF22}" dt="2025-09-18T01:52:46.378" v="46"/>
        <pc:sldMkLst>
          <pc:docMk/>
          <pc:sldMk cId="110779487" sldId="1148"/>
        </pc:sldMkLst>
      </pc:sldChg>
      <pc:sldChg chg="addSp delSp modSp add mod delAnim modAnim">
        <pc:chgData name="Said Nabi Lecturer FCSE" userId="22162f9c-d122-430c-b6e9-ac8024b7b6c6" providerId="ADAL" clId="{67A4F9F5-779B-5943-B14E-B85497A2BF22}" dt="2025-09-18T02:14:37.565" v="158"/>
        <pc:sldMkLst>
          <pc:docMk/>
          <pc:sldMk cId="2951669984" sldId="1149"/>
        </pc:sldMkLst>
      </pc:sldChg>
      <pc:sldChg chg="add">
        <pc:chgData name="Said Nabi Lecturer FCSE" userId="22162f9c-d122-430c-b6e9-ac8024b7b6c6" providerId="ADAL" clId="{67A4F9F5-779B-5943-B14E-B85497A2BF22}" dt="2025-09-18T02:14:52.681" v="159" actId="2890"/>
        <pc:sldMkLst>
          <pc:docMk/>
          <pc:sldMk cId="2984414478" sldId="1150"/>
        </pc:sldMkLst>
      </pc:sldChg>
      <pc:sldChg chg="del">
        <pc:chgData name="Said Nabi Lecturer FCSE" userId="22162f9c-d122-430c-b6e9-ac8024b7b6c6" providerId="ADAL" clId="{67A4F9F5-779B-5943-B14E-B85497A2BF22}" dt="2025-09-26T01:12:15.549" v="5583" actId="2696"/>
        <pc:sldMkLst>
          <pc:docMk/>
          <pc:sldMk cId="1409692786" sldId="1152"/>
        </pc:sldMkLst>
      </pc:sldChg>
      <pc:sldChg chg="del">
        <pc:chgData name="Said Nabi Lecturer FCSE" userId="22162f9c-d122-430c-b6e9-ac8024b7b6c6" providerId="ADAL" clId="{67A4F9F5-779B-5943-B14E-B85497A2BF22}" dt="2025-09-26T01:17:57.703" v="5636" actId="2696"/>
        <pc:sldMkLst>
          <pc:docMk/>
          <pc:sldMk cId="1046561435" sldId="1153"/>
        </pc:sldMkLst>
      </pc:sldChg>
      <pc:sldChg chg="add del">
        <pc:chgData name="Said Nabi Lecturer FCSE" userId="22162f9c-d122-430c-b6e9-ac8024b7b6c6" providerId="ADAL" clId="{67A4F9F5-779B-5943-B14E-B85497A2BF22}" dt="2025-10-02T09:32:40.558" v="8074" actId="2696"/>
        <pc:sldMkLst>
          <pc:docMk/>
          <pc:sldMk cId="2495780681" sldId="1153"/>
        </pc:sldMkLst>
      </pc:sldChg>
      <pc:sldChg chg="addSp delSp modSp mod delAnim modAnim">
        <pc:chgData name="Said Nabi Lecturer FCSE" userId="22162f9c-d122-430c-b6e9-ac8024b7b6c6" providerId="ADAL" clId="{67A4F9F5-779B-5943-B14E-B85497A2BF22}" dt="2025-09-20T01:31:35.080" v="677" actId="14100"/>
        <pc:sldMkLst>
          <pc:docMk/>
          <pc:sldMk cId="788360388" sldId="1154"/>
        </pc:sldMkLst>
      </pc:sldChg>
      <pc:sldChg chg="addSp delSp modSp del mod setBg delAnim modAnim">
        <pc:chgData name="Said Nabi Lecturer FCSE" userId="22162f9c-d122-430c-b6e9-ac8024b7b6c6" providerId="ADAL" clId="{67A4F9F5-779B-5943-B14E-B85497A2BF22}" dt="2025-09-26T01:12:15.585" v="5584" actId="2696"/>
        <pc:sldMkLst>
          <pc:docMk/>
          <pc:sldMk cId="2769336207" sldId="1155"/>
        </pc:sldMkLst>
      </pc:sldChg>
      <pc:sldChg chg="addSp delSp modSp add del mod modAnim modNotesTx">
        <pc:chgData name="Said Nabi Lecturer FCSE" userId="22162f9c-d122-430c-b6e9-ac8024b7b6c6" providerId="ADAL" clId="{67A4F9F5-779B-5943-B14E-B85497A2BF22}" dt="2025-09-26T01:12:15.671" v="5587" actId="2696"/>
        <pc:sldMkLst>
          <pc:docMk/>
          <pc:sldMk cId="163271293" sldId="1156"/>
        </pc:sldMkLst>
      </pc:sldChg>
      <pc:sldChg chg="addSp delSp modSp add del mod ord modAnim">
        <pc:chgData name="Said Nabi Lecturer FCSE" userId="22162f9c-d122-430c-b6e9-ac8024b7b6c6" providerId="ADAL" clId="{67A4F9F5-779B-5943-B14E-B85497A2BF22}" dt="2025-09-26T01:12:15.644" v="5586" actId="2696"/>
        <pc:sldMkLst>
          <pc:docMk/>
          <pc:sldMk cId="4237262992" sldId="1157"/>
        </pc:sldMkLst>
      </pc:sldChg>
      <pc:sldChg chg="addSp delSp modSp add del mod ord modAnim modNotesTx">
        <pc:chgData name="Said Nabi Lecturer FCSE" userId="22162f9c-d122-430c-b6e9-ac8024b7b6c6" providerId="ADAL" clId="{67A4F9F5-779B-5943-B14E-B85497A2BF22}" dt="2025-09-26T01:12:15.750" v="5590" actId="2696"/>
        <pc:sldMkLst>
          <pc:docMk/>
          <pc:sldMk cId="74689808" sldId="1158"/>
        </pc:sldMkLst>
      </pc:sldChg>
      <pc:sldChg chg="addSp modSp add del mod modAnim">
        <pc:chgData name="Said Nabi Lecturer FCSE" userId="22162f9c-d122-430c-b6e9-ac8024b7b6c6" providerId="ADAL" clId="{67A4F9F5-779B-5943-B14E-B85497A2BF22}" dt="2025-09-26T01:12:15.855" v="5593" actId="2696"/>
        <pc:sldMkLst>
          <pc:docMk/>
          <pc:sldMk cId="1425749561" sldId="1159"/>
        </pc:sldMkLst>
      </pc:sldChg>
      <pc:sldChg chg="delSp modSp add del mod delAnim">
        <pc:chgData name="Said Nabi Lecturer FCSE" userId="22162f9c-d122-430c-b6e9-ac8024b7b6c6" providerId="ADAL" clId="{67A4F9F5-779B-5943-B14E-B85497A2BF22}" dt="2025-09-26T01:12:15.919" v="5595" actId="2696"/>
        <pc:sldMkLst>
          <pc:docMk/>
          <pc:sldMk cId="3734291625" sldId="1160"/>
        </pc:sldMkLst>
      </pc:sldChg>
      <pc:sldChg chg="modSp add del mod">
        <pc:chgData name="Said Nabi Lecturer FCSE" userId="22162f9c-d122-430c-b6e9-ac8024b7b6c6" providerId="ADAL" clId="{67A4F9F5-779B-5943-B14E-B85497A2BF22}" dt="2025-09-26T01:12:15.952" v="5596" actId="2696"/>
        <pc:sldMkLst>
          <pc:docMk/>
          <pc:sldMk cId="4240381332" sldId="1161"/>
        </pc:sldMkLst>
      </pc:sldChg>
      <pc:sldChg chg="addSp delSp modSp add del mod modNotesTx">
        <pc:chgData name="Said Nabi Lecturer FCSE" userId="22162f9c-d122-430c-b6e9-ac8024b7b6c6" providerId="ADAL" clId="{67A4F9F5-779B-5943-B14E-B85497A2BF22}" dt="2025-09-26T01:12:15.980" v="5597" actId="2696"/>
        <pc:sldMkLst>
          <pc:docMk/>
          <pc:sldMk cId="2269444026" sldId="1162"/>
        </pc:sldMkLst>
      </pc:sldChg>
      <pc:sldChg chg="new del">
        <pc:chgData name="Said Nabi Lecturer FCSE" userId="22162f9c-d122-430c-b6e9-ac8024b7b6c6" providerId="ADAL" clId="{67A4F9F5-779B-5943-B14E-B85497A2BF22}" dt="2025-09-20T05:50:23.349" v="1249" actId="680"/>
        <pc:sldMkLst>
          <pc:docMk/>
          <pc:sldMk cId="968935115" sldId="1163"/>
        </pc:sldMkLst>
      </pc:sldChg>
      <pc:sldChg chg="addSp delSp modSp add del mod delAnim modAnim modNotesTx">
        <pc:chgData name="Said Nabi Lecturer FCSE" userId="22162f9c-d122-430c-b6e9-ac8024b7b6c6" providerId="ADAL" clId="{67A4F9F5-779B-5943-B14E-B85497A2BF22}" dt="2025-09-26T01:12:16.007" v="5598" actId="2696"/>
        <pc:sldMkLst>
          <pc:docMk/>
          <pc:sldMk cId="3967535283" sldId="1163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09-26T01:12:16.047" v="5599" actId="2696"/>
        <pc:sldMkLst>
          <pc:docMk/>
          <pc:sldMk cId="2044897221" sldId="1164"/>
        </pc:sldMkLst>
      </pc:sldChg>
      <pc:sldChg chg="modSp add del mod modAnim">
        <pc:chgData name="Said Nabi Lecturer FCSE" userId="22162f9c-d122-430c-b6e9-ac8024b7b6c6" providerId="ADAL" clId="{67A4F9F5-779B-5943-B14E-B85497A2BF22}" dt="2025-09-26T01:12:15.819" v="5592" actId="2696"/>
        <pc:sldMkLst>
          <pc:docMk/>
          <pc:sldMk cId="27947101" sldId="1165"/>
        </pc:sldMkLst>
      </pc:sldChg>
      <pc:sldChg chg="addSp delSp modSp add del mod delAnim">
        <pc:chgData name="Said Nabi Lecturer FCSE" userId="22162f9c-d122-430c-b6e9-ac8024b7b6c6" providerId="ADAL" clId="{67A4F9F5-779B-5943-B14E-B85497A2BF22}" dt="2025-09-26T01:12:15.781" v="5591" actId="2696"/>
        <pc:sldMkLst>
          <pc:docMk/>
          <pc:sldMk cId="3478326373" sldId="1166"/>
        </pc:sldMkLst>
      </pc:sldChg>
      <pc:sldChg chg="modSp add del modAnim">
        <pc:chgData name="Said Nabi Lecturer FCSE" userId="22162f9c-d122-430c-b6e9-ac8024b7b6c6" providerId="ADAL" clId="{67A4F9F5-779B-5943-B14E-B85497A2BF22}" dt="2025-09-26T01:12:15.612" v="5585" actId="2696"/>
        <pc:sldMkLst>
          <pc:docMk/>
          <pc:sldMk cId="3099307452" sldId="1167"/>
        </pc:sldMkLst>
      </pc:sldChg>
      <pc:sldChg chg="addSp delSp modSp new del mod delAnim modAnim">
        <pc:chgData name="Said Nabi Lecturer FCSE" userId="22162f9c-d122-430c-b6e9-ac8024b7b6c6" providerId="ADAL" clId="{67A4F9F5-779B-5943-B14E-B85497A2BF22}" dt="2025-09-26T01:12:15.704" v="5588" actId="2696"/>
        <pc:sldMkLst>
          <pc:docMk/>
          <pc:sldMk cId="6191096" sldId="1168"/>
        </pc:sldMkLst>
      </pc:sldChg>
      <pc:sldChg chg="addSp delSp modSp new del mod setBg delAnim modAnim">
        <pc:chgData name="Said Nabi Lecturer FCSE" userId="22162f9c-d122-430c-b6e9-ac8024b7b6c6" providerId="ADAL" clId="{67A4F9F5-779B-5943-B14E-B85497A2BF22}" dt="2025-09-26T01:12:15.732" v="5589" actId="2696"/>
        <pc:sldMkLst>
          <pc:docMk/>
          <pc:sldMk cId="2302639237" sldId="1169"/>
        </pc:sldMkLst>
      </pc:sldChg>
      <pc:sldChg chg="del">
        <pc:chgData name="Said Nabi Lecturer FCSE" userId="22162f9c-d122-430c-b6e9-ac8024b7b6c6" providerId="ADAL" clId="{67A4F9F5-779B-5943-B14E-B85497A2BF22}" dt="2025-09-26T01:12:15.890" v="5594" actId="2696"/>
        <pc:sldMkLst>
          <pc:docMk/>
          <pc:sldMk cId="2929290793" sldId="1171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09-26T01:12:16.261" v="5608" actId="2696"/>
        <pc:sldMkLst>
          <pc:docMk/>
          <pc:sldMk cId="1227360099" sldId="1172"/>
        </pc:sldMkLst>
      </pc:sldChg>
      <pc:sldChg chg="addSp modSp add del mod modAnim">
        <pc:chgData name="Said Nabi Lecturer FCSE" userId="22162f9c-d122-430c-b6e9-ac8024b7b6c6" providerId="ADAL" clId="{67A4F9F5-779B-5943-B14E-B85497A2BF22}" dt="2025-10-06T12:44:43.220" v="8182" actId="2696"/>
        <pc:sldMkLst>
          <pc:docMk/>
          <pc:sldMk cId="3152522218" sldId="1173"/>
        </pc:sldMkLst>
      </pc:sldChg>
      <pc:sldChg chg="addSp delSp modSp add del mod modAnim">
        <pc:chgData name="Said Nabi Lecturer FCSE" userId="22162f9c-d122-430c-b6e9-ac8024b7b6c6" providerId="ADAL" clId="{67A4F9F5-779B-5943-B14E-B85497A2BF22}" dt="2025-10-06T12:44:43.249" v="8183" actId="2696"/>
        <pc:sldMkLst>
          <pc:docMk/>
          <pc:sldMk cId="821310038" sldId="1174"/>
        </pc:sldMkLst>
      </pc:sldChg>
      <pc:sldChg chg="delSp modSp add del mod modAnim">
        <pc:chgData name="Said Nabi Lecturer FCSE" userId="22162f9c-d122-430c-b6e9-ac8024b7b6c6" providerId="ADAL" clId="{67A4F9F5-779B-5943-B14E-B85497A2BF22}" dt="2025-10-06T12:44:43.273" v="8184" actId="2696"/>
        <pc:sldMkLst>
          <pc:docMk/>
          <pc:sldMk cId="2927742798" sldId="1175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09-26T01:12:16.114" v="5601" actId="2696"/>
        <pc:sldMkLst>
          <pc:docMk/>
          <pc:sldMk cId="1540875323" sldId="1176"/>
        </pc:sldMkLst>
      </pc:sldChg>
      <pc:sldChg chg="modSp add del ord modAnim">
        <pc:chgData name="Said Nabi Lecturer FCSE" userId="22162f9c-d122-430c-b6e9-ac8024b7b6c6" providerId="ADAL" clId="{67A4F9F5-779B-5943-B14E-B85497A2BF22}" dt="2025-09-26T01:12:16.094" v="5600" actId="2696"/>
        <pc:sldMkLst>
          <pc:docMk/>
          <pc:sldMk cId="1661240093" sldId="1177"/>
        </pc:sldMkLst>
      </pc:sldChg>
      <pc:sldChg chg="addSp delSp modSp new del mod modAnim">
        <pc:chgData name="Said Nabi Lecturer FCSE" userId="22162f9c-d122-430c-b6e9-ac8024b7b6c6" providerId="ADAL" clId="{67A4F9F5-779B-5943-B14E-B85497A2BF22}" dt="2025-09-26T01:12:16.153" v="5602" actId="2696"/>
        <pc:sldMkLst>
          <pc:docMk/>
          <pc:sldMk cId="2495003156" sldId="1178"/>
        </pc:sldMkLst>
      </pc:sldChg>
      <pc:sldChg chg="modSp add del mod ord">
        <pc:chgData name="Said Nabi Lecturer FCSE" userId="22162f9c-d122-430c-b6e9-ac8024b7b6c6" providerId="ADAL" clId="{67A4F9F5-779B-5943-B14E-B85497A2BF22}" dt="2025-09-26T01:12:16.168" v="5603" actId="2696"/>
        <pc:sldMkLst>
          <pc:docMk/>
          <pc:sldMk cId="2850505882" sldId="1179"/>
        </pc:sldMkLst>
      </pc:sldChg>
      <pc:sldChg chg="addSp delSp modSp add del mod delAnim">
        <pc:chgData name="Said Nabi Lecturer FCSE" userId="22162f9c-d122-430c-b6e9-ac8024b7b6c6" providerId="ADAL" clId="{67A4F9F5-779B-5943-B14E-B85497A2BF22}" dt="2025-09-26T01:12:16.188" v="5604" actId="2696"/>
        <pc:sldMkLst>
          <pc:docMk/>
          <pc:sldMk cId="570475063" sldId="1180"/>
        </pc:sldMkLst>
      </pc:sldChg>
      <pc:sldChg chg="addSp delSp modSp new del mod modAnim">
        <pc:chgData name="Said Nabi Lecturer FCSE" userId="22162f9c-d122-430c-b6e9-ac8024b7b6c6" providerId="ADAL" clId="{67A4F9F5-779B-5943-B14E-B85497A2BF22}" dt="2025-09-23T03:04:53.023" v="4392" actId="2696"/>
        <pc:sldMkLst>
          <pc:docMk/>
          <pc:sldMk cId="2666743986" sldId="1181"/>
        </pc:sldMkLst>
      </pc:sldChg>
      <pc:sldChg chg="addSp modSp add del mod modAnim">
        <pc:chgData name="Said Nabi Lecturer FCSE" userId="22162f9c-d122-430c-b6e9-ac8024b7b6c6" providerId="ADAL" clId="{67A4F9F5-779B-5943-B14E-B85497A2BF22}" dt="2025-09-26T01:12:16.201" v="5605" actId="2696"/>
        <pc:sldMkLst>
          <pc:docMk/>
          <pc:sldMk cId="4102497048" sldId="1181"/>
        </pc:sldMkLst>
      </pc:sldChg>
      <pc:sldChg chg="addSp delSp modSp add del mod modAnim">
        <pc:chgData name="Said Nabi Lecturer FCSE" userId="22162f9c-d122-430c-b6e9-ac8024b7b6c6" providerId="ADAL" clId="{67A4F9F5-779B-5943-B14E-B85497A2BF22}" dt="2025-09-26T01:12:16.235" v="5606" actId="2696"/>
        <pc:sldMkLst>
          <pc:docMk/>
          <pc:sldMk cId="1170202438" sldId="1182"/>
        </pc:sldMkLst>
      </pc:sldChg>
      <pc:sldChg chg="addSp delSp modSp add del mod ord">
        <pc:chgData name="Said Nabi Lecturer FCSE" userId="22162f9c-d122-430c-b6e9-ac8024b7b6c6" providerId="ADAL" clId="{67A4F9F5-779B-5943-B14E-B85497A2BF22}" dt="2025-09-26T01:12:16.249" v="5607" actId="2696"/>
        <pc:sldMkLst>
          <pc:docMk/>
          <pc:sldMk cId="2555083029" sldId="1183"/>
        </pc:sldMkLst>
      </pc:sldChg>
      <pc:sldChg chg="addSp delSp modSp add del mod">
        <pc:chgData name="Said Nabi Lecturer FCSE" userId="22162f9c-d122-430c-b6e9-ac8024b7b6c6" providerId="ADAL" clId="{67A4F9F5-779B-5943-B14E-B85497A2BF22}" dt="2025-09-26T01:12:16.324" v="5611" actId="2696"/>
        <pc:sldMkLst>
          <pc:docMk/>
          <pc:sldMk cId="1270443854" sldId="1184"/>
        </pc:sldMkLst>
      </pc:sldChg>
      <pc:sldChg chg="addSp delSp modSp new del mod modAnim">
        <pc:chgData name="Said Nabi Lecturer FCSE" userId="22162f9c-d122-430c-b6e9-ac8024b7b6c6" providerId="ADAL" clId="{67A4F9F5-779B-5943-B14E-B85497A2BF22}" dt="2025-09-26T01:12:16.273" v="5609" actId="2696"/>
        <pc:sldMkLst>
          <pc:docMk/>
          <pc:sldMk cId="955244743" sldId="1185"/>
        </pc:sldMkLst>
      </pc:sldChg>
      <pc:sldChg chg="addSp delSp modSp new del mod delAnim modAnim">
        <pc:chgData name="Said Nabi Lecturer FCSE" userId="22162f9c-d122-430c-b6e9-ac8024b7b6c6" providerId="ADAL" clId="{67A4F9F5-779B-5943-B14E-B85497A2BF22}" dt="2025-09-26T01:12:16.312" v="5610" actId="2696"/>
        <pc:sldMkLst>
          <pc:docMk/>
          <pc:sldMk cId="3806193296" sldId="1186"/>
        </pc:sldMkLst>
      </pc:sldChg>
      <pc:sldChg chg="addSp delSp modSp new del mod ord">
        <pc:chgData name="Said Nabi Lecturer FCSE" userId="22162f9c-d122-430c-b6e9-ac8024b7b6c6" providerId="ADAL" clId="{67A4F9F5-779B-5943-B14E-B85497A2BF22}" dt="2025-09-26T01:12:16.363" v="5612" actId="2696"/>
        <pc:sldMkLst>
          <pc:docMk/>
          <pc:sldMk cId="2840946376" sldId="1187"/>
        </pc:sldMkLst>
      </pc:sldChg>
      <pc:sldChg chg="addSp delSp modSp add del mod">
        <pc:chgData name="Said Nabi Lecturer FCSE" userId="22162f9c-d122-430c-b6e9-ac8024b7b6c6" providerId="ADAL" clId="{67A4F9F5-779B-5943-B14E-B85497A2BF22}" dt="2025-09-26T01:12:16.391" v="5613" actId="2696"/>
        <pc:sldMkLst>
          <pc:docMk/>
          <pc:sldMk cId="988249927" sldId="1188"/>
        </pc:sldMkLst>
      </pc:sldChg>
      <pc:sldChg chg="addSp delSp modSp add del mod">
        <pc:chgData name="Said Nabi Lecturer FCSE" userId="22162f9c-d122-430c-b6e9-ac8024b7b6c6" providerId="ADAL" clId="{67A4F9F5-779B-5943-B14E-B85497A2BF22}" dt="2025-09-26T01:12:16.456" v="5615" actId="2696"/>
        <pc:sldMkLst>
          <pc:docMk/>
          <pc:sldMk cId="2381879136" sldId="1189"/>
        </pc:sldMkLst>
      </pc:sldChg>
      <pc:sldChg chg="addSp delSp modSp new del mod ord delAnim modAnim">
        <pc:chgData name="Said Nabi Lecturer FCSE" userId="22162f9c-d122-430c-b6e9-ac8024b7b6c6" providerId="ADAL" clId="{67A4F9F5-779B-5943-B14E-B85497A2BF22}" dt="2025-09-26T01:12:16.440" v="5614" actId="2696"/>
        <pc:sldMkLst>
          <pc:docMk/>
          <pc:sldMk cId="667624197" sldId="1190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09-26T01:12:16.473" v="5616" actId="2696"/>
        <pc:sldMkLst>
          <pc:docMk/>
          <pc:sldMk cId="4161259661" sldId="1191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09-26T01:12:16.496" v="5617" actId="2696"/>
        <pc:sldMkLst>
          <pc:docMk/>
          <pc:sldMk cId="2658398296" sldId="1192"/>
        </pc:sldMkLst>
      </pc:sldChg>
      <pc:sldChg chg="modSp add mod ord modAnim">
        <pc:chgData name="Said Nabi Lecturer FCSE" userId="22162f9c-d122-430c-b6e9-ac8024b7b6c6" providerId="ADAL" clId="{67A4F9F5-779B-5943-B14E-B85497A2BF22}" dt="2025-09-28T01:44:46.455" v="5811"/>
        <pc:sldMkLst>
          <pc:docMk/>
          <pc:sldMk cId="386339959" sldId="1193"/>
        </pc:sldMkLst>
        <pc:spChg chg="mod">
          <ac:chgData name="Said Nabi Lecturer FCSE" userId="22162f9c-d122-430c-b6e9-ac8024b7b6c6" providerId="ADAL" clId="{67A4F9F5-779B-5943-B14E-B85497A2BF22}" dt="2025-09-28T01:41:12.263" v="5808" actId="20577"/>
          <ac:spMkLst>
            <pc:docMk/>
            <pc:sldMk cId="386339959" sldId="1193"/>
            <ac:spMk id="8" creationId="{D79BF874-1C24-DC3E-D9BD-DB97D0B2CFCD}"/>
          </ac:spMkLst>
        </pc:spChg>
      </pc:sldChg>
      <pc:sldChg chg="modSp add del mod modAnim">
        <pc:chgData name="Said Nabi Lecturer FCSE" userId="22162f9c-d122-430c-b6e9-ac8024b7b6c6" providerId="ADAL" clId="{67A4F9F5-779B-5943-B14E-B85497A2BF22}" dt="2025-10-06T12:44:43.311" v="8186" actId="2696"/>
        <pc:sldMkLst>
          <pc:docMk/>
          <pc:sldMk cId="1193271379" sldId="1194"/>
        </pc:sldMkLst>
      </pc:sldChg>
      <pc:sldChg chg="modSp add del mod">
        <pc:chgData name="Said Nabi Lecturer FCSE" userId="22162f9c-d122-430c-b6e9-ac8024b7b6c6" providerId="ADAL" clId="{67A4F9F5-779B-5943-B14E-B85497A2BF22}" dt="2025-09-26T01:12:16.509" v="5618" actId="2696"/>
        <pc:sldMkLst>
          <pc:docMk/>
          <pc:sldMk cId="3371569509" sldId="1194"/>
        </pc:sldMkLst>
      </pc:sldChg>
      <pc:sldChg chg="delSp modSp new del mod">
        <pc:chgData name="Said Nabi Lecturer FCSE" userId="22162f9c-d122-430c-b6e9-ac8024b7b6c6" providerId="ADAL" clId="{67A4F9F5-779B-5943-B14E-B85497A2BF22}" dt="2025-09-26T01:12:16.533" v="5619" actId="2696"/>
        <pc:sldMkLst>
          <pc:docMk/>
          <pc:sldMk cId="2619624186" sldId="1195"/>
        </pc:sldMkLst>
      </pc:sldChg>
      <pc:sldChg chg="modSp add del mod modAnim">
        <pc:chgData name="Said Nabi Lecturer FCSE" userId="22162f9c-d122-430c-b6e9-ac8024b7b6c6" providerId="ADAL" clId="{67A4F9F5-779B-5943-B14E-B85497A2BF22}" dt="2025-10-06T12:44:43.295" v="8185" actId="2696"/>
        <pc:sldMkLst>
          <pc:docMk/>
          <pc:sldMk cId="2759835045" sldId="1195"/>
        </pc:sldMkLst>
      </pc:sldChg>
      <pc:sldChg chg="del modAnim">
        <pc:chgData name="Said Nabi Lecturer FCSE" userId="22162f9c-d122-430c-b6e9-ac8024b7b6c6" providerId="ADAL" clId="{67A4F9F5-779B-5943-B14E-B85497A2BF22}" dt="2025-10-06T12:44:43.334" v="8187" actId="2696"/>
        <pc:sldMkLst>
          <pc:docMk/>
          <pc:sldMk cId="3568530517" sldId="1196"/>
        </pc:sldMkLst>
      </pc:sldChg>
      <pc:sldChg chg="modSp del modAnim">
        <pc:chgData name="Said Nabi Lecturer FCSE" userId="22162f9c-d122-430c-b6e9-ac8024b7b6c6" providerId="ADAL" clId="{67A4F9F5-779B-5943-B14E-B85497A2BF22}" dt="2025-10-06T12:44:43.366" v="8188" actId="2696"/>
        <pc:sldMkLst>
          <pc:docMk/>
          <pc:sldMk cId="593065879" sldId="1197"/>
        </pc:sldMkLst>
      </pc:sldChg>
      <pc:sldChg chg="del modAnim">
        <pc:chgData name="Said Nabi Lecturer FCSE" userId="22162f9c-d122-430c-b6e9-ac8024b7b6c6" providerId="ADAL" clId="{67A4F9F5-779B-5943-B14E-B85497A2BF22}" dt="2025-10-06T12:44:43.399" v="8189" actId="2696"/>
        <pc:sldMkLst>
          <pc:docMk/>
          <pc:sldMk cId="2356197765" sldId="1198"/>
        </pc:sldMkLst>
      </pc:sldChg>
      <pc:sldChg chg="del modAnim">
        <pc:chgData name="Said Nabi Lecturer FCSE" userId="22162f9c-d122-430c-b6e9-ac8024b7b6c6" providerId="ADAL" clId="{67A4F9F5-779B-5943-B14E-B85497A2BF22}" dt="2025-10-06T12:44:43.430" v="8190" actId="2696"/>
        <pc:sldMkLst>
          <pc:docMk/>
          <pc:sldMk cId="2431197673" sldId="1199"/>
        </pc:sldMkLst>
      </pc:sldChg>
      <pc:sldChg chg="del modAnim">
        <pc:chgData name="Said Nabi Lecturer FCSE" userId="22162f9c-d122-430c-b6e9-ac8024b7b6c6" providerId="ADAL" clId="{67A4F9F5-779B-5943-B14E-B85497A2BF22}" dt="2025-10-06T12:44:43.461" v="8191" actId="2696"/>
        <pc:sldMkLst>
          <pc:docMk/>
          <pc:sldMk cId="1452619793" sldId="1200"/>
        </pc:sldMkLst>
      </pc:sldChg>
      <pc:sldChg chg="del modAnim">
        <pc:chgData name="Said Nabi Lecturer FCSE" userId="22162f9c-d122-430c-b6e9-ac8024b7b6c6" providerId="ADAL" clId="{67A4F9F5-779B-5943-B14E-B85497A2BF22}" dt="2025-10-06T12:44:43.495" v="8192" actId="2696"/>
        <pc:sldMkLst>
          <pc:docMk/>
          <pc:sldMk cId="3322202993" sldId="1201"/>
        </pc:sldMkLst>
      </pc:sldChg>
      <pc:sldChg chg="del modAnim">
        <pc:chgData name="Said Nabi Lecturer FCSE" userId="22162f9c-d122-430c-b6e9-ac8024b7b6c6" providerId="ADAL" clId="{67A4F9F5-779B-5943-B14E-B85497A2BF22}" dt="2025-10-06T12:44:43.530" v="8193" actId="2696"/>
        <pc:sldMkLst>
          <pc:docMk/>
          <pc:sldMk cId="2150135870" sldId="1202"/>
        </pc:sldMkLst>
      </pc:sldChg>
      <pc:sldChg chg="del modAnim">
        <pc:chgData name="Said Nabi Lecturer FCSE" userId="22162f9c-d122-430c-b6e9-ac8024b7b6c6" providerId="ADAL" clId="{67A4F9F5-779B-5943-B14E-B85497A2BF22}" dt="2025-10-06T12:44:43.566" v="8194" actId="2696"/>
        <pc:sldMkLst>
          <pc:docMk/>
          <pc:sldMk cId="2621485592" sldId="1203"/>
        </pc:sldMkLst>
      </pc:sldChg>
      <pc:sldChg chg="del modAnim">
        <pc:chgData name="Said Nabi Lecturer FCSE" userId="22162f9c-d122-430c-b6e9-ac8024b7b6c6" providerId="ADAL" clId="{67A4F9F5-779B-5943-B14E-B85497A2BF22}" dt="2025-10-06T12:44:43.603" v="8195" actId="2696"/>
        <pc:sldMkLst>
          <pc:docMk/>
          <pc:sldMk cId="2142708989" sldId="1204"/>
        </pc:sldMkLst>
      </pc:sldChg>
      <pc:sldChg chg="del modAnim">
        <pc:chgData name="Said Nabi Lecturer FCSE" userId="22162f9c-d122-430c-b6e9-ac8024b7b6c6" providerId="ADAL" clId="{67A4F9F5-779B-5943-B14E-B85497A2BF22}" dt="2025-10-06T12:44:43.636" v="8196" actId="2696"/>
        <pc:sldMkLst>
          <pc:docMk/>
          <pc:sldMk cId="390659462" sldId="1205"/>
        </pc:sldMkLst>
      </pc:sldChg>
      <pc:sldChg chg="modSp add del mod modAnim">
        <pc:chgData name="Said Nabi Lecturer FCSE" userId="22162f9c-d122-430c-b6e9-ac8024b7b6c6" providerId="ADAL" clId="{67A4F9F5-779B-5943-B14E-B85497A2BF22}" dt="2025-10-06T12:44:43.679" v="8197" actId="2696"/>
        <pc:sldMkLst>
          <pc:docMk/>
          <pc:sldMk cId="374944398" sldId="1206"/>
        </pc:sldMkLst>
      </pc:sldChg>
      <pc:sldChg chg="addSp modSp add del mod modAnim">
        <pc:chgData name="Said Nabi Lecturer FCSE" userId="22162f9c-d122-430c-b6e9-ac8024b7b6c6" providerId="ADAL" clId="{67A4F9F5-779B-5943-B14E-B85497A2BF22}" dt="2025-10-06T12:44:43.694" v="8198" actId="2696"/>
        <pc:sldMkLst>
          <pc:docMk/>
          <pc:sldMk cId="1842431676" sldId="1207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10-06T12:44:43.819" v="8203" actId="2696"/>
        <pc:sldMkLst>
          <pc:docMk/>
          <pc:sldMk cId="2548327898" sldId="1208"/>
        </pc:sldMkLst>
      </pc:sldChg>
      <pc:sldChg chg="delSp modSp add del mod ord delAnim modAnim">
        <pc:chgData name="Said Nabi Lecturer FCSE" userId="22162f9c-d122-430c-b6e9-ac8024b7b6c6" providerId="ADAL" clId="{67A4F9F5-779B-5943-B14E-B85497A2BF22}" dt="2025-10-06T12:44:43.741" v="8200" actId="2696"/>
        <pc:sldMkLst>
          <pc:docMk/>
          <pc:sldMk cId="3123115456" sldId="1209"/>
        </pc:sldMkLst>
      </pc:sldChg>
      <pc:sldChg chg="delSp modSp add del mod delAnim modAnim">
        <pc:chgData name="Said Nabi Lecturer FCSE" userId="22162f9c-d122-430c-b6e9-ac8024b7b6c6" providerId="ADAL" clId="{67A4F9F5-779B-5943-B14E-B85497A2BF22}" dt="2025-09-29T13:59:33.595" v="6398" actId="2696"/>
        <pc:sldMkLst>
          <pc:docMk/>
          <pc:sldMk cId="2666946918" sldId="1210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10-06T12:44:43.901" v="8205" actId="2696"/>
        <pc:sldMkLst>
          <pc:docMk/>
          <pc:sldMk cId="3441244026" sldId="1211"/>
        </pc:sldMkLst>
      </pc:sldChg>
      <pc:sldChg chg="addSp delSp modSp new del mod ord addAnim delAnim modAnim">
        <pc:chgData name="Said Nabi Lecturer FCSE" userId="22162f9c-d122-430c-b6e9-ac8024b7b6c6" providerId="ADAL" clId="{67A4F9F5-779B-5943-B14E-B85497A2BF22}" dt="2025-10-06T12:44:43.721" v="8199" actId="2696"/>
        <pc:sldMkLst>
          <pc:docMk/>
          <pc:sldMk cId="2994534611" sldId="1212"/>
        </pc:sldMkLst>
      </pc:sldChg>
      <pc:sldChg chg="del">
        <pc:chgData name="Said Nabi Lecturer FCSE" userId="22162f9c-d122-430c-b6e9-ac8024b7b6c6" providerId="ADAL" clId="{67A4F9F5-779B-5943-B14E-B85497A2BF22}" dt="2025-10-06T12:44:43.762" v="8201" actId="2696"/>
        <pc:sldMkLst>
          <pc:docMk/>
          <pc:sldMk cId="404614129" sldId="1213"/>
        </pc:sldMkLst>
      </pc:sldChg>
      <pc:sldChg chg="addSp delSp modSp new del mod delAnim modAnim">
        <pc:chgData name="Said Nabi Lecturer FCSE" userId="22162f9c-d122-430c-b6e9-ac8024b7b6c6" providerId="ADAL" clId="{67A4F9F5-779B-5943-B14E-B85497A2BF22}" dt="2025-10-06T12:44:43.799" v="8202" actId="2696"/>
        <pc:sldMkLst>
          <pc:docMk/>
          <pc:sldMk cId="2550740950" sldId="1214"/>
        </pc:sldMkLst>
      </pc:sldChg>
      <pc:sldChg chg="add del">
        <pc:chgData name="Said Nabi Lecturer FCSE" userId="22162f9c-d122-430c-b6e9-ac8024b7b6c6" providerId="ADAL" clId="{67A4F9F5-779B-5943-B14E-B85497A2BF22}" dt="2025-10-06T12:44:43.951" v="8207" actId="2696"/>
        <pc:sldMkLst>
          <pc:docMk/>
          <pc:sldMk cId="162301287" sldId="1215"/>
        </pc:sldMkLst>
      </pc:sldChg>
      <pc:sldChg chg="add del ord modTransition">
        <pc:chgData name="Said Nabi Lecturer FCSE" userId="22162f9c-d122-430c-b6e9-ac8024b7b6c6" providerId="ADAL" clId="{67A4F9F5-779B-5943-B14E-B85497A2BF22}" dt="2025-10-06T12:44:43.856" v="8204" actId="2696"/>
        <pc:sldMkLst>
          <pc:docMk/>
          <pc:sldMk cId="4146431570" sldId="1216"/>
        </pc:sldMkLst>
      </pc:sldChg>
      <pc:sldChg chg="addSp delSp modSp add del mod delAnim modAnim">
        <pc:chgData name="Said Nabi Lecturer FCSE" userId="22162f9c-d122-430c-b6e9-ac8024b7b6c6" providerId="ADAL" clId="{67A4F9F5-779B-5943-B14E-B85497A2BF22}" dt="2025-10-06T12:44:43.940" v="8206" actId="2696"/>
        <pc:sldMkLst>
          <pc:docMk/>
          <pc:sldMk cId="1399622901" sldId="1217"/>
        </pc:sldMkLst>
      </pc:sldChg>
      <pc:sldChg chg="delSp modSp new mod">
        <pc:chgData name="Said Nabi Lecturer FCSE" userId="22162f9c-d122-430c-b6e9-ac8024b7b6c6" providerId="ADAL" clId="{67A4F9F5-779B-5943-B14E-B85497A2BF22}" dt="2025-10-02T02:16:20.131" v="8012" actId="1076"/>
        <pc:sldMkLst>
          <pc:docMk/>
          <pc:sldMk cId="1185452636" sldId="1218"/>
        </pc:sldMkLst>
        <pc:spChg chg="mod">
          <ac:chgData name="Said Nabi Lecturer FCSE" userId="22162f9c-d122-430c-b6e9-ac8024b7b6c6" providerId="ADAL" clId="{67A4F9F5-779B-5943-B14E-B85497A2BF22}" dt="2025-10-02T02:16:20.131" v="8012" actId="1076"/>
          <ac:spMkLst>
            <pc:docMk/>
            <pc:sldMk cId="1185452636" sldId="1218"/>
            <ac:spMk id="3" creationId="{5ADCB9A8-8EA1-448E-3B2A-09FB867826A2}"/>
          </ac:spMkLst>
        </pc:spChg>
      </pc:sldChg>
      <pc:sldChg chg="modSp mod">
        <pc:chgData name="Said Nabi Lecturer FCSE" userId="22162f9c-d122-430c-b6e9-ac8024b7b6c6" providerId="ADAL" clId="{67A4F9F5-779B-5943-B14E-B85497A2BF22}" dt="2025-10-07T05:54:42.053" v="8225" actId="20577"/>
        <pc:sldMkLst>
          <pc:docMk/>
          <pc:sldMk cId="1709720613" sldId="1220"/>
        </pc:sldMkLst>
        <pc:spChg chg="mod">
          <ac:chgData name="Said Nabi Lecturer FCSE" userId="22162f9c-d122-430c-b6e9-ac8024b7b6c6" providerId="ADAL" clId="{67A4F9F5-779B-5943-B14E-B85497A2BF22}" dt="2025-10-07T05:54:42.053" v="8225" actId="20577"/>
          <ac:spMkLst>
            <pc:docMk/>
            <pc:sldMk cId="1709720613" sldId="1220"/>
            <ac:spMk id="5" creationId="{E74031DA-6CCE-7769-1AFA-0B2B7DD1DC27}"/>
          </ac:spMkLst>
        </pc:spChg>
      </pc:sldChg>
      <pc:sldChg chg="modSp mod">
        <pc:chgData name="Said Nabi Lecturer FCSE" userId="22162f9c-d122-430c-b6e9-ac8024b7b6c6" providerId="ADAL" clId="{67A4F9F5-779B-5943-B14E-B85497A2BF22}" dt="2025-10-04T03:02:01.648" v="8101" actId="20577"/>
        <pc:sldMkLst>
          <pc:docMk/>
          <pc:sldMk cId="2099166459" sldId="1221"/>
        </pc:sldMkLst>
        <pc:spChg chg="mod">
          <ac:chgData name="Said Nabi Lecturer FCSE" userId="22162f9c-d122-430c-b6e9-ac8024b7b6c6" providerId="ADAL" clId="{67A4F9F5-779B-5943-B14E-B85497A2BF22}" dt="2025-10-04T03:00:48.068" v="8090" actId="207"/>
          <ac:spMkLst>
            <pc:docMk/>
            <pc:sldMk cId="2099166459" sldId="1221"/>
            <ac:spMk id="5" creationId="{85BE914C-37A4-E1A6-B248-63ACFA9794E8}"/>
          </ac:spMkLst>
        </pc:spChg>
        <pc:spChg chg="mod">
          <ac:chgData name="Said Nabi Lecturer FCSE" userId="22162f9c-d122-430c-b6e9-ac8024b7b6c6" providerId="ADAL" clId="{67A4F9F5-779B-5943-B14E-B85497A2BF22}" dt="2025-10-04T03:02:01.648" v="8101" actId="20577"/>
          <ac:spMkLst>
            <pc:docMk/>
            <pc:sldMk cId="2099166459" sldId="1221"/>
            <ac:spMk id="6" creationId="{E7138117-BC7D-3FCB-1C33-0E67EB773ECE}"/>
          </ac:spMkLst>
        </pc:spChg>
      </pc:sldChg>
      <pc:sldChg chg="addSp modSp mod">
        <pc:chgData name="Said Nabi Lecturer FCSE" userId="22162f9c-d122-430c-b6e9-ac8024b7b6c6" providerId="ADAL" clId="{67A4F9F5-779B-5943-B14E-B85497A2BF22}" dt="2025-10-07T13:47:23.494" v="8535"/>
        <pc:sldMkLst>
          <pc:docMk/>
          <pc:sldMk cId="641485893" sldId="1222"/>
        </pc:sldMkLst>
        <pc:spChg chg="add mod">
          <ac:chgData name="Said Nabi Lecturer FCSE" userId="22162f9c-d122-430c-b6e9-ac8024b7b6c6" providerId="ADAL" clId="{67A4F9F5-779B-5943-B14E-B85497A2BF22}" dt="2025-10-07T13:47:23.494" v="8535"/>
          <ac:spMkLst>
            <pc:docMk/>
            <pc:sldMk cId="641485893" sldId="1222"/>
            <ac:spMk id="5" creationId="{8948799A-F5FF-0B66-0DAE-5061FB2E3ED4}"/>
          </ac:spMkLst>
        </pc:spChg>
        <pc:spChg chg="mod">
          <ac:chgData name="Said Nabi Lecturer FCSE" userId="22162f9c-d122-430c-b6e9-ac8024b7b6c6" providerId="ADAL" clId="{67A4F9F5-779B-5943-B14E-B85497A2BF22}" dt="2025-10-07T05:56:00.300" v="8235" actId="20577"/>
          <ac:spMkLst>
            <pc:docMk/>
            <pc:sldMk cId="641485893" sldId="1222"/>
            <ac:spMk id="13" creationId="{76E6366C-C6BA-7A32-500D-0D2F4C81CAB7}"/>
          </ac:spMkLst>
        </pc:spChg>
        <pc:spChg chg="mod">
          <ac:chgData name="Said Nabi Lecturer FCSE" userId="22162f9c-d122-430c-b6e9-ac8024b7b6c6" providerId="ADAL" clId="{67A4F9F5-779B-5943-B14E-B85497A2BF22}" dt="2025-10-06T13:02:02.774" v="8209" actId="20577"/>
          <ac:spMkLst>
            <pc:docMk/>
            <pc:sldMk cId="641485893" sldId="1222"/>
            <ac:spMk id="23" creationId="{9FA4E967-EE99-310C-2DDA-E54B234F7B23}"/>
          </ac:spMkLst>
        </pc:spChg>
        <pc:cxnChg chg="mod">
          <ac:chgData name="Said Nabi Lecturer FCSE" userId="22162f9c-d122-430c-b6e9-ac8024b7b6c6" providerId="ADAL" clId="{67A4F9F5-779B-5943-B14E-B85497A2BF22}" dt="2025-10-07T05:55:51.566" v="8233" actId="1076"/>
          <ac:cxnSpMkLst>
            <pc:docMk/>
            <pc:sldMk cId="641485893" sldId="1222"/>
            <ac:cxnSpMk id="11" creationId="{BFCC1C75-F0C5-0D94-5B24-F646F9B3CB34}"/>
          </ac:cxnSpMkLst>
        </pc:cxnChg>
      </pc:sldChg>
      <pc:sldChg chg="modSp add mod">
        <pc:chgData name="Said Nabi Lecturer FCSE" userId="22162f9c-d122-430c-b6e9-ac8024b7b6c6" providerId="ADAL" clId="{67A4F9F5-779B-5943-B14E-B85497A2BF22}" dt="2025-10-04T03:09:56.415" v="8163" actId="207"/>
        <pc:sldMkLst>
          <pc:docMk/>
          <pc:sldMk cId="3222165966" sldId="1223"/>
        </pc:sldMkLst>
        <pc:spChg chg="mod">
          <ac:chgData name="Said Nabi Lecturer FCSE" userId="22162f9c-d122-430c-b6e9-ac8024b7b6c6" providerId="ADAL" clId="{67A4F9F5-779B-5943-B14E-B85497A2BF22}" dt="2025-10-04T03:09:56.415" v="8163" actId="207"/>
          <ac:spMkLst>
            <pc:docMk/>
            <pc:sldMk cId="3222165966" sldId="1223"/>
            <ac:spMk id="5" creationId="{2F1498C6-F331-B129-6F37-D3D530C986A7}"/>
          </ac:spMkLst>
        </pc:spChg>
        <pc:spChg chg="mod">
          <ac:chgData name="Said Nabi Lecturer FCSE" userId="22162f9c-d122-430c-b6e9-ac8024b7b6c6" providerId="ADAL" clId="{67A4F9F5-779B-5943-B14E-B85497A2BF22}" dt="2025-10-04T03:02:16.706" v="8117" actId="5793"/>
          <ac:spMkLst>
            <pc:docMk/>
            <pc:sldMk cId="3222165966" sldId="1223"/>
            <ac:spMk id="6" creationId="{0F5CFC50-B948-775D-36BC-A7F50AF676A6}"/>
          </ac:spMkLst>
        </pc:spChg>
      </pc:sldChg>
      <pc:sldChg chg="addSp delSp modSp add mod delAnim modAnim">
        <pc:chgData name="Said Nabi Lecturer FCSE" userId="22162f9c-d122-430c-b6e9-ac8024b7b6c6" providerId="ADAL" clId="{67A4F9F5-779B-5943-B14E-B85497A2BF22}" dt="2025-10-09T03:33:54.859" v="8750"/>
        <pc:sldMkLst>
          <pc:docMk/>
          <pc:sldMk cId="4032314364" sldId="1224"/>
        </pc:sldMkLst>
        <pc:spChg chg="add del mod">
          <ac:chgData name="Said Nabi Lecturer FCSE" userId="22162f9c-d122-430c-b6e9-ac8024b7b6c6" providerId="ADAL" clId="{67A4F9F5-779B-5943-B14E-B85497A2BF22}" dt="2025-10-09T03:27:26.676" v="8682" actId="478"/>
          <ac:spMkLst>
            <pc:docMk/>
            <pc:sldMk cId="4032314364" sldId="1224"/>
            <ac:spMk id="2" creationId="{7F3271AD-5ECF-667D-8E49-563B7B9A4CA1}"/>
          </ac:spMkLst>
        </pc:spChg>
        <pc:spChg chg="add del">
          <ac:chgData name="Said Nabi Lecturer FCSE" userId="22162f9c-d122-430c-b6e9-ac8024b7b6c6" providerId="ADAL" clId="{67A4F9F5-779B-5943-B14E-B85497A2BF22}" dt="2025-10-09T03:27:57.384" v="8684" actId="478"/>
          <ac:spMkLst>
            <pc:docMk/>
            <pc:sldMk cId="4032314364" sldId="1224"/>
            <ac:spMk id="3" creationId="{9E5767B7-686E-6284-20BD-DEBE4E133A83}"/>
          </ac:spMkLst>
        </pc:spChg>
        <pc:spChg chg="del mod">
          <ac:chgData name="Said Nabi Lecturer FCSE" userId="22162f9c-d122-430c-b6e9-ac8024b7b6c6" providerId="ADAL" clId="{67A4F9F5-779B-5943-B14E-B85497A2BF22}" dt="2025-10-09T03:26:52.147" v="8679" actId="478"/>
          <ac:spMkLst>
            <pc:docMk/>
            <pc:sldMk cId="4032314364" sldId="1224"/>
            <ac:spMk id="5" creationId="{A4EC5C58-328A-6724-A247-BA280A93E7B6}"/>
          </ac:spMkLst>
        </pc:spChg>
        <pc:spChg chg="mod">
          <ac:chgData name="Said Nabi Lecturer FCSE" userId="22162f9c-d122-430c-b6e9-ac8024b7b6c6" providerId="ADAL" clId="{67A4F9F5-779B-5943-B14E-B85497A2BF22}" dt="2025-10-07T11:54:00.439" v="8270" actId="20577"/>
          <ac:spMkLst>
            <pc:docMk/>
            <pc:sldMk cId="4032314364" sldId="1224"/>
            <ac:spMk id="6" creationId="{5862C928-B123-B720-06F2-6CA6BA429CDF}"/>
          </ac:spMkLst>
        </pc:spChg>
        <pc:picChg chg="add mod">
          <ac:chgData name="Said Nabi Lecturer FCSE" userId="22162f9c-d122-430c-b6e9-ac8024b7b6c6" providerId="ADAL" clId="{67A4F9F5-779B-5943-B14E-B85497A2BF22}" dt="2025-10-09T03:32:48.582" v="8724" actId="1076"/>
          <ac:picMkLst>
            <pc:docMk/>
            <pc:sldMk cId="4032314364" sldId="1224"/>
            <ac:picMk id="7" creationId="{524331A0-8FE6-EB0B-484D-8D2EE13077A0}"/>
          </ac:picMkLst>
        </pc:picChg>
        <pc:picChg chg="add mod">
          <ac:chgData name="Said Nabi Lecturer FCSE" userId="22162f9c-d122-430c-b6e9-ac8024b7b6c6" providerId="ADAL" clId="{67A4F9F5-779B-5943-B14E-B85497A2BF22}" dt="2025-10-09T03:33:36.573" v="8746" actId="1076"/>
          <ac:picMkLst>
            <pc:docMk/>
            <pc:sldMk cId="4032314364" sldId="1224"/>
            <ac:picMk id="9" creationId="{0530678B-6F01-10DE-BA05-C8891E78EC43}"/>
          </ac:picMkLst>
        </pc:picChg>
        <pc:picChg chg="add mod">
          <ac:chgData name="Said Nabi Lecturer FCSE" userId="22162f9c-d122-430c-b6e9-ac8024b7b6c6" providerId="ADAL" clId="{67A4F9F5-779B-5943-B14E-B85497A2BF22}" dt="2025-10-09T03:33:27.265" v="8745" actId="14100"/>
          <ac:picMkLst>
            <pc:docMk/>
            <pc:sldMk cId="4032314364" sldId="1224"/>
            <ac:picMk id="3078" creationId="{324C08C4-8629-A9EF-974B-E108B40D8EB6}"/>
          </ac:picMkLst>
        </pc:picChg>
      </pc:sldChg>
      <pc:sldChg chg="modSp add mod modAnim">
        <pc:chgData name="Said Nabi Lecturer FCSE" userId="22162f9c-d122-430c-b6e9-ac8024b7b6c6" providerId="ADAL" clId="{67A4F9F5-779B-5943-B14E-B85497A2BF22}" dt="2025-10-07T13:44:10.320" v="8517" actId="5793"/>
        <pc:sldMkLst>
          <pc:docMk/>
          <pc:sldMk cId="820482098" sldId="1225"/>
        </pc:sldMkLst>
        <pc:spChg chg="mod">
          <ac:chgData name="Said Nabi Lecturer FCSE" userId="22162f9c-d122-430c-b6e9-ac8024b7b6c6" providerId="ADAL" clId="{67A4F9F5-779B-5943-B14E-B85497A2BF22}" dt="2025-10-07T13:36:00.655" v="8375" actId="1076"/>
          <ac:spMkLst>
            <pc:docMk/>
            <pc:sldMk cId="820482098" sldId="1225"/>
            <ac:spMk id="5" creationId="{74FEB019-EC48-58F7-D871-61625D0DB891}"/>
          </ac:spMkLst>
        </pc:spChg>
        <pc:spChg chg="mod">
          <ac:chgData name="Said Nabi Lecturer FCSE" userId="22162f9c-d122-430c-b6e9-ac8024b7b6c6" providerId="ADAL" clId="{67A4F9F5-779B-5943-B14E-B85497A2BF22}" dt="2025-10-07T13:44:10.320" v="8517" actId="5793"/>
          <ac:spMkLst>
            <pc:docMk/>
            <pc:sldMk cId="820482098" sldId="1225"/>
            <ac:spMk id="6" creationId="{2148EF98-62BA-BA3C-E85D-A111D4C4FA1D}"/>
          </ac:spMkLst>
        </pc:spChg>
      </pc:sldChg>
      <pc:sldChg chg="addSp delSp modSp new mod ord modAnim">
        <pc:chgData name="Said Nabi Lecturer FCSE" userId="22162f9c-d122-430c-b6e9-ac8024b7b6c6" providerId="ADAL" clId="{67A4F9F5-779B-5943-B14E-B85497A2BF22}" dt="2025-10-10T01:56:06.198" v="8751" actId="20578"/>
        <pc:sldMkLst>
          <pc:docMk/>
          <pc:sldMk cId="2575822331" sldId="1226"/>
        </pc:sldMkLst>
        <pc:spChg chg="add del mod">
          <ac:chgData name="Said Nabi Lecturer FCSE" userId="22162f9c-d122-430c-b6e9-ac8024b7b6c6" providerId="ADAL" clId="{67A4F9F5-779B-5943-B14E-B85497A2BF22}" dt="2025-10-07T13:37:55.140" v="8381" actId="478"/>
          <ac:spMkLst>
            <pc:docMk/>
            <pc:sldMk cId="2575822331" sldId="1226"/>
            <ac:spMk id="5" creationId="{777ECE31-BEA4-2760-F278-7A982FDCB901}"/>
          </ac:spMkLst>
        </pc:spChg>
        <pc:spChg chg="mod">
          <ac:chgData name="Said Nabi Lecturer FCSE" userId="22162f9c-d122-430c-b6e9-ac8024b7b6c6" providerId="ADAL" clId="{67A4F9F5-779B-5943-B14E-B85497A2BF22}" dt="2025-10-07T13:37:50.180" v="8379"/>
          <ac:spMkLst>
            <pc:docMk/>
            <pc:sldMk cId="2575822331" sldId="1226"/>
            <ac:spMk id="7" creationId="{97E35E50-BF3F-ED0E-FA66-E2926F0DF365}"/>
          </ac:spMkLst>
        </pc:spChg>
        <pc:spChg chg="mod">
          <ac:chgData name="Said Nabi Lecturer FCSE" userId="22162f9c-d122-430c-b6e9-ac8024b7b6c6" providerId="ADAL" clId="{67A4F9F5-779B-5943-B14E-B85497A2BF22}" dt="2025-10-07T13:38:22.143" v="8393" actId="1076"/>
          <ac:spMkLst>
            <pc:docMk/>
            <pc:sldMk cId="2575822331" sldId="1226"/>
            <ac:spMk id="8" creationId="{7E8E8669-7AF2-0C65-1CA4-030CDA7A5BD3}"/>
          </ac:spMkLst>
        </pc:spChg>
        <pc:spChg chg="mod">
          <ac:chgData name="Said Nabi Lecturer FCSE" userId="22162f9c-d122-430c-b6e9-ac8024b7b6c6" providerId="ADAL" clId="{67A4F9F5-779B-5943-B14E-B85497A2BF22}" dt="2025-10-07T13:38:55.699" v="8417"/>
          <ac:spMkLst>
            <pc:docMk/>
            <pc:sldMk cId="2575822331" sldId="1226"/>
            <ac:spMk id="12" creationId="{A92D8895-31D3-86E1-BCE3-7A9F15024C3B}"/>
          </ac:spMkLst>
        </pc:spChg>
        <pc:spChg chg="mod">
          <ac:chgData name="Said Nabi Lecturer FCSE" userId="22162f9c-d122-430c-b6e9-ac8024b7b6c6" providerId="ADAL" clId="{67A4F9F5-779B-5943-B14E-B85497A2BF22}" dt="2025-10-07T13:38:55.699" v="8417"/>
          <ac:spMkLst>
            <pc:docMk/>
            <pc:sldMk cId="2575822331" sldId="1226"/>
            <ac:spMk id="13" creationId="{03053B4F-AC4B-8CCA-B9CC-5085729C23CF}"/>
          </ac:spMkLst>
        </pc:spChg>
        <pc:spChg chg="mod">
          <ac:chgData name="Said Nabi Lecturer FCSE" userId="22162f9c-d122-430c-b6e9-ac8024b7b6c6" providerId="ADAL" clId="{67A4F9F5-779B-5943-B14E-B85497A2BF22}" dt="2025-10-07T13:39:17.074" v="8428" actId="1076"/>
          <ac:spMkLst>
            <pc:docMk/>
            <pc:sldMk cId="2575822331" sldId="1226"/>
            <ac:spMk id="14" creationId="{2719E06B-62CA-D7E7-20E1-EF36725A5FAF}"/>
          </ac:spMkLst>
        </pc:spChg>
        <pc:spChg chg="mod">
          <ac:chgData name="Said Nabi Lecturer FCSE" userId="22162f9c-d122-430c-b6e9-ac8024b7b6c6" providerId="ADAL" clId="{67A4F9F5-779B-5943-B14E-B85497A2BF22}" dt="2025-10-07T13:39:46.587" v="8434"/>
          <ac:spMkLst>
            <pc:docMk/>
            <pc:sldMk cId="2575822331" sldId="1226"/>
            <ac:spMk id="18" creationId="{96CB20C6-87AC-6F17-451B-A8B5667CBC09}"/>
          </ac:spMkLst>
        </pc:spChg>
        <pc:spChg chg="mod">
          <ac:chgData name="Said Nabi Lecturer FCSE" userId="22162f9c-d122-430c-b6e9-ac8024b7b6c6" providerId="ADAL" clId="{67A4F9F5-779B-5943-B14E-B85497A2BF22}" dt="2025-10-07T13:39:46.587" v="8434"/>
          <ac:spMkLst>
            <pc:docMk/>
            <pc:sldMk cId="2575822331" sldId="1226"/>
            <ac:spMk id="19" creationId="{F2759FDF-A62D-A0AE-EE8D-3C1E6ECC1ABB}"/>
          </ac:spMkLst>
        </pc:spChg>
        <pc:spChg chg="mod">
          <ac:chgData name="Said Nabi Lecturer FCSE" userId="22162f9c-d122-430c-b6e9-ac8024b7b6c6" providerId="ADAL" clId="{67A4F9F5-779B-5943-B14E-B85497A2BF22}" dt="2025-10-07T13:40:15.104" v="8456" actId="122"/>
          <ac:spMkLst>
            <pc:docMk/>
            <pc:sldMk cId="2575822331" sldId="1226"/>
            <ac:spMk id="20" creationId="{9519E45E-24F7-31DD-41D9-C316F8D0E642}"/>
          </ac:spMkLst>
        </pc:spChg>
        <pc:spChg chg="mod">
          <ac:chgData name="Said Nabi Lecturer FCSE" userId="22162f9c-d122-430c-b6e9-ac8024b7b6c6" providerId="ADAL" clId="{67A4F9F5-779B-5943-B14E-B85497A2BF22}" dt="2025-10-07T13:40:28.583" v="8459"/>
          <ac:spMkLst>
            <pc:docMk/>
            <pc:sldMk cId="2575822331" sldId="1226"/>
            <ac:spMk id="23" creationId="{AF34E9F5-B4EC-7B15-FFB9-846884A6D496}"/>
          </ac:spMkLst>
        </pc:spChg>
        <pc:spChg chg="mod">
          <ac:chgData name="Said Nabi Lecturer FCSE" userId="22162f9c-d122-430c-b6e9-ac8024b7b6c6" providerId="ADAL" clId="{67A4F9F5-779B-5943-B14E-B85497A2BF22}" dt="2025-10-07T13:40:28.583" v="8459"/>
          <ac:spMkLst>
            <pc:docMk/>
            <pc:sldMk cId="2575822331" sldId="1226"/>
            <ac:spMk id="24" creationId="{03C60FE5-7749-1649-1DA5-396DDB5A6A3D}"/>
          </ac:spMkLst>
        </pc:spChg>
        <pc:spChg chg="mod">
          <ac:chgData name="Said Nabi Lecturer FCSE" userId="22162f9c-d122-430c-b6e9-ac8024b7b6c6" providerId="ADAL" clId="{67A4F9F5-779B-5943-B14E-B85497A2BF22}" dt="2025-10-07T13:40:34.742" v="8462" actId="20577"/>
          <ac:spMkLst>
            <pc:docMk/>
            <pc:sldMk cId="2575822331" sldId="1226"/>
            <ac:spMk id="25" creationId="{204B4E92-A457-BED8-34F6-7219904385B6}"/>
          </ac:spMkLst>
        </pc:spChg>
        <pc:spChg chg="add mod">
          <ac:chgData name="Said Nabi Lecturer FCSE" userId="22162f9c-d122-430c-b6e9-ac8024b7b6c6" providerId="ADAL" clId="{67A4F9F5-779B-5943-B14E-B85497A2BF22}" dt="2025-10-07T13:43:56.981" v="8503" actId="1076"/>
          <ac:spMkLst>
            <pc:docMk/>
            <pc:sldMk cId="2575822331" sldId="1226"/>
            <ac:spMk id="26" creationId="{55E9E680-AF28-790E-C505-3CC8B44089F0}"/>
          </ac:spMkLst>
        </pc:spChg>
        <pc:spChg chg="add mod">
          <ac:chgData name="Said Nabi Lecturer FCSE" userId="22162f9c-d122-430c-b6e9-ac8024b7b6c6" providerId="ADAL" clId="{67A4F9F5-779B-5943-B14E-B85497A2BF22}" dt="2025-10-07T13:43:56.981" v="8503" actId="1076"/>
          <ac:spMkLst>
            <pc:docMk/>
            <pc:sldMk cId="2575822331" sldId="1226"/>
            <ac:spMk id="27" creationId="{4FD6CD3A-FBFE-8D73-13FF-436BEAF46942}"/>
          </ac:spMkLst>
        </pc:spChg>
        <pc:spChg chg="add mod">
          <ac:chgData name="Said Nabi Lecturer FCSE" userId="22162f9c-d122-430c-b6e9-ac8024b7b6c6" providerId="ADAL" clId="{67A4F9F5-779B-5943-B14E-B85497A2BF22}" dt="2025-10-07T13:44:35.115" v="8530" actId="1076"/>
          <ac:spMkLst>
            <pc:docMk/>
            <pc:sldMk cId="2575822331" sldId="1226"/>
            <ac:spMk id="28" creationId="{338CD1E3-B84C-9E87-28A1-3E062018BF3C}"/>
          </ac:spMkLst>
        </pc:spChg>
        <pc:spChg chg="add mod">
          <ac:chgData name="Said Nabi Lecturer FCSE" userId="22162f9c-d122-430c-b6e9-ac8024b7b6c6" providerId="ADAL" clId="{67A4F9F5-779B-5943-B14E-B85497A2BF22}" dt="2025-10-07T13:48:58.971" v="8539" actId="1076"/>
          <ac:spMkLst>
            <pc:docMk/>
            <pc:sldMk cId="2575822331" sldId="1226"/>
            <ac:spMk id="29" creationId="{79A960C9-B5D2-5297-BD25-EE94ACB60D8A}"/>
          </ac:spMkLst>
        </pc:spChg>
        <pc:grpChg chg="add mod">
          <ac:chgData name="Said Nabi Lecturer FCSE" userId="22162f9c-d122-430c-b6e9-ac8024b7b6c6" providerId="ADAL" clId="{67A4F9F5-779B-5943-B14E-B85497A2BF22}" dt="2025-10-07T13:43:56.981" v="8503" actId="1076"/>
          <ac:grpSpMkLst>
            <pc:docMk/>
            <pc:sldMk cId="2575822331" sldId="1226"/>
            <ac:grpSpMk id="4" creationId="{E669652B-7A4B-87C6-13EB-F1F7D57931CB}"/>
          </ac:grpSpMkLst>
        </pc:grpChg>
        <pc:grpChg chg="add mod">
          <ac:chgData name="Said Nabi Lecturer FCSE" userId="22162f9c-d122-430c-b6e9-ac8024b7b6c6" providerId="ADAL" clId="{67A4F9F5-779B-5943-B14E-B85497A2BF22}" dt="2025-10-07T13:43:56.981" v="8503" actId="1076"/>
          <ac:grpSpMkLst>
            <pc:docMk/>
            <pc:sldMk cId="2575822331" sldId="1226"/>
            <ac:grpSpMk id="11" creationId="{7C270C19-9DAF-3DED-315B-062CF048329E}"/>
          </ac:grpSpMkLst>
        </pc:grpChg>
        <pc:grpChg chg="add mod">
          <ac:chgData name="Said Nabi Lecturer FCSE" userId="22162f9c-d122-430c-b6e9-ac8024b7b6c6" providerId="ADAL" clId="{67A4F9F5-779B-5943-B14E-B85497A2BF22}" dt="2025-10-07T13:43:56.981" v="8503" actId="1076"/>
          <ac:grpSpMkLst>
            <pc:docMk/>
            <pc:sldMk cId="2575822331" sldId="1226"/>
            <ac:grpSpMk id="17" creationId="{2FB63375-169A-3508-6DE9-DF11FD544307}"/>
          </ac:grpSpMkLst>
        </pc:grpChg>
        <pc:grpChg chg="add mod">
          <ac:chgData name="Said Nabi Lecturer FCSE" userId="22162f9c-d122-430c-b6e9-ac8024b7b6c6" providerId="ADAL" clId="{67A4F9F5-779B-5943-B14E-B85497A2BF22}" dt="2025-10-07T13:43:56.981" v="8503" actId="1076"/>
          <ac:grpSpMkLst>
            <pc:docMk/>
            <pc:sldMk cId="2575822331" sldId="1226"/>
            <ac:grpSpMk id="22" creationId="{47937AFC-7C55-6B32-C91B-94FBE37CF24A}"/>
          </ac:grpSpMkLst>
        </pc:grpChg>
        <pc:cxnChg chg="add mod">
          <ac:chgData name="Said Nabi Lecturer FCSE" userId="22162f9c-d122-430c-b6e9-ac8024b7b6c6" providerId="ADAL" clId="{67A4F9F5-779B-5943-B14E-B85497A2BF22}" dt="2025-10-07T13:43:56.981" v="8503" actId="1076"/>
          <ac:cxnSpMkLst>
            <pc:docMk/>
            <pc:sldMk cId="2575822331" sldId="1226"/>
            <ac:cxnSpMk id="10" creationId="{533EDC14-1AAE-E649-496C-B0968CF3ED25}"/>
          </ac:cxnSpMkLst>
        </pc:cxnChg>
        <pc:cxnChg chg="add mod">
          <ac:chgData name="Said Nabi Lecturer FCSE" userId="22162f9c-d122-430c-b6e9-ac8024b7b6c6" providerId="ADAL" clId="{67A4F9F5-779B-5943-B14E-B85497A2BF22}" dt="2025-10-07T13:43:56.981" v="8503" actId="1076"/>
          <ac:cxnSpMkLst>
            <pc:docMk/>
            <pc:sldMk cId="2575822331" sldId="1226"/>
            <ac:cxnSpMk id="15" creationId="{49079567-99C9-A09A-C85D-3099EC09CA20}"/>
          </ac:cxnSpMkLst>
        </pc:cxnChg>
        <pc:cxnChg chg="add mod">
          <ac:chgData name="Said Nabi Lecturer FCSE" userId="22162f9c-d122-430c-b6e9-ac8024b7b6c6" providerId="ADAL" clId="{67A4F9F5-779B-5943-B14E-B85497A2BF22}" dt="2025-10-07T13:43:56.981" v="8503" actId="1076"/>
          <ac:cxnSpMkLst>
            <pc:docMk/>
            <pc:sldMk cId="2575822331" sldId="1226"/>
            <ac:cxnSpMk id="21" creationId="{BEDBE919-083A-1124-08EE-A495E265AC69}"/>
          </ac:cxnSpMkLst>
        </pc:cxnChg>
      </pc:sldChg>
      <pc:sldChg chg="addSp delSp modSp add del mod delAnim">
        <pc:chgData name="Said Nabi Lecturer FCSE" userId="22162f9c-d122-430c-b6e9-ac8024b7b6c6" providerId="ADAL" clId="{67A4F9F5-779B-5943-B14E-B85497A2BF22}" dt="2025-10-10T01:57:12.253" v="8754" actId="2696"/>
        <pc:sldMkLst>
          <pc:docMk/>
          <pc:sldMk cId="2588758423" sldId="1227"/>
        </pc:sldMkLst>
        <pc:spChg chg="add mod">
          <ac:chgData name="Said Nabi Lecturer FCSE" userId="22162f9c-d122-430c-b6e9-ac8024b7b6c6" providerId="ADAL" clId="{67A4F9F5-779B-5943-B14E-B85497A2BF22}" dt="2025-10-09T03:15:34.946" v="8655" actId="1076"/>
          <ac:spMkLst>
            <pc:docMk/>
            <pc:sldMk cId="2588758423" sldId="1227"/>
            <ac:spMk id="3" creationId="{890D074B-DC85-9414-B04D-6F449F9248EE}"/>
          </ac:spMkLst>
        </pc:spChg>
        <pc:spChg chg="add del mod">
          <ac:chgData name="Said Nabi Lecturer FCSE" userId="22162f9c-d122-430c-b6e9-ac8024b7b6c6" providerId="ADAL" clId="{67A4F9F5-779B-5943-B14E-B85497A2BF22}" dt="2025-10-09T03:15:09.488" v="8649" actId="21"/>
          <ac:spMkLst>
            <pc:docMk/>
            <pc:sldMk cId="2588758423" sldId="1227"/>
            <ac:spMk id="4" creationId="{813BF475-7B3A-E6D7-BAD0-B729B7C88DC6}"/>
          </ac:spMkLst>
        </pc:spChg>
        <pc:spChg chg="mod">
          <ac:chgData name="Said Nabi Lecturer FCSE" userId="22162f9c-d122-430c-b6e9-ac8024b7b6c6" providerId="ADAL" clId="{67A4F9F5-779B-5943-B14E-B85497A2BF22}" dt="2025-10-09T03:15:45.078" v="8665" actId="5793"/>
          <ac:spMkLst>
            <pc:docMk/>
            <pc:sldMk cId="2588758423" sldId="1227"/>
            <ac:spMk id="28" creationId="{4FDF8A9E-B5F9-1873-57E4-C09454E1D350}"/>
          </ac:spMkLst>
        </pc:spChg>
      </pc:sldChg>
      <pc:sldChg chg="addSp delSp modSp new del mod modAnim">
        <pc:chgData name="Said Nabi Lecturer FCSE" userId="22162f9c-d122-430c-b6e9-ac8024b7b6c6" providerId="ADAL" clId="{67A4F9F5-779B-5943-B14E-B85497A2BF22}" dt="2025-10-10T01:57:12.244" v="8753" actId="2696"/>
        <pc:sldMkLst>
          <pc:docMk/>
          <pc:sldMk cId="4121899737" sldId="1228"/>
        </pc:sldMkLst>
        <pc:spChg chg="del">
          <ac:chgData name="Said Nabi Lecturer FCSE" userId="22162f9c-d122-430c-b6e9-ac8024b7b6c6" providerId="ADAL" clId="{67A4F9F5-779B-5943-B14E-B85497A2BF22}" dt="2025-10-09T03:06:27.816" v="8582" actId="478"/>
          <ac:spMkLst>
            <pc:docMk/>
            <pc:sldMk cId="4121899737" sldId="1228"/>
            <ac:spMk id="2" creationId="{181D1D7A-67F1-7358-3383-0EB300DCAC92}"/>
          </ac:spMkLst>
        </pc:spChg>
        <pc:spChg chg="del">
          <ac:chgData name="Said Nabi Lecturer FCSE" userId="22162f9c-d122-430c-b6e9-ac8024b7b6c6" providerId="ADAL" clId="{67A4F9F5-779B-5943-B14E-B85497A2BF22}" dt="2025-10-09T03:06:29.250" v="8583" actId="478"/>
          <ac:spMkLst>
            <pc:docMk/>
            <pc:sldMk cId="4121899737" sldId="1228"/>
            <ac:spMk id="3" creationId="{6AD34ABE-1680-5F68-E568-4BF93BE29706}"/>
          </ac:spMkLst>
        </pc:spChg>
        <pc:spChg chg="add mod">
          <ac:chgData name="Said Nabi Lecturer FCSE" userId="22162f9c-d122-430c-b6e9-ac8024b7b6c6" providerId="ADAL" clId="{67A4F9F5-779B-5943-B14E-B85497A2BF22}" dt="2025-10-09T03:09:33.067" v="8609" actId="207"/>
          <ac:spMkLst>
            <pc:docMk/>
            <pc:sldMk cId="4121899737" sldId="1228"/>
            <ac:spMk id="5" creationId="{ABAC7852-B9D1-1D9A-40F2-FD307C9D6102}"/>
          </ac:spMkLst>
        </pc:spChg>
        <pc:spChg chg="add mod">
          <ac:chgData name="Said Nabi Lecturer FCSE" userId="22162f9c-d122-430c-b6e9-ac8024b7b6c6" providerId="ADAL" clId="{67A4F9F5-779B-5943-B14E-B85497A2BF22}" dt="2025-10-09T03:07:24.718" v="8598" actId="1076"/>
          <ac:spMkLst>
            <pc:docMk/>
            <pc:sldMk cId="4121899737" sldId="1228"/>
            <ac:spMk id="6" creationId="{D9C02244-A215-0215-383E-E83D556F55AA}"/>
          </ac:spMkLst>
        </pc:spChg>
      </pc:sldChg>
      <pc:sldChg chg="addSp delSp modSp add del mod ord delAnim">
        <pc:chgData name="Said Nabi Lecturer FCSE" userId="22162f9c-d122-430c-b6e9-ac8024b7b6c6" providerId="ADAL" clId="{67A4F9F5-779B-5943-B14E-B85497A2BF22}" dt="2025-10-10T01:57:12.212" v="8752" actId="2696"/>
        <pc:sldMkLst>
          <pc:docMk/>
          <pc:sldMk cId="1353146355" sldId="1229"/>
        </pc:sldMkLst>
        <pc:spChg chg="add mod">
          <ac:chgData name="Said Nabi Lecturer FCSE" userId="22162f9c-d122-430c-b6e9-ac8024b7b6c6" providerId="ADAL" clId="{67A4F9F5-779B-5943-B14E-B85497A2BF22}" dt="2025-10-09T03:11:12.760" v="8619" actId="1076"/>
          <ac:spMkLst>
            <pc:docMk/>
            <pc:sldMk cId="1353146355" sldId="1229"/>
            <ac:spMk id="2" creationId="{D807E866-402E-778D-92B6-153AA2B3779B}"/>
          </ac:spMkLst>
        </pc:spChg>
        <pc:spChg chg="del">
          <ac:chgData name="Said Nabi Lecturer FCSE" userId="22162f9c-d122-430c-b6e9-ac8024b7b6c6" providerId="ADAL" clId="{67A4F9F5-779B-5943-B14E-B85497A2BF22}" dt="2025-10-09T03:09:51.758" v="8611" actId="478"/>
          <ac:spMkLst>
            <pc:docMk/>
            <pc:sldMk cId="1353146355" sldId="1229"/>
            <ac:spMk id="5" creationId="{EA9E7BC0-3EF1-93CF-5E48-1175E08C7944}"/>
          </ac:spMkLst>
        </pc:spChg>
        <pc:spChg chg="del">
          <ac:chgData name="Said Nabi Lecturer FCSE" userId="22162f9c-d122-430c-b6e9-ac8024b7b6c6" providerId="ADAL" clId="{67A4F9F5-779B-5943-B14E-B85497A2BF22}" dt="2025-10-09T03:10:19.834" v="8614" actId="478"/>
          <ac:spMkLst>
            <pc:docMk/>
            <pc:sldMk cId="1353146355" sldId="1229"/>
            <ac:spMk id="6" creationId="{FC544F76-5D5F-0897-86FE-7488606F6DE9}"/>
          </ac:spMkLst>
        </pc:spChg>
        <pc:picChg chg="add mod">
          <ac:chgData name="Said Nabi Lecturer FCSE" userId="22162f9c-d122-430c-b6e9-ac8024b7b6c6" providerId="ADAL" clId="{67A4F9F5-779B-5943-B14E-B85497A2BF22}" dt="2025-10-09T03:10:23.206" v="8615" actId="1076"/>
          <ac:picMkLst>
            <pc:docMk/>
            <pc:sldMk cId="1353146355" sldId="1229"/>
            <ac:picMk id="1026" creationId="{9DCA7A61-F390-359C-6697-AC1EE99B98C4}"/>
          </ac:picMkLst>
        </pc:picChg>
      </pc:sldChg>
      <pc:sldChg chg="modSp add">
        <pc:chgData name="Said Nabi Lecturer FCSE" userId="22162f9c-d122-430c-b6e9-ac8024b7b6c6" providerId="ADAL" clId="{67A4F9F5-779B-5943-B14E-B85497A2BF22}" dt="2025-10-09T03:18:26.810" v="8678" actId="5793"/>
        <pc:sldMkLst>
          <pc:docMk/>
          <pc:sldMk cId="1092460063" sldId="1230"/>
        </pc:sldMkLst>
        <pc:spChg chg="mod">
          <ac:chgData name="Said Nabi Lecturer FCSE" userId="22162f9c-d122-430c-b6e9-ac8024b7b6c6" providerId="ADAL" clId="{67A4F9F5-779B-5943-B14E-B85497A2BF22}" dt="2025-10-09T03:18:26.810" v="8678" actId="5793"/>
          <ac:spMkLst>
            <pc:docMk/>
            <pc:sldMk cId="1092460063" sldId="1230"/>
            <ac:spMk id="6" creationId="{38BD2672-CD15-15FC-8511-74A2B6028A64}"/>
          </ac:spMkLst>
        </pc:spChg>
      </pc:sldChg>
    </pc:docChg>
  </pc:docChgLst>
  <pc:docChgLst>
    <pc:chgData name="Said Nabi Lecturer FCSE" userId="22162f9c-d122-430c-b6e9-ac8024b7b6c6" providerId="ADAL" clId="{DB10C268-A287-DD41-8751-EB195AC7D27C}"/>
    <pc:docChg chg="modSld">
      <pc:chgData name="Said Nabi Lecturer FCSE" userId="22162f9c-d122-430c-b6e9-ac8024b7b6c6" providerId="ADAL" clId="{DB10C268-A287-DD41-8751-EB195AC7D27C}" dt="2025-09-25T05:41:04.119" v="5"/>
      <pc:docMkLst>
        <pc:docMk/>
      </pc:docMkLst>
      <pc:sldChg chg="modAnim">
        <pc:chgData name="Said Nabi Lecturer FCSE" userId="22162f9c-d122-430c-b6e9-ac8024b7b6c6" providerId="ADAL" clId="{DB10C268-A287-DD41-8751-EB195AC7D27C}" dt="2025-09-25T05:41:04.119" v="5"/>
        <pc:sldMkLst>
          <pc:docMk/>
          <pc:sldMk cId="3806193296" sldId="1186"/>
        </pc:sldMkLst>
      </pc:sldChg>
      <pc:sldChg chg="modSp mod">
        <pc:chgData name="Said Nabi Lecturer FCSE" userId="22162f9c-d122-430c-b6e9-ac8024b7b6c6" providerId="ADAL" clId="{DB10C268-A287-DD41-8751-EB195AC7D27C}" dt="2025-09-25T05:38:31.166" v="2" actId="1076"/>
        <pc:sldMkLst>
          <pc:docMk/>
          <pc:sldMk cId="2619624186" sldId="11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A1779-A9D3-5246-BCE2-402B7DACA94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30AB7-ED17-0D43-BA3B-85E1FBF3B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05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7074-5F92-2E0E-AE86-E690317D1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04B99-FAA5-03E1-CE43-E1F4ACA54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534F5-AD4C-3925-5D8F-1BA76051F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C47D7-7567-A3D5-C7F9-B3AC0ADAA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30AB7-ED17-0D43-BA3B-85E1FBF3BD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33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B107-6E27-B6B8-3D6C-C387CF3C9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D8FC2-C31A-5EB0-A62E-D98798095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7A99C-AA0A-62D2-9C38-EB3A258211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CA595-021F-51FA-1F40-E8AFF45C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C4153-0623-FC85-877B-5B083C2B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8CF0-614E-F3E5-0172-9F62171E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BD281-DC6D-D7A7-C4E6-D77264A4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74CD7-305B-D11E-9D97-E36078F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9ACC9-4149-A0FA-9963-00B8568D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9C1E7-76FC-F8D8-806D-D8DBD203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8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75BDF-E3A1-4C2D-A88B-760CF4E04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F07C4-6C7D-723C-F5FA-75AC2EAC6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46DD4-FB1D-EE63-C440-732EA7E2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8BEED-74FB-F846-AECD-0006B592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1B486-1B07-3A70-9074-03EDDD07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7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8D3A8-1A5D-FDB4-A790-50F78561F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40FB1-4A9E-9EB3-FB3E-DA345EFF6A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03834-3831-5317-3FB8-980F7462E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C7196-615D-7406-9DD8-0CA3F943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E2E13-2E9C-A8DA-67F7-09EE42630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A6D69-FE8A-C35B-84AB-79554DE5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1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8958-3C63-E64E-B34B-8DE36074C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A9EF3-5678-D002-0364-FE3FA420D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8CD19-946B-B96C-C936-09DAEB758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FCFED-F800-D7D8-2F35-50FE6F03E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1C22F-FF0C-E459-2175-33996903C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15A23-9438-C557-5AEE-FD5A66EB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AB8BA-B5F1-5848-B46B-71773C17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E8326A-84DA-0D73-881F-78E54799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3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43C3-7437-CF4C-ED41-45575B3F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8E424-258E-0836-14F3-1BF2E453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FA725-3777-DA54-704A-421EB981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4F844-3888-6BAA-94AE-EAB594CD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2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91D9C-1E89-1105-7116-B5E52FCBB3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0E437-3E92-7E2B-F679-E4089E6B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42BFA-C64E-513A-1D43-F74CEFDC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700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4F82-AB96-9C21-C542-6408BD660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4F3CC-DDFC-B518-A00F-03BDBF767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097D5C-4E9E-EFB8-90DB-B69BCE152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BF8BD-2B52-F23C-839B-BD8CE7BC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87652-ED32-6487-A5A2-E4E2FB9C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A1001-5048-0A0A-4FD2-DA01A61C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46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5C3A-9783-BC4E-9040-8817C501F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267D8-032F-FCF8-936A-9261A6D06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2B2E5-8E87-E6A4-2705-21AFFB737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07C15-3E98-1C40-AA63-E1011CCD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424D7-5F99-B7FE-4168-5842409F4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2521B-709C-4140-1FA8-593334C2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94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F2A1-F2F4-FA91-63D5-6F3EFB4C3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26A89-B74C-A254-26EB-0CA1C0E7B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CA874-5C74-9644-6217-AAB6EE66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DEC0B-36A8-92CD-A141-67B874B27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89FB4-411F-A7B4-BA73-B5127311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3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48552B-C034-F1C0-3DE0-6A828CFB7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34C9D-BE58-D6F2-0E14-FC1B35670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0D49-320F-8B65-6765-4EEB7FBA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1FACA72-5802-8B43-82D6-9244FB844B5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893EF-1E43-699E-510E-B10F660EE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FD1C8-A8CE-AAE3-1002-3BCA4431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D15DD0-373C-FB41-9FBA-198F841A9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85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DBB7E0-97D0-F509-BAB5-45F3B15340BA}"/>
              </a:ext>
            </a:extLst>
          </p:cNvPr>
          <p:cNvSpPr/>
          <p:nvPr userDrawn="1"/>
        </p:nvSpPr>
        <p:spPr>
          <a:xfrm>
            <a:off x="11506200" y="0"/>
            <a:ext cx="68580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C6F4C3-B010-E47B-FF24-50A73974AFE0}"/>
              </a:ext>
            </a:extLst>
          </p:cNvPr>
          <p:cNvSpPr/>
          <p:nvPr userDrawn="1"/>
        </p:nvSpPr>
        <p:spPr>
          <a:xfrm>
            <a:off x="11506200" y="61722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8539BE-3203-DE25-5D52-BE53A08EA61B}"/>
              </a:ext>
            </a:extLst>
          </p:cNvPr>
          <p:cNvSpPr txBox="1"/>
          <p:nvPr userDrawn="1"/>
        </p:nvSpPr>
        <p:spPr>
          <a:xfrm rot="16200000">
            <a:off x="11200207" y="671017"/>
            <a:ext cx="1297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kern="1200">
                <a:solidFill>
                  <a:schemeClr val="bg2"/>
                </a:solidFill>
                <a:latin typeface="+mn-lt"/>
                <a:ea typeface="+mn-ea"/>
                <a:cs typeface="+mn-cs"/>
              </a:rPr>
              <a:t>Fall 2025</a:t>
            </a:r>
            <a:endParaRPr lang="en-PK" sz="1200" kern="1200">
              <a:solidFill>
                <a:schemeClr val="bg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B63BB9-EB16-2B71-C712-5A6E1B384895}"/>
              </a:ext>
            </a:extLst>
          </p:cNvPr>
          <p:cNvSpPr txBox="1"/>
          <p:nvPr userDrawn="1"/>
        </p:nvSpPr>
        <p:spPr>
          <a:xfrm rot="16200000">
            <a:off x="10627459" y="3988652"/>
            <a:ext cx="2443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kern="1200">
                <a:solidFill>
                  <a:schemeClr val="bg2"/>
                </a:solidFill>
                <a:latin typeface="+mn-lt"/>
                <a:ea typeface="+mn-ea"/>
                <a:cs typeface="+mn-cs"/>
              </a:rPr>
              <a:t>Software Design and Architecture (SE322) By Mr. Said Nabi</a:t>
            </a:r>
            <a:endParaRPr lang="en-PK" sz="1200" kern="1200">
              <a:solidFill>
                <a:schemeClr val="bg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A7DF65E-C177-D14E-69F8-F97164B77A92}"/>
              </a:ext>
            </a:extLst>
          </p:cNvPr>
          <p:cNvSpPr txBox="1">
            <a:spLocks/>
          </p:cNvSpPr>
          <p:nvPr userDrawn="1"/>
        </p:nvSpPr>
        <p:spPr>
          <a:xfrm>
            <a:off x="11571551" y="6316225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2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bisaeed/SDA/blob/main/Design%20Patterns/Facade/Facade.jav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bisaeed/SDA/blob/main/Design%20Patterns/Facade/Facade.java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985838"/>
            <a:ext cx="8303190" cy="2362200"/>
          </a:xfrm>
        </p:spPr>
        <p:txBody>
          <a:bodyPr>
            <a:normAutofit fontScale="90000"/>
          </a:bodyPr>
          <a:lstStyle/>
          <a:p>
            <a:pPr eaLnBrk="0" hangingPunct="0">
              <a:spcBef>
                <a:spcPct val="20000"/>
              </a:spcBef>
              <a:spcAft>
                <a:spcPts val="600"/>
              </a:spcAft>
            </a:pP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r>
              <a:rPr lang="en-US" sz="3600" b="1">
                <a:solidFill>
                  <a:srgbClr val="0000CC"/>
                </a:solidFill>
              </a:rPr>
              <a:t>Software Design and architecture (SE322) </a:t>
            </a:r>
            <a:br>
              <a:rPr lang="en-US" sz="3600" b="1">
                <a:solidFill>
                  <a:srgbClr val="0000CC"/>
                </a:solidFill>
              </a:rPr>
            </a:br>
            <a:br>
              <a:rPr lang="en-US" sz="3600" b="1">
                <a:solidFill>
                  <a:srgbClr val="0000CC"/>
                </a:solidFill>
              </a:rPr>
            </a:br>
            <a:r>
              <a:rPr lang="en-US" sz="1200" b="1">
                <a:solidFill>
                  <a:schemeClr val="bg1"/>
                </a:solidFill>
              </a:rPr>
              <a:t>gg</a:t>
            </a:r>
            <a:br>
              <a:rPr lang="en-US" b="1">
                <a:solidFill>
                  <a:srgbClr val="0000CC"/>
                </a:solidFill>
              </a:rPr>
            </a:br>
            <a:endParaRPr lang="en-GB" sz="3100">
              <a:solidFill>
                <a:srgbClr val="00B0F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4200" y="3886200"/>
            <a:ext cx="6781800" cy="2514600"/>
          </a:xfrm>
        </p:spPr>
        <p:txBody>
          <a:bodyPr>
            <a:normAutofit/>
          </a:bodyPr>
          <a:lstStyle/>
          <a:p>
            <a:pPr marL="511175" indent="-279400"/>
            <a:r>
              <a:rPr lang="en-US">
                <a:solidFill>
                  <a:srgbClr val="006600"/>
                </a:solidFill>
              </a:rPr>
              <a:t>Said Nabi</a:t>
            </a:r>
          </a:p>
          <a:p>
            <a:pPr marL="511175" indent="-279400"/>
            <a:r>
              <a:rPr lang="en-US">
                <a:solidFill>
                  <a:srgbClr val="7030A0"/>
                </a:solidFill>
              </a:rPr>
              <a:t>said.nabi@giki.edu.pk</a:t>
            </a:r>
            <a:endParaRPr lang="en-US" b="1">
              <a:solidFill>
                <a:srgbClr val="7030A0"/>
              </a:solidFill>
              <a:cs typeface="Times New Roman" pitchFamily="18" charset="0"/>
            </a:endParaRPr>
          </a:p>
          <a:p>
            <a:pPr marL="511175" indent="-279400"/>
            <a:endParaRPr lang="en-US">
              <a:solidFill>
                <a:srgbClr val="006600"/>
              </a:solidFill>
            </a:endParaRPr>
          </a:p>
          <a:p>
            <a:pPr marL="511175" indent="-279400"/>
            <a:r>
              <a:rPr lang="en-US">
                <a:solidFill>
                  <a:schemeClr val="accent3">
                    <a:lumMod val="50000"/>
                  </a:schemeClr>
                </a:solidFill>
              </a:rPr>
              <a:t>Faculty of Computer Science and engineering</a:t>
            </a:r>
          </a:p>
          <a:p>
            <a:pPr marL="511175" indent="-279400"/>
            <a:r>
              <a:rPr lang="en-US">
                <a:solidFill>
                  <a:srgbClr val="0070C0"/>
                </a:solidFill>
              </a:rPr>
              <a:t>Gik Institute Topi, Swabi</a:t>
            </a:r>
          </a:p>
          <a:p>
            <a:endParaRPr lang="en-GB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89200" y="3048000"/>
            <a:ext cx="6400800" cy="76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1175" indent="-279400"/>
            <a:r>
              <a:rPr lang="en-US" dirty="0">
                <a:solidFill>
                  <a:schemeClr val="tx1"/>
                </a:solidFill>
              </a:rPr>
              <a:t>Week 06</a:t>
            </a:r>
          </a:p>
          <a:p>
            <a:endParaRPr lang="en-GB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26" name="Picture 2" descr="Admissions - Ghulam Ishaq Khan Institute of Engineering ...">
            <a:extLst>
              <a:ext uri="{FF2B5EF4-FFF2-40B4-BE49-F238E27FC236}">
                <a16:creationId xmlns:a16="http://schemas.microsoft.com/office/drawing/2014/main" id="{EEEDED95-EC48-C068-23B0-993A483F3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648200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9EFCF0EC-18F4-E8A7-B429-BFBE4FD7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9110910" y="1310957"/>
            <a:ext cx="2438399" cy="36576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20/01/2025</a:t>
            </a:r>
          </a:p>
        </p:txBody>
      </p:sp>
    </p:spTree>
    <p:extLst>
      <p:ext uri="{BB962C8B-B14F-4D97-AF65-F5344CB8AC3E}">
        <p14:creationId xmlns:p14="http://schemas.microsoft.com/office/powerpoint/2010/main" val="1696953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F510-0B12-45D9-8622-5863056B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of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DEC95-DCE2-DE72-424C-58584EE88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292" y="315079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Design patterns ( Creational, Structural, Behavioral)</a:t>
            </a:r>
          </a:p>
        </p:txBody>
      </p:sp>
    </p:spTree>
    <p:extLst>
      <p:ext uri="{BB962C8B-B14F-4D97-AF65-F5344CB8AC3E}">
        <p14:creationId xmlns:p14="http://schemas.microsoft.com/office/powerpoint/2010/main" val="336443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D1CAD-F7E4-E99A-2022-CE545BC4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FF1B3D-FD10-3F61-B87F-A523E7ACC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964" y="1377317"/>
            <a:ext cx="6794694" cy="1768429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 </a:t>
            </a:r>
            <a:endParaRPr lang="en-US" b="1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79A24C-8CC7-C9EE-2677-BEF335470F9A}"/>
              </a:ext>
            </a:extLst>
          </p:cNvPr>
          <p:cNvSpPr txBox="1">
            <a:spLocks/>
          </p:cNvSpPr>
          <p:nvPr/>
        </p:nvSpPr>
        <p:spPr>
          <a:xfrm>
            <a:off x="742205" y="1909344"/>
            <a:ext cx="5386486" cy="10714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79BF874-1C24-DC3E-D9BD-DB97D0B2CFCD}"/>
              </a:ext>
            </a:extLst>
          </p:cNvPr>
          <p:cNvSpPr txBox="1">
            <a:spLocks/>
          </p:cNvSpPr>
          <p:nvPr/>
        </p:nvSpPr>
        <p:spPr>
          <a:xfrm>
            <a:off x="589361" y="674304"/>
            <a:ext cx="10694675" cy="65750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400" b="1" u="sng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r>
              <a:rPr lang="en-US" dirty="0"/>
              <a:t>As systems grow larger, they often become more complex. The </a:t>
            </a:r>
            <a:r>
              <a:rPr lang="en-US" b="1" dirty="0">
                <a:solidFill>
                  <a:schemeClr val="accent1"/>
                </a:solidFill>
              </a:rPr>
              <a:t>Façade Design Pattern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helps manage this complexity by providing a </a:t>
            </a:r>
            <a:r>
              <a:rPr lang="en-US" b="1" dirty="0">
                <a:solidFill>
                  <a:schemeClr val="accent1"/>
                </a:solidFill>
              </a:rPr>
              <a:t>single</a:t>
            </a:r>
            <a:r>
              <a:rPr lang="en-US" b="1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simplified interface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for client classes to interact with a subsystem.</a:t>
            </a:r>
          </a:p>
          <a:p>
            <a:r>
              <a:rPr lang="en-US" dirty="0"/>
              <a:t>A façade acts as a </a:t>
            </a:r>
            <a:r>
              <a:rPr lang="en-US" b="1" dirty="0">
                <a:solidFill>
                  <a:schemeClr val="accent1"/>
                </a:solidFill>
              </a:rPr>
              <a:t>wrapper class</a:t>
            </a:r>
            <a:r>
              <a:rPr lang="en-US" dirty="0"/>
              <a:t>, hiding the subsystem’s internal complexity without adding new functionality, much like a waiter who simplifies the process of ordering food.</a:t>
            </a:r>
          </a:p>
          <a:p>
            <a:endParaRPr lang="en-GB" b="1" dirty="0">
              <a:solidFill>
                <a:schemeClr val="accent1"/>
              </a:solidFill>
            </a:endParaRPr>
          </a:p>
          <a:p>
            <a:r>
              <a:rPr lang="en-US" dirty="0"/>
              <a:t>This </a:t>
            </a:r>
            <a:r>
              <a:rPr lang="en-US" b="1" dirty="0">
                <a:solidFill>
                  <a:schemeClr val="accent1"/>
                </a:solidFill>
              </a:rPr>
              <a:t>pattern</a:t>
            </a:r>
            <a:r>
              <a:rPr lang="en-US" dirty="0"/>
              <a:t> is useful when:</a:t>
            </a:r>
          </a:p>
          <a:p>
            <a:pPr lvl="1"/>
            <a:r>
              <a:rPr lang="en-US" dirty="0"/>
              <a:t>Client interaction with a subsystem needs to </a:t>
            </a:r>
            <a:r>
              <a:rPr lang="en-US" b="1" dirty="0">
                <a:solidFill>
                  <a:schemeClr val="accent1"/>
                </a:solidFill>
              </a:rPr>
              <a:t>be simplified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class needs to </a:t>
            </a:r>
            <a:r>
              <a:rPr lang="en-US" b="1" dirty="0">
                <a:solidFill>
                  <a:schemeClr val="accent1"/>
                </a:solidFill>
              </a:rPr>
              <a:t>create and provide </a:t>
            </a:r>
            <a:r>
              <a:rPr lang="en-US" dirty="0"/>
              <a:t>instances of other classes.</a:t>
            </a:r>
          </a:p>
          <a:p>
            <a:endParaRPr lang="en-GB" b="1" dirty="0">
              <a:solidFill>
                <a:schemeClr val="accent1"/>
              </a:solidFill>
            </a:endParaRP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6FE88B-7E12-2A20-EB11-549557C07F96}"/>
              </a:ext>
            </a:extLst>
          </p:cNvPr>
          <p:cNvSpPr txBox="1">
            <a:spLocks/>
          </p:cNvSpPr>
          <p:nvPr/>
        </p:nvSpPr>
        <p:spPr>
          <a:xfrm>
            <a:off x="742205" y="527669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Façade Design Pattern (Structural)</a:t>
            </a:r>
          </a:p>
        </p:txBody>
      </p:sp>
    </p:spTree>
    <p:extLst>
      <p:ext uri="{BB962C8B-B14F-4D97-AF65-F5344CB8AC3E}">
        <p14:creationId xmlns:p14="http://schemas.microsoft.com/office/powerpoint/2010/main" val="38633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C6AD8E-0521-3464-EAA2-BE0E1434F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772" y="1398524"/>
            <a:ext cx="4795379" cy="4060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B93385-5EC1-2D3D-8DD0-E7EC94B06B64}"/>
              </a:ext>
            </a:extLst>
          </p:cNvPr>
          <p:cNvSpPr txBox="1"/>
          <p:nvPr/>
        </p:nvSpPr>
        <p:spPr>
          <a:xfrm>
            <a:off x="213360" y="887135"/>
            <a:ext cx="6382512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>
                <a:solidFill>
                  <a:schemeClr val="accent1"/>
                </a:solidFill>
              </a:rPr>
              <a:t>Smart Home Controller </a:t>
            </a:r>
            <a:r>
              <a:rPr lang="en-US" sz="2800" dirty="0"/>
              <a:t>is the Facade class. It stands between the complex subsystems and the client.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chemeClr val="accent1"/>
                </a:solidFill>
              </a:rPr>
              <a:t>Simplification:</a:t>
            </a:r>
          </a:p>
          <a:p>
            <a:r>
              <a:rPr lang="en-US" sz="2800" dirty="0"/>
              <a:t>The Facade exposes a single, high-level method, like </a:t>
            </a:r>
            <a:r>
              <a:rPr lang="en-US" sz="2800" dirty="0" err="1"/>
              <a:t>goodNight</a:t>
            </a:r>
            <a:r>
              <a:rPr lang="en-US" sz="2800" dirty="0"/>
              <a:t>().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chemeClr val="accent1"/>
                </a:solidFill>
              </a:rPr>
              <a:t>Delegation: </a:t>
            </a:r>
            <a:r>
              <a:rPr lang="en-US" sz="2800" dirty="0"/>
              <a:t>When the Client calls </a:t>
            </a:r>
            <a:r>
              <a:rPr lang="en-US" sz="2800" dirty="0" err="1"/>
              <a:t>goodNight</a:t>
            </a:r>
            <a:r>
              <a:rPr lang="en-US" sz="2800" dirty="0"/>
              <a:t>() on the Facade, the Facade does all the heavy lifting behind the scenes. It knows exactly which calls to make to the complex subsystems.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199E3-70FD-8225-4B20-E719805A89B2}"/>
              </a:ext>
            </a:extLst>
          </p:cNvPr>
          <p:cNvSpPr txBox="1">
            <a:spLocks/>
          </p:cNvSpPr>
          <p:nvPr/>
        </p:nvSpPr>
        <p:spPr>
          <a:xfrm>
            <a:off x="213360" y="137525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48175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005B5-653F-FB46-4342-2448AF27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4031DA-6CCE-7769-1AFA-0B2B7DD1DC27}"/>
              </a:ext>
            </a:extLst>
          </p:cNvPr>
          <p:cNvSpPr txBox="1"/>
          <p:nvPr/>
        </p:nvSpPr>
        <p:spPr>
          <a:xfrm>
            <a:off x="213360" y="557951"/>
            <a:ext cx="11027664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Often façade design pattern combines interface implementation by </a:t>
            </a:r>
            <a:r>
              <a:rPr lang="en-US" sz="2800" b="1" dirty="0">
                <a:solidFill>
                  <a:schemeClr val="accent1"/>
                </a:solidFill>
              </a:rPr>
              <a:t>one</a:t>
            </a:r>
            <a:r>
              <a:rPr lang="en-US" sz="2800" dirty="0"/>
              <a:t> or </a:t>
            </a:r>
            <a:r>
              <a:rPr lang="en-US" sz="2800" b="1" dirty="0">
                <a:solidFill>
                  <a:schemeClr val="accent1"/>
                </a:solidFill>
              </a:rPr>
              <a:t>more classes</a:t>
            </a:r>
            <a:r>
              <a:rPr lang="en-US" sz="2800" dirty="0"/>
              <a:t>, which then gets wrapped by </a:t>
            </a:r>
            <a:r>
              <a:rPr lang="en-US" sz="2800" b="1" dirty="0">
                <a:solidFill>
                  <a:schemeClr val="accent1"/>
                </a:solidFill>
              </a:rPr>
              <a:t>the façade class</a:t>
            </a:r>
            <a:r>
              <a:rPr lang="en-US" sz="28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can be explained through a number of steps.</a:t>
            </a:r>
          </a:p>
          <a:p>
            <a:pPr lvl="2"/>
            <a:r>
              <a:rPr lang="en-US" sz="2800" dirty="0"/>
              <a:t>1. </a:t>
            </a:r>
            <a:r>
              <a:rPr lang="en-US" sz="2800" b="1" dirty="0">
                <a:solidFill>
                  <a:schemeClr val="accent1"/>
                </a:solidFill>
              </a:rPr>
              <a:t>Design</a:t>
            </a:r>
            <a:r>
              <a:rPr lang="en-US" sz="2800" dirty="0"/>
              <a:t> the interface.</a:t>
            </a:r>
          </a:p>
          <a:p>
            <a:pPr lvl="2"/>
            <a:r>
              <a:rPr lang="en-US" sz="2800" dirty="0"/>
              <a:t>2. Implement the interface </a:t>
            </a:r>
            <a:r>
              <a:rPr lang="en-US" sz="2800" b="1" dirty="0">
                <a:solidFill>
                  <a:schemeClr val="accent1"/>
                </a:solidFill>
              </a:rPr>
              <a:t>with one or more classes</a:t>
            </a:r>
            <a:r>
              <a:rPr lang="en-US" sz="2800" dirty="0"/>
              <a:t>.</a:t>
            </a:r>
          </a:p>
          <a:p>
            <a:pPr lvl="2"/>
            <a:r>
              <a:rPr lang="en-US" sz="2800" dirty="0"/>
              <a:t>3. Create the </a:t>
            </a:r>
            <a:r>
              <a:rPr lang="en-US" sz="2800" b="1" dirty="0">
                <a:solidFill>
                  <a:schemeClr val="accent1"/>
                </a:solidFill>
              </a:rPr>
              <a:t>façade</a:t>
            </a:r>
            <a:r>
              <a:rPr lang="en-US" sz="2800" dirty="0"/>
              <a:t> class and wrap the classes that</a:t>
            </a:r>
          </a:p>
          <a:p>
            <a:pPr lvl="2"/>
            <a:r>
              <a:rPr lang="en-US" sz="2800" dirty="0"/>
              <a:t>implement the interface.</a:t>
            </a:r>
          </a:p>
          <a:p>
            <a:pPr lvl="2"/>
            <a:r>
              <a:rPr lang="en-US" sz="2800" dirty="0"/>
              <a:t>4. Use the façade class to </a:t>
            </a:r>
            <a:r>
              <a:rPr lang="en-US" sz="2800" b="1" dirty="0">
                <a:solidFill>
                  <a:schemeClr val="accent1"/>
                </a:solidFill>
              </a:rPr>
              <a:t>access the subsystem.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1F633B-36C8-B0E0-D04B-65EB8D7EE765}"/>
              </a:ext>
            </a:extLst>
          </p:cNvPr>
          <p:cNvSpPr txBox="1">
            <a:spLocks/>
          </p:cNvSpPr>
          <p:nvPr/>
        </p:nvSpPr>
        <p:spPr>
          <a:xfrm>
            <a:off x="213360" y="137525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Example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0972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BE313-51FE-EDF7-08D3-12F42C62D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EE7C9AA-B96D-8701-7338-1219C718FCB6}"/>
              </a:ext>
            </a:extLst>
          </p:cNvPr>
          <p:cNvSpPr txBox="1">
            <a:spLocks/>
          </p:cNvSpPr>
          <p:nvPr/>
        </p:nvSpPr>
        <p:spPr>
          <a:xfrm>
            <a:off x="213360" y="137525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Example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1230306-9F97-2604-76C0-D991BCF1E5AB}"/>
              </a:ext>
            </a:extLst>
          </p:cNvPr>
          <p:cNvGrpSpPr/>
          <p:nvPr/>
        </p:nvGrpSpPr>
        <p:grpSpPr>
          <a:xfrm>
            <a:off x="4185567" y="2928068"/>
            <a:ext cx="1544594" cy="1322172"/>
            <a:chOff x="1550773" y="1328352"/>
            <a:chExt cx="1544594" cy="1322172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B72C667D-267F-02FB-222C-43E973D44257}"/>
                </a:ext>
              </a:extLst>
            </p:cNvPr>
            <p:cNvSpPr/>
            <p:nvPr/>
          </p:nvSpPr>
          <p:spPr>
            <a:xfrm>
              <a:off x="1550773" y="1328352"/>
              <a:ext cx="1544594" cy="13221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06496D-006B-75BC-968F-6EAF9E498296}"/>
                </a:ext>
              </a:extLst>
            </p:cNvPr>
            <p:cNvCxnSpPr>
              <a:cxnSpLocks/>
            </p:cNvCxnSpPr>
            <p:nvPr/>
          </p:nvCxnSpPr>
          <p:spPr>
            <a:xfrm>
              <a:off x="1550773" y="1859007"/>
              <a:ext cx="154459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7E23D9-FAE4-FB22-162A-153170613634}"/>
                </a:ext>
              </a:extLst>
            </p:cNvPr>
            <p:cNvSpPr txBox="1"/>
            <p:nvPr/>
          </p:nvSpPr>
          <p:spPr>
            <a:xfrm>
              <a:off x="1771669" y="1328352"/>
              <a:ext cx="11028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2"/>
                  </a:solidFill>
                </a:rPr>
                <a:t>&lt;&lt;interface&gt;&gt;</a:t>
              </a:r>
              <a:endParaRPr lang="en-PK" sz="1200">
                <a:solidFill>
                  <a:schemeClr val="bg2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1B383B-162D-F76B-D533-67BB0CE4719A}"/>
                </a:ext>
              </a:extLst>
            </p:cNvPr>
            <p:cNvSpPr txBox="1"/>
            <p:nvPr/>
          </p:nvSpPr>
          <p:spPr>
            <a:xfrm>
              <a:off x="1902127" y="1545826"/>
              <a:ext cx="8659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bg2"/>
                  </a:solidFill>
                </a:rPr>
                <a:t>Account</a:t>
              </a:r>
              <a:endParaRPr lang="en-PK" sz="1400" b="1">
                <a:solidFill>
                  <a:schemeClr val="bg2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7EA8DC8-845B-3B47-A3CB-D14D2A81B8E8}"/>
              </a:ext>
            </a:extLst>
          </p:cNvPr>
          <p:cNvGrpSpPr/>
          <p:nvPr/>
        </p:nvGrpSpPr>
        <p:grpSpPr>
          <a:xfrm>
            <a:off x="6367327" y="5226081"/>
            <a:ext cx="1544594" cy="1322172"/>
            <a:chOff x="1550773" y="1328352"/>
            <a:chExt cx="1544594" cy="1322172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1B1CDDB-A9F7-3F6B-0E4C-86856F4F98F8}"/>
                </a:ext>
              </a:extLst>
            </p:cNvPr>
            <p:cNvSpPr/>
            <p:nvPr/>
          </p:nvSpPr>
          <p:spPr>
            <a:xfrm>
              <a:off x="1550773" y="1328352"/>
              <a:ext cx="1544594" cy="13221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FCC1C75-F0C5-0D94-5B24-F646F9B3CB34}"/>
                </a:ext>
              </a:extLst>
            </p:cNvPr>
            <p:cNvCxnSpPr>
              <a:cxnSpLocks/>
            </p:cNvCxnSpPr>
            <p:nvPr/>
          </p:nvCxnSpPr>
          <p:spPr>
            <a:xfrm>
              <a:off x="1550773" y="1859007"/>
              <a:ext cx="154459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6E6366C-C6BA-7A32-500D-0D2F4C81CAB7}"/>
                </a:ext>
              </a:extLst>
            </p:cNvPr>
            <p:cNvSpPr txBox="1"/>
            <p:nvPr/>
          </p:nvSpPr>
          <p:spPr>
            <a:xfrm>
              <a:off x="1948800" y="1528263"/>
              <a:ext cx="8126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bg2"/>
                  </a:solidFill>
                </a:rPr>
                <a:t>Current</a:t>
              </a:r>
              <a:endParaRPr lang="en-PK" sz="14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830463-FF38-86E8-4B78-3E4564F81541}"/>
              </a:ext>
            </a:extLst>
          </p:cNvPr>
          <p:cNvGrpSpPr/>
          <p:nvPr/>
        </p:nvGrpSpPr>
        <p:grpSpPr>
          <a:xfrm>
            <a:off x="4355457" y="5226081"/>
            <a:ext cx="1544594" cy="1322172"/>
            <a:chOff x="1550773" y="1328352"/>
            <a:chExt cx="1544594" cy="1322172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6FADDE9-17B3-6423-51D7-633A2254536A}"/>
                </a:ext>
              </a:extLst>
            </p:cNvPr>
            <p:cNvSpPr/>
            <p:nvPr/>
          </p:nvSpPr>
          <p:spPr>
            <a:xfrm>
              <a:off x="1550773" y="1328352"/>
              <a:ext cx="1544594" cy="13221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1F4CB39-1423-7B40-FDB8-DA74F384381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773" y="1859007"/>
              <a:ext cx="154459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C03BFE-6175-EE55-125C-83206DC6F87E}"/>
                </a:ext>
              </a:extLst>
            </p:cNvPr>
            <p:cNvSpPr txBox="1"/>
            <p:nvPr/>
          </p:nvSpPr>
          <p:spPr>
            <a:xfrm>
              <a:off x="1890098" y="1466850"/>
              <a:ext cx="7226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bg2"/>
                  </a:solidFill>
                </a:rPr>
                <a:t>Saving</a:t>
              </a:r>
              <a:endParaRPr lang="en-PK" sz="1400" b="1">
                <a:solidFill>
                  <a:schemeClr val="bg2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1684D2A-6DA9-8D21-829C-FDFF7F7FA4DB}"/>
              </a:ext>
            </a:extLst>
          </p:cNvPr>
          <p:cNvGrpSpPr/>
          <p:nvPr/>
        </p:nvGrpSpPr>
        <p:grpSpPr>
          <a:xfrm>
            <a:off x="2421434" y="5226081"/>
            <a:ext cx="1544594" cy="1322172"/>
            <a:chOff x="1550773" y="1328352"/>
            <a:chExt cx="1544594" cy="1322172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267A7C65-C350-76A1-147E-F7C89A9BE42A}"/>
                </a:ext>
              </a:extLst>
            </p:cNvPr>
            <p:cNvSpPr/>
            <p:nvPr/>
          </p:nvSpPr>
          <p:spPr>
            <a:xfrm>
              <a:off x="1550773" y="1328352"/>
              <a:ext cx="1544594" cy="13221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70A2D17-D33A-C3CB-46C2-F5F6239F5346}"/>
                </a:ext>
              </a:extLst>
            </p:cNvPr>
            <p:cNvCxnSpPr>
              <a:cxnSpLocks/>
            </p:cNvCxnSpPr>
            <p:nvPr/>
          </p:nvCxnSpPr>
          <p:spPr>
            <a:xfrm>
              <a:off x="1550773" y="1859007"/>
              <a:ext cx="154459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A4E967-EE99-310C-2DDA-E54B234F7B23}"/>
                </a:ext>
              </a:extLst>
            </p:cNvPr>
            <p:cNvSpPr txBox="1"/>
            <p:nvPr/>
          </p:nvSpPr>
          <p:spPr>
            <a:xfrm>
              <a:off x="1762197" y="1445342"/>
              <a:ext cx="9685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err="1">
                  <a:solidFill>
                    <a:schemeClr val="bg2"/>
                  </a:solidFill>
                </a:rPr>
                <a:t>Chequing</a:t>
              </a:r>
              <a:endParaRPr lang="en-PK" sz="1400" b="1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8BDCE3-0877-29EC-CE84-F80A65E13AB4}"/>
              </a:ext>
            </a:extLst>
          </p:cNvPr>
          <p:cNvCxnSpPr>
            <a:endCxn id="3" idx="2"/>
          </p:cNvCxnSpPr>
          <p:nvPr/>
        </p:nvCxnSpPr>
        <p:spPr>
          <a:xfrm flipH="1" flipV="1">
            <a:off x="4957864" y="4250240"/>
            <a:ext cx="12028" cy="975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0B19C8C-88EF-C7F7-E6C9-12696F2124B1}"/>
              </a:ext>
            </a:extLst>
          </p:cNvPr>
          <p:cNvCxnSpPr>
            <a:cxnSpLocks/>
          </p:cNvCxnSpPr>
          <p:nvPr/>
        </p:nvCxnSpPr>
        <p:spPr>
          <a:xfrm>
            <a:off x="3049322" y="4738160"/>
            <a:ext cx="40903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66CB175-25D7-F527-6124-7A8FD3DBC514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7139623" y="4738160"/>
            <a:ext cx="1" cy="4879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1F84846-F765-4BB9-A83A-956B4178BEA1}"/>
              </a:ext>
            </a:extLst>
          </p:cNvPr>
          <p:cNvCxnSpPr>
            <a:cxnSpLocks/>
          </p:cNvCxnSpPr>
          <p:nvPr/>
        </p:nvCxnSpPr>
        <p:spPr>
          <a:xfrm flipH="1" flipV="1">
            <a:off x="3049320" y="4735143"/>
            <a:ext cx="1" cy="4879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3C621F8-7380-9EFA-070B-4186804A974B}"/>
              </a:ext>
            </a:extLst>
          </p:cNvPr>
          <p:cNvGrpSpPr/>
          <p:nvPr/>
        </p:nvGrpSpPr>
        <p:grpSpPr>
          <a:xfrm>
            <a:off x="4185567" y="1031854"/>
            <a:ext cx="1544594" cy="1322172"/>
            <a:chOff x="1550773" y="1328352"/>
            <a:chExt cx="1544594" cy="1322172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5AEFF9C7-07EC-563F-2440-0AAC795E7D3F}"/>
                </a:ext>
              </a:extLst>
            </p:cNvPr>
            <p:cNvSpPr/>
            <p:nvPr/>
          </p:nvSpPr>
          <p:spPr>
            <a:xfrm>
              <a:off x="1550773" y="1328352"/>
              <a:ext cx="1544594" cy="13221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ED9CB07-EE4C-57AB-069D-794F98EB8D8B}"/>
                </a:ext>
              </a:extLst>
            </p:cNvPr>
            <p:cNvCxnSpPr>
              <a:cxnSpLocks/>
            </p:cNvCxnSpPr>
            <p:nvPr/>
          </p:nvCxnSpPr>
          <p:spPr>
            <a:xfrm>
              <a:off x="1550773" y="1859007"/>
              <a:ext cx="154459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6D9455F-2FCD-4980-E0B1-840C5365C7D0}"/>
                </a:ext>
              </a:extLst>
            </p:cNvPr>
            <p:cNvSpPr txBox="1"/>
            <p:nvPr/>
          </p:nvSpPr>
          <p:spPr>
            <a:xfrm>
              <a:off x="1771669" y="1328352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PK" sz="1200">
                <a:solidFill>
                  <a:schemeClr val="bg2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4A9097B-6534-FA8B-2904-3D821AAB9647}"/>
                </a:ext>
              </a:extLst>
            </p:cNvPr>
            <p:cNvSpPr txBox="1"/>
            <p:nvPr/>
          </p:nvSpPr>
          <p:spPr>
            <a:xfrm>
              <a:off x="1720663" y="1461159"/>
              <a:ext cx="12405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bg2"/>
                  </a:solidFill>
                </a:rPr>
                <a:t>Bank Service</a:t>
              </a:r>
              <a:endParaRPr lang="en-PK" sz="1400" b="1">
                <a:solidFill>
                  <a:schemeClr val="bg2"/>
                </a:solidFill>
              </a:endParaRP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FD48C65-4F43-336D-3F48-AB724F525BB8}"/>
              </a:ext>
            </a:extLst>
          </p:cNvPr>
          <p:cNvCxnSpPr>
            <a:cxnSpLocks/>
          </p:cNvCxnSpPr>
          <p:nvPr/>
        </p:nvCxnSpPr>
        <p:spPr>
          <a:xfrm flipH="1" flipV="1">
            <a:off x="4945836" y="2357927"/>
            <a:ext cx="12028" cy="557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mond 39">
            <a:extLst>
              <a:ext uri="{FF2B5EF4-FFF2-40B4-BE49-F238E27FC236}">
                <a16:creationId xmlns:a16="http://schemas.microsoft.com/office/drawing/2014/main" id="{AE8C7895-20DE-15FA-B03E-D26F1BA9EFD2}"/>
              </a:ext>
            </a:extLst>
          </p:cNvPr>
          <p:cNvSpPr/>
          <p:nvPr/>
        </p:nvSpPr>
        <p:spPr>
          <a:xfrm>
            <a:off x="4826438" y="2282972"/>
            <a:ext cx="273826" cy="320386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DA8862B-8DAD-7451-99F1-D47B8D4179A9}"/>
              </a:ext>
            </a:extLst>
          </p:cNvPr>
          <p:cNvGrpSpPr/>
          <p:nvPr/>
        </p:nvGrpSpPr>
        <p:grpSpPr>
          <a:xfrm>
            <a:off x="8023658" y="1031854"/>
            <a:ext cx="1544594" cy="1322172"/>
            <a:chOff x="1550773" y="1328352"/>
            <a:chExt cx="1544594" cy="1322172"/>
          </a:xfrm>
        </p:grpSpPr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ABE713AD-66A8-53AF-D1DD-D5FB8FEDBD95}"/>
                </a:ext>
              </a:extLst>
            </p:cNvPr>
            <p:cNvSpPr/>
            <p:nvPr/>
          </p:nvSpPr>
          <p:spPr>
            <a:xfrm>
              <a:off x="1550773" y="1328352"/>
              <a:ext cx="1544594" cy="13221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7A6B59F-F51F-DE99-A4F7-B274AC0CFF3D}"/>
                </a:ext>
              </a:extLst>
            </p:cNvPr>
            <p:cNvCxnSpPr>
              <a:cxnSpLocks/>
            </p:cNvCxnSpPr>
            <p:nvPr/>
          </p:nvCxnSpPr>
          <p:spPr>
            <a:xfrm>
              <a:off x="1550773" y="1859007"/>
              <a:ext cx="154459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C854ACD-FA5E-3297-7F4B-06409E3FEABF}"/>
                </a:ext>
              </a:extLst>
            </p:cNvPr>
            <p:cNvSpPr txBox="1"/>
            <p:nvPr/>
          </p:nvSpPr>
          <p:spPr>
            <a:xfrm>
              <a:off x="1771669" y="1328352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PK" sz="1200">
                <a:solidFill>
                  <a:schemeClr val="bg2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C4BF093-51E3-3866-FDB0-56FE5B6A2C20}"/>
                </a:ext>
              </a:extLst>
            </p:cNvPr>
            <p:cNvSpPr txBox="1"/>
            <p:nvPr/>
          </p:nvSpPr>
          <p:spPr>
            <a:xfrm>
              <a:off x="2039498" y="1491546"/>
              <a:ext cx="5671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bg2"/>
                  </a:solidFill>
                </a:rPr>
                <a:t>User</a:t>
              </a:r>
              <a:endParaRPr lang="en-PK" sz="1400" b="1">
                <a:solidFill>
                  <a:schemeClr val="bg2"/>
                </a:solidFill>
              </a:endParaRPr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11D3A47-D32D-16ED-D83E-4486072C71C4}"/>
              </a:ext>
            </a:extLst>
          </p:cNvPr>
          <p:cNvCxnSpPr>
            <a:cxnSpLocks/>
          </p:cNvCxnSpPr>
          <p:nvPr/>
        </p:nvCxnSpPr>
        <p:spPr>
          <a:xfrm flipH="1">
            <a:off x="5730161" y="1847569"/>
            <a:ext cx="2293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948799A-F5FF-0B66-0DAE-5061FB2E3ED4}"/>
              </a:ext>
            </a:extLst>
          </p:cNvPr>
          <p:cNvSpPr txBox="1"/>
          <p:nvPr/>
        </p:nvSpPr>
        <p:spPr>
          <a:xfrm>
            <a:off x="8512383" y="3880908"/>
            <a:ext cx="2437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hlinkClick r:id="rId2"/>
              </a:rPr>
              <a:t>Click To See Java Code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4148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D595B-E2AA-BD30-8742-A5F6FA2EB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BE914C-37A4-E1A6-B248-63ACFA9794E8}"/>
              </a:ext>
            </a:extLst>
          </p:cNvPr>
          <p:cNvSpPr txBox="1"/>
          <p:nvPr/>
        </p:nvSpPr>
        <p:spPr>
          <a:xfrm>
            <a:off x="435864" y="354211"/>
            <a:ext cx="11027664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Hides the </a:t>
            </a:r>
            <a:r>
              <a:rPr lang="en-US" sz="2800" b="1" dirty="0">
                <a:solidFill>
                  <a:schemeClr val="accent1"/>
                </a:solidFill>
              </a:rPr>
              <a:t>complexity</a:t>
            </a:r>
            <a:r>
              <a:rPr lang="en-US" sz="2800" dirty="0"/>
              <a:t> of a subsystem by encapsulating it behind a unifying wrapper called </a:t>
            </a:r>
            <a:r>
              <a:rPr lang="en-US" sz="2800" b="1" dirty="0">
                <a:solidFill>
                  <a:schemeClr val="accent1"/>
                </a:solidFill>
              </a:rPr>
              <a:t>a façade class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Removes the need for client classes </a:t>
            </a:r>
            <a:r>
              <a:rPr lang="en-US" sz="2800" dirty="0"/>
              <a:t>to manage a subsystem on their own, which results in </a:t>
            </a:r>
            <a:r>
              <a:rPr lang="en-US" sz="2800" b="1" dirty="0">
                <a:solidFill>
                  <a:schemeClr val="accent1"/>
                </a:solidFill>
              </a:rPr>
              <a:t>less coupling </a:t>
            </a:r>
            <a:r>
              <a:rPr lang="en-US" sz="2800" dirty="0"/>
              <a:t>between the subsystem and the client classes.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Handles instantiation and </a:t>
            </a:r>
            <a:r>
              <a:rPr lang="en-US" sz="2800" b="1" dirty="0">
                <a:solidFill>
                  <a:schemeClr val="accent1"/>
                </a:solidFill>
              </a:rPr>
              <a:t>redirection</a:t>
            </a:r>
            <a:r>
              <a:rPr lang="en-US" sz="2800" dirty="0"/>
              <a:t> </a:t>
            </a:r>
            <a:r>
              <a:rPr lang="en-US" sz="2800" b="1" dirty="0">
                <a:solidFill>
                  <a:schemeClr val="accent1"/>
                </a:solidFill>
              </a:rPr>
              <a:t>of tasks </a:t>
            </a:r>
            <a:r>
              <a:rPr lang="en-US" sz="2800" dirty="0"/>
              <a:t>to the appropriate class within the subsystem.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client classes with </a:t>
            </a:r>
            <a:r>
              <a:rPr lang="en-US" sz="2800" b="1" dirty="0">
                <a:solidFill>
                  <a:schemeClr val="accent1"/>
                </a:solidFill>
              </a:rPr>
              <a:t>a simplified interface </a:t>
            </a:r>
            <a:r>
              <a:rPr lang="en-US" sz="2800" dirty="0"/>
              <a:t>for then subsystem.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Acts simply </a:t>
            </a:r>
            <a:r>
              <a:rPr lang="en-US" sz="2800" b="1" dirty="0">
                <a:solidFill>
                  <a:schemeClr val="accent1"/>
                </a:solidFill>
              </a:rPr>
              <a:t>as a point of entry to a subsystem</a:t>
            </a:r>
            <a:r>
              <a:rPr lang="en-US" sz="2800" dirty="0"/>
              <a:t> and does not add more functional subsystems.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138117-BC7D-3FCB-1C33-0E67EB773ECE}"/>
              </a:ext>
            </a:extLst>
          </p:cNvPr>
          <p:cNvSpPr txBox="1">
            <a:spLocks/>
          </p:cNvSpPr>
          <p:nvPr/>
        </p:nvSpPr>
        <p:spPr>
          <a:xfrm>
            <a:off x="213360" y="137525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Pros</a:t>
            </a:r>
          </a:p>
        </p:txBody>
      </p:sp>
    </p:spTree>
    <p:extLst>
      <p:ext uri="{BB962C8B-B14F-4D97-AF65-F5344CB8AC3E}">
        <p14:creationId xmlns:p14="http://schemas.microsoft.com/office/powerpoint/2010/main" val="209916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3EDB-7648-DE1C-31C8-671BED840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1498C6-F331-B129-6F37-D3D530C986A7}"/>
              </a:ext>
            </a:extLst>
          </p:cNvPr>
          <p:cNvSpPr txBox="1"/>
          <p:nvPr/>
        </p:nvSpPr>
        <p:spPr>
          <a:xfrm>
            <a:off x="435864" y="354211"/>
            <a:ext cx="1102766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Facade may not expose the full functionality of the </a:t>
            </a:r>
            <a:r>
              <a:rPr lang="en-GB" sz="2800" b="1" dirty="0">
                <a:solidFill>
                  <a:schemeClr val="accent1"/>
                </a:solidFill>
              </a:rPr>
              <a:t>underlying subsystem</a:t>
            </a:r>
            <a:r>
              <a:rPr lang="en-GB" sz="2800" dirty="0"/>
              <a:t> limiting flexibility for users who need </a:t>
            </a:r>
            <a:r>
              <a:rPr lang="en-GB" sz="2800" b="1" dirty="0">
                <a:solidFill>
                  <a:schemeClr val="accent1"/>
                </a:solidFill>
              </a:rPr>
              <a:t>fine-grained</a:t>
            </a:r>
            <a:r>
              <a:rPr lang="en-GB" sz="2800" dirty="0"/>
              <a:t> control or access to more advanced features hidden behind the abstraction.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FF0000"/>
                </a:solidFill>
              </a:rPr>
              <a:t>Overusing</a:t>
            </a:r>
            <a:r>
              <a:rPr lang="en-GB" sz="2800" dirty="0"/>
              <a:t> the facade pattern can lead to </a:t>
            </a:r>
            <a:r>
              <a:rPr lang="en-GB" sz="2800" b="1" dirty="0">
                <a:solidFill>
                  <a:srgbClr val="FF0000"/>
                </a:solidFill>
              </a:rPr>
              <a:t>a large and bloated </a:t>
            </a:r>
            <a:r>
              <a:rPr lang="en-GB" sz="2800" dirty="0"/>
              <a:t>facade class that tries </a:t>
            </a:r>
            <a:r>
              <a:rPr lang="en-GB" sz="2800" b="1" dirty="0">
                <a:solidFill>
                  <a:srgbClr val="FF0000"/>
                </a:solidFill>
              </a:rPr>
              <a:t>to do too much</a:t>
            </a:r>
            <a:r>
              <a:rPr lang="en-GB" sz="2800" dirty="0"/>
              <a:t>, which can make the facade </a:t>
            </a:r>
            <a:r>
              <a:rPr lang="en-GB" sz="2800" b="1" dirty="0">
                <a:solidFill>
                  <a:srgbClr val="FF0000"/>
                </a:solidFill>
              </a:rPr>
              <a:t>as complex as the system </a:t>
            </a:r>
            <a:r>
              <a:rPr lang="en-GB" sz="2800" dirty="0"/>
              <a:t>it was intended to simplify, </a:t>
            </a:r>
            <a:r>
              <a:rPr lang="en-GB" sz="2800" b="1" dirty="0">
                <a:solidFill>
                  <a:schemeClr val="accent1"/>
                </a:solidFill>
              </a:rPr>
              <a:t>thereby defeating its original purpose.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b="1" dirty="0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In rapidly </a:t>
            </a:r>
            <a:r>
              <a:rPr lang="en-GB" sz="2800" b="1" dirty="0">
                <a:solidFill>
                  <a:schemeClr val="accent1"/>
                </a:solidFill>
              </a:rPr>
              <a:t>changing systems</a:t>
            </a:r>
            <a:r>
              <a:rPr lang="en-GB" sz="2800" dirty="0"/>
              <a:t>, maintaining a facade can become </a:t>
            </a:r>
            <a:r>
              <a:rPr lang="en-GB" sz="2800" b="1" dirty="0">
                <a:solidFill>
                  <a:schemeClr val="accent1"/>
                </a:solidFill>
              </a:rPr>
              <a:t>burdensome</a:t>
            </a:r>
            <a:r>
              <a:rPr lang="en-GB" sz="2800" dirty="0"/>
              <a:t>, as the facade must be updated in step with changes in the subsystem to </a:t>
            </a:r>
            <a:r>
              <a:rPr lang="en-GB" sz="2800" b="1" dirty="0">
                <a:solidFill>
                  <a:schemeClr val="accent1"/>
                </a:solidFill>
              </a:rPr>
              <a:t>avoid becoming outdated or mismatched </a:t>
            </a:r>
            <a:r>
              <a:rPr lang="en-GB" sz="2800" dirty="0"/>
              <a:t>with the internal logic.</a:t>
            </a:r>
            <a:endParaRPr lang="en-US" sz="2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5CFC50-B948-775D-36BC-A7F50AF676A6}"/>
              </a:ext>
            </a:extLst>
          </p:cNvPr>
          <p:cNvSpPr txBox="1">
            <a:spLocks/>
          </p:cNvSpPr>
          <p:nvPr/>
        </p:nvSpPr>
        <p:spPr>
          <a:xfrm>
            <a:off x="213360" y="137525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 Cons…</a:t>
            </a:r>
          </a:p>
        </p:txBody>
      </p:sp>
    </p:spTree>
    <p:extLst>
      <p:ext uri="{BB962C8B-B14F-4D97-AF65-F5344CB8AC3E}">
        <p14:creationId xmlns:p14="http://schemas.microsoft.com/office/powerpoint/2010/main" val="322216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24802-B6F6-F94A-919E-077F867DE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862C928-B123-B720-06F2-6CA6BA429CDF}"/>
              </a:ext>
            </a:extLst>
          </p:cNvPr>
          <p:cNvSpPr txBox="1">
            <a:spLocks/>
          </p:cNvSpPr>
          <p:nvPr/>
        </p:nvSpPr>
        <p:spPr>
          <a:xfrm>
            <a:off x="213360" y="137525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 Adapter Pattern: </a:t>
            </a:r>
          </a:p>
        </p:txBody>
      </p:sp>
      <p:pic>
        <p:nvPicPr>
          <p:cNvPr id="7" name="Picture 6" descr="A white electrical outlet on a wall&#10;&#10;AI-generated content may be incorrect.">
            <a:extLst>
              <a:ext uri="{FF2B5EF4-FFF2-40B4-BE49-F238E27FC236}">
                <a16:creationId xmlns:a16="http://schemas.microsoft.com/office/drawing/2014/main" id="{524331A0-8FE6-EB0B-484D-8D2EE1307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850"/>
            <a:ext cx="3228919" cy="3652715"/>
          </a:xfrm>
          <a:prstGeom prst="rect">
            <a:avLst/>
          </a:prstGeom>
        </p:spPr>
      </p:pic>
      <p:pic>
        <p:nvPicPr>
          <p:cNvPr id="9" name="Picture 8" descr="A white and black charger plug&#10;&#10;AI-generated content may be incorrect.">
            <a:extLst>
              <a:ext uri="{FF2B5EF4-FFF2-40B4-BE49-F238E27FC236}">
                <a16:creationId xmlns:a16="http://schemas.microsoft.com/office/drawing/2014/main" id="{0530678B-6F01-10DE-BA05-C8891E78E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937" y="1073259"/>
            <a:ext cx="5346700" cy="2870200"/>
          </a:xfrm>
          <a:prstGeom prst="rect">
            <a:avLst/>
          </a:prstGeom>
        </p:spPr>
      </p:pic>
      <p:pic>
        <p:nvPicPr>
          <p:cNvPr id="3078" name="Picture 6" descr="LiteOn USB Power Adapter 5W">
            <a:extLst>
              <a:ext uri="{FF2B5EF4-FFF2-40B4-BE49-F238E27FC236}">
                <a16:creationId xmlns:a16="http://schemas.microsoft.com/office/drawing/2014/main" id="{324C08C4-8629-A9EF-974B-E108B40D8E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35" t="14600" r="19469" b="11058"/>
          <a:stretch>
            <a:fillRect/>
          </a:stretch>
        </p:blipFill>
        <p:spPr bwMode="auto">
          <a:xfrm>
            <a:off x="3720530" y="3169736"/>
            <a:ext cx="2391407" cy="3613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31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853E5-9BE0-CA0D-D7B3-88CA76C6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6140BD-A6D2-82A7-8683-F90B76AA30DD}"/>
              </a:ext>
            </a:extLst>
          </p:cNvPr>
          <p:cNvSpPr txBox="1"/>
          <p:nvPr/>
        </p:nvSpPr>
        <p:spPr>
          <a:xfrm>
            <a:off x="299940" y="790064"/>
            <a:ext cx="1102766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Physically, </a:t>
            </a:r>
            <a:r>
              <a:rPr lang="en-GB" sz="2800" b="1" dirty="0">
                <a:solidFill>
                  <a:schemeClr val="accent1"/>
                </a:solidFill>
              </a:rPr>
              <a:t>an adapter </a:t>
            </a:r>
            <a:r>
              <a:rPr lang="en-GB" sz="2800" dirty="0"/>
              <a:t>is a device that is used to </a:t>
            </a:r>
            <a:r>
              <a:rPr lang="en-GB" sz="2800" b="1" dirty="0">
                <a:solidFill>
                  <a:schemeClr val="accent1"/>
                </a:solidFill>
              </a:rPr>
              <a:t>connect pieces of equipment</a:t>
            </a:r>
            <a:r>
              <a:rPr lang="en-GB" sz="2800" dirty="0"/>
              <a:t> that cannot be connected directly.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Not all systems </a:t>
            </a:r>
            <a:r>
              <a:rPr lang="en-GB" sz="2800" b="1" dirty="0">
                <a:solidFill>
                  <a:schemeClr val="accent1"/>
                </a:solidFill>
              </a:rPr>
              <a:t>have compatible software </a:t>
            </a:r>
            <a:r>
              <a:rPr lang="en-GB" sz="2800" dirty="0"/>
              <a:t>interfaces.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The output of one system may not conform to the expected input of another system.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</a:t>
            </a:r>
            <a:r>
              <a:rPr lang="en-GB" sz="2800" b="1" dirty="0">
                <a:solidFill>
                  <a:schemeClr val="accent1"/>
                </a:solidFill>
              </a:rPr>
              <a:t>Adapter design pattern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is a </a:t>
            </a:r>
            <a:r>
              <a:rPr lang="en-GB" sz="2800" b="1" dirty="0">
                <a:solidFill>
                  <a:schemeClr val="accent1"/>
                </a:solidFill>
              </a:rPr>
              <a:t>structural pattern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used when an existing system needs to work with </a:t>
            </a:r>
            <a:r>
              <a:rPr lang="en-GB" sz="2800" b="1" dirty="0">
                <a:solidFill>
                  <a:schemeClr val="accent1"/>
                </a:solidFill>
              </a:rPr>
              <a:t>third-party libraries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or connect to </a:t>
            </a:r>
            <a:r>
              <a:rPr lang="en-GB" sz="2800" b="1" dirty="0">
                <a:solidFill>
                  <a:schemeClr val="accent1"/>
                </a:solidFill>
              </a:rPr>
              <a:t>other systems</a:t>
            </a:r>
            <a:r>
              <a:rPr lang="en-GB" sz="28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acts as a </a:t>
            </a:r>
            <a:r>
              <a:rPr lang="en-GB" sz="2800" b="1" dirty="0">
                <a:solidFill>
                  <a:schemeClr val="accent1"/>
                </a:solidFill>
              </a:rPr>
              <a:t>bridge</a:t>
            </a:r>
            <a:r>
              <a:rPr lang="en-GB" sz="2800" dirty="0"/>
              <a:t>, providing a </a:t>
            </a:r>
            <a:r>
              <a:rPr lang="en-GB" sz="2800" b="1" dirty="0">
                <a:solidFill>
                  <a:schemeClr val="accent1"/>
                </a:solidFill>
              </a:rPr>
              <a:t>compatible interface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that enables communication between two otherwise incompatible systems.</a:t>
            </a:r>
            <a:endParaRPr lang="en-US" sz="2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8BD2672-CD15-15FC-8511-74A2B6028A64}"/>
              </a:ext>
            </a:extLst>
          </p:cNvPr>
          <p:cNvSpPr txBox="1">
            <a:spLocks/>
          </p:cNvSpPr>
          <p:nvPr/>
        </p:nvSpPr>
        <p:spPr>
          <a:xfrm>
            <a:off x="213360" y="137525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 Adapter Pattern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09246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669652B-7A4B-87C6-13EB-F1F7D57931CB}"/>
              </a:ext>
            </a:extLst>
          </p:cNvPr>
          <p:cNvGrpSpPr/>
          <p:nvPr/>
        </p:nvGrpSpPr>
        <p:grpSpPr>
          <a:xfrm>
            <a:off x="1537475" y="4164376"/>
            <a:ext cx="1671536" cy="895929"/>
            <a:chOff x="1550773" y="1328352"/>
            <a:chExt cx="1544594" cy="1322172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77ECE31-BEA4-2760-F278-7A982FDCB901}"/>
                </a:ext>
              </a:extLst>
            </p:cNvPr>
            <p:cNvSpPr/>
            <p:nvPr/>
          </p:nvSpPr>
          <p:spPr>
            <a:xfrm>
              <a:off x="1550773" y="1328352"/>
              <a:ext cx="1544594" cy="13221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7E35E50-BF3F-ED0E-FA66-E2926F0DF365}"/>
                </a:ext>
              </a:extLst>
            </p:cNvPr>
            <p:cNvSpPr txBox="1"/>
            <p:nvPr/>
          </p:nvSpPr>
          <p:spPr>
            <a:xfrm>
              <a:off x="1771669" y="1328352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PK" sz="1200">
                <a:solidFill>
                  <a:schemeClr val="bg2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8E8669-7AF2-0C65-1CA4-030CDA7A5BD3}"/>
                </a:ext>
              </a:extLst>
            </p:cNvPr>
            <p:cNvSpPr txBox="1"/>
            <p:nvPr/>
          </p:nvSpPr>
          <p:spPr>
            <a:xfrm>
              <a:off x="1771669" y="1605351"/>
              <a:ext cx="11769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2"/>
                  </a:solidFill>
                </a:rPr>
                <a:t>Client</a:t>
              </a:r>
              <a:endParaRPr lang="en-PK" sz="2800" b="1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3EDC14-1AAE-E649-496C-B0968CF3ED25}"/>
              </a:ext>
            </a:extLst>
          </p:cNvPr>
          <p:cNvCxnSpPr>
            <a:stCxn id="5" idx="3"/>
          </p:cNvCxnSpPr>
          <p:nvPr/>
        </p:nvCxnSpPr>
        <p:spPr>
          <a:xfrm flipV="1">
            <a:off x="3209011" y="4612340"/>
            <a:ext cx="2051221" cy="1"/>
          </a:xfrm>
          <a:prstGeom prst="straightConnector1">
            <a:avLst/>
          </a:prstGeom>
          <a:ln w="857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270C19-9DAF-3DED-315B-062CF048329E}"/>
              </a:ext>
            </a:extLst>
          </p:cNvPr>
          <p:cNvGrpSpPr/>
          <p:nvPr/>
        </p:nvGrpSpPr>
        <p:grpSpPr>
          <a:xfrm>
            <a:off x="5260232" y="4164376"/>
            <a:ext cx="1671536" cy="895929"/>
            <a:chOff x="1550773" y="1328352"/>
            <a:chExt cx="1544594" cy="1322172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92D8895-31D3-86E1-BCE3-7A9F15024C3B}"/>
                </a:ext>
              </a:extLst>
            </p:cNvPr>
            <p:cNvSpPr/>
            <p:nvPr/>
          </p:nvSpPr>
          <p:spPr>
            <a:xfrm>
              <a:off x="1550773" y="1328352"/>
              <a:ext cx="1544594" cy="13221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053B4F-AC4B-8CCA-B9CC-5085729C23CF}"/>
                </a:ext>
              </a:extLst>
            </p:cNvPr>
            <p:cNvSpPr txBox="1"/>
            <p:nvPr/>
          </p:nvSpPr>
          <p:spPr>
            <a:xfrm>
              <a:off x="1771669" y="1328352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PK" sz="1200">
                <a:solidFill>
                  <a:schemeClr val="bg2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19E06B-62CA-D7E7-20E1-EF36725A5FAF}"/>
                </a:ext>
              </a:extLst>
            </p:cNvPr>
            <p:cNvSpPr txBox="1"/>
            <p:nvPr/>
          </p:nvSpPr>
          <p:spPr>
            <a:xfrm>
              <a:off x="1600476" y="1605351"/>
              <a:ext cx="1373311" cy="7721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solidFill>
                    <a:schemeClr val="bg2"/>
                  </a:solidFill>
                </a:rPr>
                <a:t>Adapter</a:t>
              </a:r>
              <a:endParaRPr lang="en-PK" sz="2800" b="1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079567-99C9-A09A-C85D-3099EC09CA20}"/>
              </a:ext>
            </a:extLst>
          </p:cNvPr>
          <p:cNvCxnSpPr>
            <a:cxnSpLocks/>
          </p:cNvCxnSpPr>
          <p:nvPr/>
        </p:nvCxnSpPr>
        <p:spPr>
          <a:xfrm flipV="1">
            <a:off x="6057108" y="2501424"/>
            <a:ext cx="0" cy="1662952"/>
          </a:xfrm>
          <a:prstGeom prst="straightConnector1">
            <a:avLst/>
          </a:prstGeom>
          <a:ln w="85725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FB63375-169A-3508-6DE9-DF11FD544307}"/>
              </a:ext>
            </a:extLst>
          </p:cNvPr>
          <p:cNvGrpSpPr/>
          <p:nvPr/>
        </p:nvGrpSpPr>
        <p:grpSpPr>
          <a:xfrm>
            <a:off x="5221340" y="1594590"/>
            <a:ext cx="1710428" cy="954106"/>
            <a:chOff x="1550773" y="1312259"/>
            <a:chExt cx="1580533" cy="1408028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96CB20C6-87AC-6F17-451B-A8B5667CBC09}"/>
                </a:ext>
              </a:extLst>
            </p:cNvPr>
            <p:cNvSpPr/>
            <p:nvPr/>
          </p:nvSpPr>
          <p:spPr>
            <a:xfrm>
              <a:off x="1550773" y="1328352"/>
              <a:ext cx="1544594" cy="13221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2759FDF-A62D-A0AE-EE8D-3C1E6ECC1ABB}"/>
                </a:ext>
              </a:extLst>
            </p:cNvPr>
            <p:cNvSpPr txBox="1"/>
            <p:nvPr/>
          </p:nvSpPr>
          <p:spPr>
            <a:xfrm>
              <a:off x="1771669" y="1328352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PK" sz="1200">
                <a:solidFill>
                  <a:schemeClr val="bg2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519E45E-24F7-31DD-41D9-C316F8D0E642}"/>
                </a:ext>
              </a:extLst>
            </p:cNvPr>
            <p:cNvSpPr txBox="1"/>
            <p:nvPr/>
          </p:nvSpPr>
          <p:spPr>
            <a:xfrm>
              <a:off x="1587590" y="1312259"/>
              <a:ext cx="1543716" cy="14080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2"/>
                  </a:solidFill>
                </a:rPr>
                <a:t>Target </a:t>
              </a:r>
            </a:p>
            <a:p>
              <a:pPr algn="ctr"/>
              <a:r>
                <a:rPr lang="en-US" sz="2800" b="1" dirty="0">
                  <a:solidFill>
                    <a:schemeClr val="bg2"/>
                  </a:solidFill>
                </a:rPr>
                <a:t>Interface</a:t>
              </a:r>
              <a:endParaRPr lang="en-PK" sz="2800" b="1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DBE919-083A-1124-08EE-A495E265AC69}"/>
              </a:ext>
            </a:extLst>
          </p:cNvPr>
          <p:cNvCxnSpPr/>
          <p:nvPr/>
        </p:nvCxnSpPr>
        <p:spPr>
          <a:xfrm flipV="1">
            <a:off x="6931768" y="4612340"/>
            <a:ext cx="2051221" cy="1"/>
          </a:xfrm>
          <a:prstGeom prst="straightConnector1">
            <a:avLst/>
          </a:prstGeom>
          <a:ln w="857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937AFC-7C55-6B32-C91B-94FBE37CF24A}"/>
              </a:ext>
            </a:extLst>
          </p:cNvPr>
          <p:cNvGrpSpPr/>
          <p:nvPr/>
        </p:nvGrpSpPr>
        <p:grpSpPr>
          <a:xfrm>
            <a:off x="8982989" y="4081383"/>
            <a:ext cx="1671536" cy="895929"/>
            <a:chOff x="1550773" y="1328352"/>
            <a:chExt cx="1544594" cy="1322172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AF34E9F5-B4EC-7B15-FFB9-846884A6D496}"/>
                </a:ext>
              </a:extLst>
            </p:cNvPr>
            <p:cNvSpPr/>
            <p:nvPr/>
          </p:nvSpPr>
          <p:spPr>
            <a:xfrm>
              <a:off x="1550773" y="1328352"/>
              <a:ext cx="1544594" cy="132217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3C60FE5-7749-1649-1DA5-396DDB5A6A3D}"/>
                </a:ext>
              </a:extLst>
            </p:cNvPr>
            <p:cNvSpPr txBox="1"/>
            <p:nvPr/>
          </p:nvSpPr>
          <p:spPr>
            <a:xfrm>
              <a:off x="1771669" y="1328352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PK" sz="1200">
                <a:solidFill>
                  <a:schemeClr val="bg2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4B4E92-A457-BED8-34F6-7219904385B6}"/>
                </a:ext>
              </a:extLst>
            </p:cNvPr>
            <p:cNvSpPr txBox="1"/>
            <p:nvPr/>
          </p:nvSpPr>
          <p:spPr>
            <a:xfrm>
              <a:off x="1600476" y="1605351"/>
              <a:ext cx="1435524" cy="7721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err="1">
                  <a:solidFill>
                    <a:schemeClr val="bg2"/>
                  </a:solidFill>
                </a:rPr>
                <a:t>Adaptee</a:t>
              </a:r>
              <a:endParaRPr lang="en-PK" sz="2800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5E9E680-AF28-790E-C505-3CC8B44089F0}"/>
              </a:ext>
            </a:extLst>
          </p:cNvPr>
          <p:cNvSpPr txBox="1"/>
          <p:nvPr/>
        </p:nvSpPr>
        <p:spPr>
          <a:xfrm>
            <a:off x="3659879" y="4160015"/>
            <a:ext cx="1012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/>
              <a:t>Request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D6CD3A-FBFE-8D73-13FF-436BEAF46942}"/>
              </a:ext>
            </a:extLst>
          </p:cNvPr>
          <p:cNvSpPr txBox="1"/>
          <p:nvPr/>
        </p:nvSpPr>
        <p:spPr>
          <a:xfrm>
            <a:off x="6931768" y="4239942"/>
            <a:ext cx="20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/>
              <a:t>Translated Request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338CD1E3-B84C-9E87-28A1-3E062018BF3C}"/>
              </a:ext>
            </a:extLst>
          </p:cNvPr>
          <p:cNvSpPr txBox="1">
            <a:spLocks/>
          </p:cNvSpPr>
          <p:nvPr/>
        </p:nvSpPr>
        <p:spPr>
          <a:xfrm>
            <a:off x="309124" y="247404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 UML Diagram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A960C9-B5D2-5297-BD25-EE94ACB60D8A}"/>
              </a:ext>
            </a:extLst>
          </p:cNvPr>
          <p:cNvSpPr txBox="1"/>
          <p:nvPr/>
        </p:nvSpPr>
        <p:spPr>
          <a:xfrm>
            <a:off x="4838343" y="5977354"/>
            <a:ext cx="2437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dirty="0">
                <a:hlinkClick r:id="rId2"/>
              </a:rPr>
              <a:t>Click To See Java Code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7582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3B3D3-5B2D-3ABD-E2CE-8E2BFCA82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FEB019-EC48-58F7-D871-61625D0DB891}"/>
              </a:ext>
            </a:extLst>
          </p:cNvPr>
          <p:cNvSpPr txBox="1"/>
          <p:nvPr/>
        </p:nvSpPr>
        <p:spPr>
          <a:xfrm>
            <a:off x="213360" y="315513"/>
            <a:ext cx="11027664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adapter design pattern consists of several parts.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1"/>
                </a:solidFill>
              </a:rPr>
              <a:t>Client Class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– This is the part of your system that wants to use a third-party library or external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 err="1">
                <a:solidFill>
                  <a:schemeClr val="accent1"/>
                </a:solidFill>
              </a:rPr>
              <a:t>Adaptee</a:t>
            </a:r>
            <a:r>
              <a:rPr lang="en-GB" sz="2800" b="1" dirty="0">
                <a:solidFill>
                  <a:schemeClr val="accent1"/>
                </a:solidFill>
              </a:rPr>
              <a:t> Class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– This represents the external system or third-party library that needs to be integrated.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1"/>
                </a:solidFill>
              </a:rPr>
              <a:t>Target Interface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– This defines the expected communication format for the client.</a:t>
            </a:r>
          </a:p>
          <a:p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accent1"/>
                </a:solidFill>
              </a:rPr>
              <a:t>Adapter Class</a:t>
            </a:r>
            <a:r>
              <a:rPr lang="en-GB" sz="2800" dirty="0">
                <a:solidFill>
                  <a:schemeClr val="accent1"/>
                </a:solidFill>
              </a:rPr>
              <a:t> </a:t>
            </a:r>
            <a:r>
              <a:rPr lang="en-GB" sz="2800" dirty="0"/>
              <a:t>– This sits between the client and the </a:t>
            </a:r>
            <a:r>
              <a:rPr lang="en-GB" sz="2800" dirty="0" err="1"/>
              <a:t>adaptee</a:t>
            </a:r>
            <a:r>
              <a:rPr lang="en-GB" sz="2800" dirty="0"/>
              <a:t>. It implements the target interface, translates the client’s requests into a form the </a:t>
            </a:r>
            <a:r>
              <a:rPr lang="en-GB" sz="2800" dirty="0" err="1"/>
              <a:t>adaptee</a:t>
            </a:r>
            <a:r>
              <a:rPr lang="en-GB" sz="2800" dirty="0"/>
              <a:t> understands, and forwards them accordingly.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48EF98-62BA-BA3C-E85D-A111D4C4FA1D}"/>
              </a:ext>
            </a:extLst>
          </p:cNvPr>
          <p:cNvSpPr txBox="1">
            <a:spLocks/>
          </p:cNvSpPr>
          <p:nvPr/>
        </p:nvSpPr>
        <p:spPr>
          <a:xfrm>
            <a:off x="213360" y="137525"/>
            <a:ext cx="10502444" cy="65253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>
                <a:solidFill>
                  <a:schemeClr val="accent1"/>
                </a:solidFill>
              </a:rPr>
              <a:t> Adapter Pattern </a:t>
            </a:r>
            <a:r>
              <a:rPr lang="en-GB" b="1" u="sng" dirty="0" err="1">
                <a:solidFill>
                  <a:schemeClr val="accent1"/>
                </a:solidFill>
              </a:rPr>
              <a:t>Cont</a:t>
            </a:r>
            <a:r>
              <a:rPr lang="en-GB" b="1" u="sng" dirty="0">
                <a:solidFill>
                  <a:schemeClr val="accent1"/>
                </a:solidFill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82048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CB9A8-8EA1-448E-3B2A-09FB86782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972" y="342900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PK" dirty="0"/>
              <a:t>Thank You</a:t>
            </a:r>
            <a:r>
              <a:rPr lang="en-PK" dirty="0">
                <a:sym typeface="Wingdings" pitchFamily="2" charset="2"/>
              </a:rPr>
              <a:t>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85452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1344</TotalTime>
  <Words>759</Words>
  <Application>Microsoft Macintosh PowerPoint</Application>
  <PresentationFormat>Widescreen</PresentationFormat>
  <Paragraphs>96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Times New Roman</vt:lpstr>
      <vt:lpstr>Wingdings</vt:lpstr>
      <vt:lpstr>Office Theme</vt:lpstr>
      <vt:lpstr>                             Software Design and architecture (SE322)   gg </vt:lpstr>
      <vt:lpstr>List of Topics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Nabi Lecturer FCSE</dc:creator>
  <cp:lastModifiedBy>Said Nabi Lecturer FCSE</cp:lastModifiedBy>
  <cp:revision>1</cp:revision>
  <dcterms:created xsi:type="dcterms:W3CDTF">2025-07-24T12:04:29Z</dcterms:created>
  <dcterms:modified xsi:type="dcterms:W3CDTF">2025-10-10T01:57:12Z</dcterms:modified>
</cp:coreProperties>
</file>