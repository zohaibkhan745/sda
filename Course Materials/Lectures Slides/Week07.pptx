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84" r:id="rId2"/>
    <p:sldId id="1124" r:id="rId3"/>
    <p:sldId id="1229" r:id="rId4"/>
    <p:sldId id="1228" r:id="rId5"/>
    <p:sldId id="1227" r:id="rId6"/>
    <p:sldId id="1230" r:id="rId7"/>
    <p:sldId id="1231" r:id="rId8"/>
    <p:sldId id="1232" r:id="rId9"/>
    <p:sldId id="1233" r:id="rId10"/>
    <p:sldId id="1234" r:id="rId11"/>
    <p:sldId id="1235" r:id="rId12"/>
    <p:sldId id="1236" r:id="rId13"/>
    <p:sldId id="1237" r:id="rId14"/>
    <p:sldId id="1238" r:id="rId15"/>
    <p:sldId id="1239" r:id="rId16"/>
    <p:sldId id="1240" r:id="rId17"/>
    <p:sldId id="1241" r:id="rId18"/>
    <p:sldId id="1242" r:id="rId19"/>
    <p:sldId id="121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0B8F2C-99E0-3946-B8D4-5D06CFB01507}" v="204" dt="2025-10-15T07:15:28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/>
    <p:restoredTop sz="86385"/>
  </p:normalViewPr>
  <p:slideViewPr>
    <p:cSldViewPr snapToGrid="0">
      <p:cViewPr>
        <p:scale>
          <a:sx n="76" d="100"/>
          <a:sy n="76" d="100"/>
        </p:scale>
        <p:origin x="856" y="5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 Nabi Lecturer FCSE" userId="22162f9c-d122-430c-b6e9-ac8024b7b6c6" providerId="ADAL" clId="{4BB67261-876E-BB43-852E-3A380E153A68}"/>
    <pc:docChg chg="undo custSel addSld delSld modSld sldOrd">
      <pc:chgData name="Said Nabi Lecturer FCSE" userId="22162f9c-d122-430c-b6e9-ac8024b7b6c6" providerId="ADAL" clId="{4BB67261-876E-BB43-852E-3A380E153A68}" dt="2025-09-06T12:11:59.533" v="3474" actId="14100"/>
      <pc:docMkLst>
        <pc:docMk/>
      </pc:docMkLst>
      <pc:sldChg chg="del">
        <pc:chgData name="Said Nabi Lecturer FCSE" userId="22162f9c-d122-430c-b6e9-ac8024b7b6c6" providerId="ADAL" clId="{4BB67261-876E-BB43-852E-3A380E153A68}" dt="2025-09-01T11:53:24.189" v="60" actId="2696"/>
        <pc:sldMkLst>
          <pc:docMk/>
          <pc:sldMk cId="0" sldId="256"/>
        </pc:sldMkLst>
      </pc:sldChg>
      <pc:sldChg chg="del">
        <pc:chgData name="Said Nabi Lecturer FCSE" userId="22162f9c-d122-430c-b6e9-ac8024b7b6c6" providerId="ADAL" clId="{4BB67261-876E-BB43-852E-3A380E153A68}" dt="2025-09-01T11:52:03.418" v="55" actId="2696"/>
        <pc:sldMkLst>
          <pc:docMk/>
          <pc:sldMk cId="0" sldId="257"/>
        </pc:sldMkLst>
      </pc:sldChg>
      <pc:sldChg chg="del">
        <pc:chgData name="Said Nabi Lecturer FCSE" userId="22162f9c-d122-430c-b6e9-ac8024b7b6c6" providerId="ADAL" clId="{4BB67261-876E-BB43-852E-3A380E153A68}" dt="2025-09-01T11:52:05.206" v="56" actId="2696"/>
        <pc:sldMkLst>
          <pc:docMk/>
          <pc:sldMk cId="0" sldId="258"/>
        </pc:sldMkLst>
      </pc:sldChg>
      <pc:sldChg chg="del">
        <pc:chgData name="Said Nabi Lecturer FCSE" userId="22162f9c-d122-430c-b6e9-ac8024b7b6c6" providerId="ADAL" clId="{4BB67261-876E-BB43-852E-3A380E153A68}" dt="2025-09-01T11:48:37.366" v="48" actId="2696"/>
        <pc:sldMkLst>
          <pc:docMk/>
          <pc:sldMk cId="0" sldId="260"/>
        </pc:sldMkLst>
      </pc:sldChg>
      <pc:sldChg chg="del">
        <pc:chgData name="Said Nabi Lecturer FCSE" userId="22162f9c-d122-430c-b6e9-ac8024b7b6c6" providerId="ADAL" clId="{4BB67261-876E-BB43-852E-3A380E153A68}" dt="2025-09-01T11:13:51.701" v="41" actId="2696"/>
        <pc:sldMkLst>
          <pc:docMk/>
          <pc:sldMk cId="0" sldId="261"/>
        </pc:sldMkLst>
      </pc:sldChg>
      <pc:sldChg chg="del">
        <pc:chgData name="Said Nabi Lecturer FCSE" userId="22162f9c-d122-430c-b6e9-ac8024b7b6c6" providerId="ADAL" clId="{4BB67261-876E-BB43-852E-3A380E153A68}" dt="2025-09-01T11:13:52.498" v="42" actId="2696"/>
        <pc:sldMkLst>
          <pc:docMk/>
          <pc:sldMk cId="0" sldId="262"/>
        </pc:sldMkLst>
      </pc:sldChg>
      <pc:sldChg chg="del">
        <pc:chgData name="Said Nabi Lecturer FCSE" userId="22162f9c-d122-430c-b6e9-ac8024b7b6c6" providerId="ADAL" clId="{4BB67261-876E-BB43-852E-3A380E153A68}" dt="2025-09-01T11:13:53.215" v="43" actId="2696"/>
        <pc:sldMkLst>
          <pc:docMk/>
          <pc:sldMk cId="0" sldId="263"/>
        </pc:sldMkLst>
      </pc:sldChg>
      <pc:sldChg chg="del">
        <pc:chgData name="Said Nabi Lecturer FCSE" userId="22162f9c-d122-430c-b6e9-ac8024b7b6c6" providerId="ADAL" clId="{4BB67261-876E-BB43-852E-3A380E153A68}" dt="2025-09-01T11:13:53.790" v="44" actId="2696"/>
        <pc:sldMkLst>
          <pc:docMk/>
          <pc:sldMk cId="0" sldId="264"/>
        </pc:sldMkLst>
      </pc:sldChg>
      <pc:sldChg chg="del">
        <pc:chgData name="Said Nabi Lecturer FCSE" userId="22162f9c-d122-430c-b6e9-ac8024b7b6c6" providerId="ADAL" clId="{4BB67261-876E-BB43-852E-3A380E153A68}" dt="2025-09-01T11:13:54.312" v="45" actId="2696"/>
        <pc:sldMkLst>
          <pc:docMk/>
          <pc:sldMk cId="0" sldId="265"/>
        </pc:sldMkLst>
      </pc:sldChg>
      <pc:sldChg chg="del">
        <pc:chgData name="Said Nabi Lecturer FCSE" userId="22162f9c-d122-430c-b6e9-ac8024b7b6c6" providerId="ADAL" clId="{4BB67261-876E-BB43-852E-3A380E153A68}" dt="2025-09-01T11:13:54.795" v="46" actId="2696"/>
        <pc:sldMkLst>
          <pc:docMk/>
          <pc:sldMk cId="0" sldId="266"/>
        </pc:sldMkLst>
      </pc:sldChg>
      <pc:sldChg chg="del">
        <pc:chgData name="Said Nabi Lecturer FCSE" userId="22162f9c-d122-430c-b6e9-ac8024b7b6c6" providerId="ADAL" clId="{4BB67261-876E-BB43-852E-3A380E153A68}" dt="2025-09-01T11:13:55.296" v="47" actId="2696"/>
        <pc:sldMkLst>
          <pc:docMk/>
          <pc:sldMk cId="0" sldId="267"/>
        </pc:sldMkLst>
      </pc:sldChg>
      <pc:sldChg chg="del">
        <pc:chgData name="Said Nabi Lecturer FCSE" userId="22162f9c-d122-430c-b6e9-ac8024b7b6c6" providerId="ADAL" clId="{4BB67261-876E-BB43-852E-3A380E153A68}" dt="2025-09-01T11:55:08.017" v="66" actId="2696"/>
        <pc:sldMkLst>
          <pc:docMk/>
          <pc:sldMk cId="0" sldId="268"/>
        </pc:sldMkLst>
      </pc:sldChg>
      <pc:sldChg chg="modSp mod">
        <pc:chgData name="Said Nabi Lecturer FCSE" userId="22162f9c-d122-430c-b6e9-ac8024b7b6c6" providerId="ADAL" clId="{4BB67261-876E-BB43-852E-3A380E153A68}" dt="2025-09-01T11:55:44.837" v="68" actId="20577"/>
        <pc:sldMkLst>
          <pc:docMk/>
          <pc:sldMk cId="0" sldId="270"/>
        </pc:sldMkLst>
      </pc:sldChg>
      <pc:sldChg chg="del">
        <pc:chgData name="Said Nabi Lecturer FCSE" userId="22162f9c-d122-430c-b6e9-ac8024b7b6c6" providerId="ADAL" clId="{4BB67261-876E-BB43-852E-3A380E153A68}" dt="2025-09-01T11:56:12.365" v="69" actId="2696"/>
        <pc:sldMkLst>
          <pc:docMk/>
          <pc:sldMk cId="0" sldId="271"/>
        </pc:sldMkLst>
      </pc:sldChg>
      <pc:sldChg chg="modSp mod">
        <pc:chgData name="Said Nabi Lecturer FCSE" userId="22162f9c-d122-430c-b6e9-ac8024b7b6c6" providerId="ADAL" clId="{4BB67261-876E-BB43-852E-3A380E153A68}" dt="2025-09-01T11:56:35.393" v="70" actId="20577"/>
        <pc:sldMkLst>
          <pc:docMk/>
          <pc:sldMk cId="0" sldId="273"/>
        </pc:sldMkLst>
      </pc:sldChg>
      <pc:sldChg chg="del">
        <pc:chgData name="Said Nabi Lecturer FCSE" userId="22162f9c-d122-430c-b6e9-ac8024b7b6c6" providerId="ADAL" clId="{4BB67261-876E-BB43-852E-3A380E153A68}" dt="2025-09-01T11:56:50.437" v="71" actId="2696"/>
        <pc:sldMkLst>
          <pc:docMk/>
          <pc:sldMk cId="0" sldId="274"/>
        </pc:sldMkLst>
      </pc:sldChg>
      <pc:sldChg chg="del">
        <pc:chgData name="Said Nabi Lecturer FCSE" userId="22162f9c-d122-430c-b6e9-ac8024b7b6c6" providerId="ADAL" clId="{4BB67261-876E-BB43-852E-3A380E153A68}" dt="2025-09-01T11:57:06.484" v="72" actId="2696"/>
        <pc:sldMkLst>
          <pc:docMk/>
          <pc:sldMk cId="0" sldId="277"/>
        </pc:sldMkLst>
      </pc:sldChg>
      <pc:sldChg chg="ord modNotesTx">
        <pc:chgData name="Said Nabi Lecturer FCSE" userId="22162f9c-d122-430c-b6e9-ac8024b7b6c6" providerId="ADAL" clId="{4BB67261-876E-BB43-852E-3A380E153A68}" dt="2025-09-01T14:32:01.116" v="715" actId="113"/>
        <pc:sldMkLst>
          <pc:docMk/>
          <pc:sldMk cId="1981606100" sldId="332"/>
        </pc:sldMkLst>
      </pc:sldChg>
      <pc:sldChg chg="modAnim modNotesTx">
        <pc:chgData name="Said Nabi Lecturer FCSE" userId="22162f9c-d122-430c-b6e9-ac8024b7b6c6" providerId="ADAL" clId="{4BB67261-876E-BB43-852E-3A380E153A68}" dt="2025-09-02T01:55:12.911" v="947" actId="20577"/>
        <pc:sldMkLst>
          <pc:docMk/>
          <pc:sldMk cId="0" sldId="929"/>
        </pc:sldMkLst>
      </pc:sldChg>
      <pc:sldChg chg="modSp mod">
        <pc:chgData name="Said Nabi Lecturer FCSE" userId="22162f9c-d122-430c-b6e9-ac8024b7b6c6" providerId="ADAL" clId="{4BB67261-876E-BB43-852E-3A380E153A68}" dt="2025-09-01T14:42:26.200" v="742" actId="20577"/>
        <pc:sldMkLst>
          <pc:docMk/>
          <pc:sldMk cId="388698950" sldId="937"/>
        </pc:sldMkLst>
      </pc:sldChg>
      <pc:sldChg chg="modNotesTx">
        <pc:chgData name="Said Nabi Lecturer FCSE" userId="22162f9c-d122-430c-b6e9-ac8024b7b6c6" providerId="ADAL" clId="{4BB67261-876E-BB43-852E-3A380E153A68}" dt="2025-09-01T14:53:54.352" v="858" actId="20577"/>
        <pc:sldMkLst>
          <pc:docMk/>
          <pc:sldMk cId="1292967904" sldId="976"/>
        </pc:sldMkLst>
      </pc:sldChg>
      <pc:sldChg chg="del">
        <pc:chgData name="Said Nabi Lecturer FCSE" userId="22162f9c-d122-430c-b6e9-ac8024b7b6c6" providerId="ADAL" clId="{4BB67261-876E-BB43-852E-3A380E153A68}" dt="2025-09-01T11:09:11.508" v="25" actId="2696"/>
        <pc:sldMkLst>
          <pc:docMk/>
          <pc:sldMk cId="2010145230" sldId="979"/>
        </pc:sldMkLst>
      </pc:sldChg>
      <pc:sldChg chg="del">
        <pc:chgData name="Said Nabi Lecturer FCSE" userId="22162f9c-d122-430c-b6e9-ac8024b7b6c6" providerId="ADAL" clId="{4BB67261-876E-BB43-852E-3A380E153A68}" dt="2025-09-01T11:09:17.668" v="27" actId="2696"/>
        <pc:sldMkLst>
          <pc:docMk/>
          <pc:sldMk cId="2300965907" sldId="980"/>
        </pc:sldMkLst>
      </pc:sldChg>
      <pc:sldChg chg="del">
        <pc:chgData name="Said Nabi Lecturer FCSE" userId="22162f9c-d122-430c-b6e9-ac8024b7b6c6" providerId="ADAL" clId="{4BB67261-876E-BB43-852E-3A380E153A68}" dt="2025-09-01T11:09:20.820" v="28" actId="2696"/>
        <pc:sldMkLst>
          <pc:docMk/>
          <pc:sldMk cId="4015368351" sldId="981"/>
        </pc:sldMkLst>
      </pc:sldChg>
      <pc:sldChg chg="del">
        <pc:chgData name="Said Nabi Lecturer FCSE" userId="22162f9c-d122-430c-b6e9-ac8024b7b6c6" providerId="ADAL" clId="{4BB67261-876E-BB43-852E-3A380E153A68}" dt="2025-09-01T11:09:21.798" v="29" actId="2696"/>
        <pc:sldMkLst>
          <pc:docMk/>
          <pc:sldMk cId="592169009" sldId="982"/>
        </pc:sldMkLst>
      </pc:sldChg>
      <pc:sldChg chg="del">
        <pc:chgData name="Said Nabi Lecturer FCSE" userId="22162f9c-d122-430c-b6e9-ac8024b7b6c6" providerId="ADAL" clId="{4BB67261-876E-BB43-852E-3A380E153A68}" dt="2025-09-01T11:09:23.160" v="30" actId="2696"/>
        <pc:sldMkLst>
          <pc:docMk/>
          <pc:sldMk cId="2895261731" sldId="983"/>
        </pc:sldMkLst>
      </pc:sldChg>
      <pc:sldChg chg="del">
        <pc:chgData name="Said Nabi Lecturer FCSE" userId="22162f9c-d122-430c-b6e9-ac8024b7b6c6" providerId="ADAL" clId="{4BB67261-876E-BB43-852E-3A380E153A68}" dt="2025-09-01T11:09:25.011" v="31" actId="2696"/>
        <pc:sldMkLst>
          <pc:docMk/>
          <pc:sldMk cId="356664864" sldId="984"/>
        </pc:sldMkLst>
      </pc:sldChg>
      <pc:sldChg chg="del">
        <pc:chgData name="Said Nabi Lecturer FCSE" userId="22162f9c-d122-430c-b6e9-ac8024b7b6c6" providerId="ADAL" clId="{4BB67261-876E-BB43-852E-3A380E153A68}" dt="2025-09-01T11:09:26.442" v="32" actId="2696"/>
        <pc:sldMkLst>
          <pc:docMk/>
          <pc:sldMk cId="3363809001" sldId="985"/>
        </pc:sldMkLst>
      </pc:sldChg>
      <pc:sldChg chg="del">
        <pc:chgData name="Said Nabi Lecturer FCSE" userId="22162f9c-d122-430c-b6e9-ac8024b7b6c6" providerId="ADAL" clId="{4BB67261-876E-BB43-852E-3A380E153A68}" dt="2025-09-01T11:09:41.705" v="33" actId="2696"/>
        <pc:sldMkLst>
          <pc:docMk/>
          <pc:sldMk cId="1715294902" sldId="986"/>
        </pc:sldMkLst>
      </pc:sldChg>
      <pc:sldChg chg="del">
        <pc:chgData name="Said Nabi Lecturer FCSE" userId="22162f9c-d122-430c-b6e9-ac8024b7b6c6" providerId="ADAL" clId="{4BB67261-876E-BB43-852E-3A380E153A68}" dt="2025-09-01T11:09:47.761" v="34" actId="2696"/>
        <pc:sldMkLst>
          <pc:docMk/>
          <pc:sldMk cId="2093542987" sldId="987"/>
        </pc:sldMkLst>
      </pc:sldChg>
      <pc:sldChg chg="del">
        <pc:chgData name="Said Nabi Lecturer FCSE" userId="22162f9c-d122-430c-b6e9-ac8024b7b6c6" providerId="ADAL" clId="{4BB67261-876E-BB43-852E-3A380E153A68}" dt="2025-09-01T11:09:52.944" v="37" actId="2696"/>
        <pc:sldMkLst>
          <pc:docMk/>
          <pc:sldMk cId="2750628749" sldId="988"/>
        </pc:sldMkLst>
      </pc:sldChg>
      <pc:sldChg chg="del">
        <pc:chgData name="Said Nabi Lecturer FCSE" userId="22162f9c-d122-430c-b6e9-ac8024b7b6c6" providerId="ADAL" clId="{4BB67261-876E-BB43-852E-3A380E153A68}" dt="2025-09-01T11:09:56.469" v="38" actId="2696"/>
        <pc:sldMkLst>
          <pc:docMk/>
          <pc:sldMk cId="1315347802" sldId="989"/>
        </pc:sldMkLst>
      </pc:sldChg>
      <pc:sldChg chg="del">
        <pc:chgData name="Said Nabi Lecturer FCSE" userId="22162f9c-d122-430c-b6e9-ac8024b7b6c6" providerId="ADAL" clId="{4BB67261-876E-BB43-852E-3A380E153A68}" dt="2025-09-01T11:09:57.399" v="39" actId="2696"/>
        <pc:sldMkLst>
          <pc:docMk/>
          <pc:sldMk cId="3967579310" sldId="990"/>
        </pc:sldMkLst>
      </pc:sldChg>
      <pc:sldChg chg="del">
        <pc:chgData name="Said Nabi Lecturer FCSE" userId="22162f9c-d122-430c-b6e9-ac8024b7b6c6" providerId="ADAL" clId="{4BB67261-876E-BB43-852E-3A380E153A68}" dt="2025-09-01T11:09:58.186" v="40" actId="2696"/>
        <pc:sldMkLst>
          <pc:docMk/>
          <pc:sldMk cId="3792382343" sldId="993"/>
        </pc:sldMkLst>
      </pc:sldChg>
      <pc:sldChg chg="modSp del mod">
        <pc:chgData name="Said Nabi Lecturer FCSE" userId="22162f9c-d122-430c-b6e9-ac8024b7b6c6" providerId="ADAL" clId="{4BB67261-876E-BB43-852E-3A380E153A68}" dt="2025-09-01T14:21:24.792" v="513" actId="2696"/>
        <pc:sldMkLst>
          <pc:docMk/>
          <pc:sldMk cId="3628383965" sldId="994"/>
        </pc:sldMkLst>
      </pc:sldChg>
      <pc:sldChg chg="del">
        <pc:chgData name="Said Nabi Lecturer FCSE" userId="22162f9c-d122-430c-b6e9-ac8024b7b6c6" providerId="ADAL" clId="{4BB67261-876E-BB43-852E-3A380E153A68}" dt="2025-09-01T14:21:24.822" v="514" actId="2696"/>
        <pc:sldMkLst>
          <pc:docMk/>
          <pc:sldMk cId="3822117278" sldId="995"/>
        </pc:sldMkLst>
      </pc:sldChg>
      <pc:sldChg chg="del">
        <pc:chgData name="Said Nabi Lecturer FCSE" userId="22162f9c-d122-430c-b6e9-ac8024b7b6c6" providerId="ADAL" clId="{4BB67261-876E-BB43-852E-3A380E153A68}" dt="2025-09-01T14:21:24.840" v="515" actId="2696"/>
        <pc:sldMkLst>
          <pc:docMk/>
          <pc:sldMk cId="3856239199" sldId="996"/>
        </pc:sldMkLst>
      </pc:sldChg>
      <pc:sldChg chg="del">
        <pc:chgData name="Said Nabi Lecturer FCSE" userId="22162f9c-d122-430c-b6e9-ac8024b7b6c6" providerId="ADAL" clId="{4BB67261-876E-BB43-852E-3A380E153A68}" dt="2025-09-01T14:21:24.849" v="516" actId="2696"/>
        <pc:sldMkLst>
          <pc:docMk/>
          <pc:sldMk cId="3946995506" sldId="997"/>
        </pc:sldMkLst>
      </pc:sldChg>
      <pc:sldChg chg="modNotesTx">
        <pc:chgData name="Said Nabi Lecturer FCSE" userId="22162f9c-d122-430c-b6e9-ac8024b7b6c6" providerId="ADAL" clId="{4BB67261-876E-BB43-852E-3A380E153A68}" dt="2025-09-01T14:49:19.463" v="782" actId="20577"/>
        <pc:sldMkLst>
          <pc:docMk/>
          <pc:sldMk cId="1924469345" sldId="999"/>
        </pc:sldMkLst>
      </pc:sldChg>
      <pc:sldChg chg="del">
        <pc:chgData name="Said Nabi Lecturer FCSE" userId="22162f9c-d122-430c-b6e9-ac8024b7b6c6" providerId="ADAL" clId="{4BB67261-876E-BB43-852E-3A380E153A68}" dt="2025-09-01T11:08:36.893" v="22" actId="2696"/>
        <pc:sldMkLst>
          <pc:docMk/>
          <pc:sldMk cId="272796801" sldId="1000"/>
        </pc:sldMkLst>
      </pc:sldChg>
      <pc:sldChg chg="del">
        <pc:chgData name="Said Nabi Lecturer FCSE" userId="22162f9c-d122-430c-b6e9-ac8024b7b6c6" providerId="ADAL" clId="{4BB67261-876E-BB43-852E-3A380E153A68}" dt="2025-09-01T11:08:38.398" v="23" actId="2696"/>
        <pc:sldMkLst>
          <pc:docMk/>
          <pc:sldMk cId="3295269768" sldId="1002"/>
        </pc:sldMkLst>
      </pc:sldChg>
      <pc:sldChg chg="modNotesTx">
        <pc:chgData name="Said Nabi Lecturer FCSE" userId="22162f9c-d122-430c-b6e9-ac8024b7b6c6" providerId="ADAL" clId="{4BB67261-876E-BB43-852E-3A380E153A68}" dt="2025-09-01T10:42:49.924" v="15" actId="20577"/>
        <pc:sldMkLst>
          <pc:docMk/>
          <pc:sldMk cId="4115919602" sldId="1003"/>
        </pc:sldMkLst>
      </pc:sldChg>
      <pc:sldChg chg="modNotesTx">
        <pc:chgData name="Said Nabi Lecturer FCSE" userId="22162f9c-d122-430c-b6e9-ac8024b7b6c6" providerId="ADAL" clId="{4BB67261-876E-BB43-852E-3A380E153A68}" dt="2025-09-01T10:42:41.327" v="14" actId="20577"/>
        <pc:sldMkLst>
          <pc:docMk/>
          <pc:sldMk cId="1499486153" sldId="1004"/>
        </pc:sldMkLst>
      </pc:sldChg>
      <pc:sldChg chg="modSp mod modAnim">
        <pc:chgData name="Said Nabi Lecturer FCSE" userId="22162f9c-d122-430c-b6e9-ac8024b7b6c6" providerId="ADAL" clId="{4BB67261-876E-BB43-852E-3A380E153A68}" dt="2025-09-01T11:01:35.775" v="21"/>
        <pc:sldMkLst>
          <pc:docMk/>
          <pc:sldMk cId="3360933579" sldId="1005"/>
        </pc:sldMkLst>
      </pc:sldChg>
      <pc:sldChg chg="del">
        <pc:chgData name="Said Nabi Lecturer FCSE" userId="22162f9c-d122-430c-b6e9-ac8024b7b6c6" providerId="ADAL" clId="{4BB67261-876E-BB43-852E-3A380E153A68}" dt="2025-09-01T12:04:17.054" v="95" actId="2696"/>
        <pc:sldMkLst>
          <pc:docMk/>
          <pc:sldMk cId="735344175" sldId="1006"/>
        </pc:sldMkLst>
      </pc:sldChg>
      <pc:sldChg chg="del">
        <pc:chgData name="Said Nabi Lecturer FCSE" userId="22162f9c-d122-430c-b6e9-ac8024b7b6c6" providerId="ADAL" clId="{4BB67261-876E-BB43-852E-3A380E153A68}" dt="2025-09-01T11:08:40.235" v="24" actId="2696"/>
        <pc:sldMkLst>
          <pc:docMk/>
          <pc:sldMk cId="2232979645" sldId="1007"/>
        </pc:sldMkLst>
      </pc:sldChg>
      <pc:sldChg chg="del">
        <pc:chgData name="Said Nabi Lecturer FCSE" userId="22162f9c-d122-430c-b6e9-ac8024b7b6c6" providerId="ADAL" clId="{4BB67261-876E-BB43-852E-3A380E153A68}" dt="2025-09-01T11:09:12.709" v="26" actId="2696"/>
        <pc:sldMkLst>
          <pc:docMk/>
          <pc:sldMk cId="1219831740" sldId="1010"/>
        </pc:sldMkLst>
      </pc:sldChg>
      <pc:sldChg chg="del">
        <pc:chgData name="Said Nabi Lecturer FCSE" userId="22162f9c-d122-430c-b6e9-ac8024b7b6c6" providerId="ADAL" clId="{4BB67261-876E-BB43-852E-3A380E153A68}" dt="2025-09-01T11:09:50.200" v="36" actId="2696"/>
        <pc:sldMkLst>
          <pc:docMk/>
          <pc:sldMk cId="3355587646" sldId="1011"/>
        </pc:sldMkLst>
      </pc:sldChg>
      <pc:sldChg chg="del">
        <pc:chgData name="Said Nabi Lecturer FCSE" userId="22162f9c-d122-430c-b6e9-ac8024b7b6c6" providerId="ADAL" clId="{4BB67261-876E-BB43-852E-3A380E153A68}" dt="2025-09-01T11:09:48.853" v="35" actId="2696"/>
        <pc:sldMkLst>
          <pc:docMk/>
          <pc:sldMk cId="180529862" sldId="1012"/>
        </pc:sldMkLst>
      </pc:sldChg>
      <pc:sldChg chg="modSp modNotesTx">
        <pc:chgData name="Said Nabi Lecturer FCSE" userId="22162f9c-d122-430c-b6e9-ac8024b7b6c6" providerId="ADAL" clId="{4BB67261-876E-BB43-852E-3A380E153A68}" dt="2025-09-02T02:37:34.304" v="1104" actId="20577"/>
        <pc:sldMkLst>
          <pc:docMk/>
          <pc:sldMk cId="1080780034" sldId="1014"/>
        </pc:sldMkLst>
      </pc:sldChg>
      <pc:sldChg chg="modSp mod ord modNotesTx">
        <pc:chgData name="Said Nabi Lecturer FCSE" userId="22162f9c-d122-430c-b6e9-ac8024b7b6c6" providerId="ADAL" clId="{4BB67261-876E-BB43-852E-3A380E153A68}" dt="2025-09-02T04:44:52.611" v="1151" actId="20577"/>
        <pc:sldMkLst>
          <pc:docMk/>
          <pc:sldMk cId="119534889" sldId="1015"/>
        </pc:sldMkLst>
      </pc:sldChg>
      <pc:sldChg chg="modNotesTx">
        <pc:chgData name="Said Nabi Lecturer FCSE" userId="22162f9c-d122-430c-b6e9-ac8024b7b6c6" providerId="ADAL" clId="{4BB67261-876E-BB43-852E-3A380E153A68}" dt="2025-09-02T02:22:14.275" v="1078" actId="20577"/>
        <pc:sldMkLst>
          <pc:docMk/>
          <pc:sldMk cId="656483453" sldId="1016"/>
        </pc:sldMkLst>
      </pc:sldChg>
      <pc:sldChg chg="modNotesTx">
        <pc:chgData name="Said Nabi Lecturer FCSE" userId="22162f9c-d122-430c-b6e9-ac8024b7b6c6" providerId="ADAL" clId="{4BB67261-876E-BB43-852E-3A380E153A68}" dt="2025-09-02T02:49:16.334" v="1115" actId="20577"/>
        <pc:sldMkLst>
          <pc:docMk/>
          <pc:sldMk cId="4008987210" sldId="1018"/>
        </pc:sldMkLst>
      </pc:sldChg>
      <pc:sldChg chg="modAnim">
        <pc:chgData name="Said Nabi Lecturer FCSE" userId="22162f9c-d122-430c-b6e9-ac8024b7b6c6" providerId="ADAL" clId="{4BB67261-876E-BB43-852E-3A380E153A68}" dt="2025-09-01T11:51:54.587" v="54"/>
        <pc:sldMkLst>
          <pc:docMk/>
          <pc:sldMk cId="0" sldId="1027"/>
        </pc:sldMkLst>
      </pc:sldChg>
      <pc:sldChg chg="modSp mod">
        <pc:chgData name="Said Nabi Lecturer FCSE" userId="22162f9c-d122-430c-b6e9-ac8024b7b6c6" providerId="ADAL" clId="{4BB67261-876E-BB43-852E-3A380E153A68}" dt="2025-09-01T11:53:08.337" v="59" actId="1076"/>
        <pc:sldMkLst>
          <pc:docMk/>
          <pc:sldMk cId="0" sldId="1028"/>
        </pc:sldMkLst>
      </pc:sldChg>
      <pc:sldChg chg="del">
        <pc:chgData name="Said Nabi Lecturer FCSE" userId="22162f9c-d122-430c-b6e9-ac8024b7b6c6" providerId="ADAL" clId="{4BB67261-876E-BB43-852E-3A380E153A68}" dt="2025-09-01T11:53:45.991" v="61" actId="2696"/>
        <pc:sldMkLst>
          <pc:docMk/>
          <pc:sldMk cId="0" sldId="1029"/>
        </pc:sldMkLst>
      </pc:sldChg>
      <pc:sldChg chg="modSp mod">
        <pc:chgData name="Said Nabi Lecturer FCSE" userId="22162f9c-d122-430c-b6e9-ac8024b7b6c6" providerId="ADAL" clId="{4BB67261-876E-BB43-852E-3A380E153A68}" dt="2025-09-01T11:54:08.383" v="63" actId="1076"/>
        <pc:sldMkLst>
          <pc:docMk/>
          <pc:sldMk cId="0" sldId="1030"/>
        </pc:sldMkLst>
      </pc:sldChg>
      <pc:sldChg chg="del">
        <pc:chgData name="Said Nabi Lecturer FCSE" userId="22162f9c-d122-430c-b6e9-ac8024b7b6c6" providerId="ADAL" clId="{4BB67261-876E-BB43-852E-3A380E153A68}" dt="2025-09-01T11:54:27.150" v="64" actId="2696"/>
        <pc:sldMkLst>
          <pc:docMk/>
          <pc:sldMk cId="0" sldId="1033"/>
        </pc:sldMkLst>
      </pc:sldChg>
      <pc:sldChg chg="modSp mod">
        <pc:chgData name="Said Nabi Lecturer FCSE" userId="22162f9c-d122-430c-b6e9-ac8024b7b6c6" providerId="ADAL" clId="{4BB67261-876E-BB43-852E-3A380E153A68}" dt="2025-09-01T11:54:59.710" v="65" actId="20577"/>
        <pc:sldMkLst>
          <pc:docMk/>
          <pc:sldMk cId="0" sldId="1035"/>
        </pc:sldMkLst>
      </pc:sldChg>
      <pc:sldChg chg="addSp delSp modSp new mod modAnim modNotesTx">
        <pc:chgData name="Said Nabi Lecturer FCSE" userId="22162f9c-d122-430c-b6e9-ac8024b7b6c6" providerId="ADAL" clId="{4BB67261-876E-BB43-852E-3A380E153A68}" dt="2025-09-04T06:19:53.242" v="2041" actId="1038"/>
        <pc:sldMkLst>
          <pc:docMk/>
          <pc:sldMk cId="3743872550" sldId="1087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2:43:01.010" v="1465" actId="20577"/>
        <pc:sldMkLst>
          <pc:docMk/>
          <pc:sldMk cId="1272923949" sldId="1088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2:51:36.919" v="1478" actId="20577"/>
        <pc:sldMkLst>
          <pc:docMk/>
          <pc:sldMk cId="2352186006" sldId="1089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2:59:14.047" v="1511" actId="20577"/>
        <pc:sldMkLst>
          <pc:docMk/>
          <pc:sldMk cId="4128206454" sldId="1090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3:07:39.490" v="1517" actId="20577"/>
        <pc:sldMkLst>
          <pc:docMk/>
          <pc:sldMk cId="3666468635" sldId="1091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3:15:23.944" v="1519" actId="113"/>
        <pc:sldMkLst>
          <pc:docMk/>
          <pc:sldMk cId="2820613432" sldId="1092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3:21:33.608" v="1537" actId="20577"/>
        <pc:sldMkLst>
          <pc:docMk/>
          <pc:sldMk cId="567274588" sldId="1093"/>
        </pc:sldMkLst>
      </pc:sldChg>
      <pc:sldChg chg="addSp modSp add mod modAnim modNotesTx">
        <pc:chgData name="Said Nabi Lecturer FCSE" userId="22162f9c-d122-430c-b6e9-ac8024b7b6c6" providerId="ADAL" clId="{4BB67261-876E-BB43-852E-3A380E153A68}" dt="2025-09-04T04:54:01.960" v="1612" actId="113"/>
        <pc:sldMkLst>
          <pc:docMk/>
          <pc:sldMk cId="2855046258" sldId="1094"/>
        </pc:sldMkLst>
      </pc:sldChg>
      <pc:sldChg chg="delSp modSp add mod modAnim modNotesTx">
        <pc:chgData name="Said Nabi Lecturer FCSE" userId="22162f9c-d122-430c-b6e9-ac8024b7b6c6" providerId="ADAL" clId="{4BB67261-876E-BB43-852E-3A380E153A68}" dt="2025-09-04T05:13:30.732" v="1616" actId="20577"/>
        <pc:sldMkLst>
          <pc:docMk/>
          <pc:sldMk cId="1422029074" sldId="1095"/>
        </pc:sldMkLst>
      </pc:sldChg>
      <pc:sldChg chg="modSp add modAnim modNotesTx">
        <pc:chgData name="Said Nabi Lecturer FCSE" userId="22162f9c-d122-430c-b6e9-ac8024b7b6c6" providerId="ADAL" clId="{4BB67261-876E-BB43-852E-3A380E153A68}" dt="2025-09-04T05:22:35.095" v="1632" actId="313"/>
        <pc:sldMkLst>
          <pc:docMk/>
          <pc:sldMk cId="4040303492" sldId="1096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5:52:58.573" v="1795" actId="313"/>
        <pc:sldMkLst>
          <pc:docMk/>
          <pc:sldMk cId="3622696953" sldId="1097"/>
        </pc:sldMkLst>
      </pc:sldChg>
      <pc:sldChg chg="new del">
        <pc:chgData name="Said Nabi Lecturer FCSE" userId="22162f9c-d122-430c-b6e9-ac8024b7b6c6" providerId="ADAL" clId="{4BB67261-876E-BB43-852E-3A380E153A68}" dt="2025-09-04T05:36:56.077" v="1718" actId="2696"/>
        <pc:sldMkLst>
          <pc:docMk/>
          <pc:sldMk cId="1113432432" sldId="1098"/>
        </pc:sldMkLst>
      </pc:sldChg>
      <pc:sldChg chg="modSp add mod modNotesTx">
        <pc:chgData name="Said Nabi Lecturer FCSE" userId="22162f9c-d122-430c-b6e9-ac8024b7b6c6" providerId="ADAL" clId="{4BB67261-876E-BB43-852E-3A380E153A68}" dt="2025-09-04T06:05:42.181" v="2022" actId="20577"/>
        <pc:sldMkLst>
          <pc:docMk/>
          <pc:sldMk cId="3760669795" sldId="1098"/>
        </pc:sldMkLst>
      </pc:sldChg>
      <pc:sldChg chg="add modNotesTx">
        <pc:chgData name="Said Nabi Lecturer FCSE" userId="22162f9c-d122-430c-b6e9-ac8024b7b6c6" providerId="ADAL" clId="{4BB67261-876E-BB43-852E-3A380E153A68}" dt="2025-09-04T06:21:33.859" v="2043" actId="20577"/>
        <pc:sldMkLst>
          <pc:docMk/>
          <pc:sldMk cId="4089081624" sldId="1099"/>
        </pc:sldMkLst>
      </pc:sldChg>
      <pc:sldChg chg="modSp add mod modAnim">
        <pc:chgData name="Said Nabi Lecturer FCSE" userId="22162f9c-d122-430c-b6e9-ac8024b7b6c6" providerId="ADAL" clId="{4BB67261-876E-BB43-852E-3A380E153A68}" dt="2025-09-05T09:04:22.578" v="2151" actId="1076"/>
        <pc:sldMkLst>
          <pc:docMk/>
          <pc:sldMk cId="1038352189" sldId="1100"/>
        </pc:sldMkLst>
      </pc:sldChg>
      <pc:sldChg chg="modSp add mod modNotesTx">
        <pc:chgData name="Said Nabi Lecturer FCSE" userId="22162f9c-d122-430c-b6e9-ac8024b7b6c6" providerId="ADAL" clId="{4BB67261-876E-BB43-852E-3A380E153A68}" dt="2025-09-05T09:25:36.373" v="2262" actId="20577"/>
        <pc:sldMkLst>
          <pc:docMk/>
          <pc:sldMk cId="4279825855" sldId="1101"/>
        </pc:sldMkLst>
      </pc:sldChg>
      <pc:sldChg chg="addSp modSp add mod modNotesTx">
        <pc:chgData name="Said Nabi Lecturer FCSE" userId="22162f9c-d122-430c-b6e9-ac8024b7b6c6" providerId="ADAL" clId="{4BB67261-876E-BB43-852E-3A380E153A68}" dt="2025-09-05T09:24:51.371" v="2261" actId="1076"/>
        <pc:sldMkLst>
          <pc:docMk/>
          <pc:sldMk cId="599551991" sldId="1102"/>
        </pc:sldMkLst>
      </pc:sldChg>
      <pc:sldChg chg="delSp modSp add mod">
        <pc:chgData name="Said Nabi Lecturer FCSE" userId="22162f9c-d122-430c-b6e9-ac8024b7b6c6" providerId="ADAL" clId="{4BB67261-876E-BB43-852E-3A380E153A68}" dt="2025-09-06T03:56:33.944" v="2422" actId="20577"/>
        <pc:sldMkLst>
          <pc:docMk/>
          <pc:sldMk cId="2514025918" sldId="1103"/>
        </pc:sldMkLst>
      </pc:sldChg>
      <pc:sldChg chg="modSp add mod">
        <pc:chgData name="Said Nabi Lecturer FCSE" userId="22162f9c-d122-430c-b6e9-ac8024b7b6c6" providerId="ADAL" clId="{4BB67261-876E-BB43-852E-3A380E153A68}" dt="2025-09-06T04:04:33.991" v="2465" actId="20577"/>
        <pc:sldMkLst>
          <pc:docMk/>
          <pc:sldMk cId="858104786" sldId="1104"/>
        </pc:sldMkLst>
      </pc:sldChg>
      <pc:sldChg chg="modSp add mod">
        <pc:chgData name="Said Nabi Lecturer FCSE" userId="22162f9c-d122-430c-b6e9-ac8024b7b6c6" providerId="ADAL" clId="{4BB67261-876E-BB43-852E-3A380E153A68}" dt="2025-09-06T04:26:43.004" v="2535" actId="1076"/>
        <pc:sldMkLst>
          <pc:docMk/>
          <pc:sldMk cId="3344359515" sldId="1105"/>
        </pc:sldMkLst>
      </pc:sldChg>
      <pc:sldChg chg="addSp modSp add mod">
        <pc:chgData name="Said Nabi Lecturer FCSE" userId="22162f9c-d122-430c-b6e9-ac8024b7b6c6" providerId="ADAL" clId="{4BB67261-876E-BB43-852E-3A380E153A68}" dt="2025-09-06T04:29:00.955" v="2561" actId="207"/>
        <pc:sldMkLst>
          <pc:docMk/>
          <pc:sldMk cId="743226945" sldId="1106"/>
        </pc:sldMkLst>
      </pc:sldChg>
      <pc:sldChg chg="addSp delSp modSp add mod">
        <pc:chgData name="Said Nabi Lecturer FCSE" userId="22162f9c-d122-430c-b6e9-ac8024b7b6c6" providerId="ADAL" clId="{4BB67261-876E-BB43-852E-3A380E153A68}" dt="2025-09-06T04:44:23.674" v="2622"/>
        <pc:sldMkLst>
          <pc:docMk/>
          <pc:sldMk cId="3029821990" sldId="1107"/>
        </pc:sldMkLst>
      </pc:sldChg>
      <pc:sldChg chg="delSp modSp add mod">
        <pc:chgData name="Said Nabi Lecturer FCSE" userId="22162f9c-d122-430c-b6e9-ac8024b7b6c6" providerId="ADAL" clId="{4BB67261-876E-BB43-852E-3A380E153A68}" dt="2025-09-06T04:56:43.600" v="2635" actId="5793"/>
        <pc:sldMkLst>
          <pc:docMk/>
          <pc:sldMk cId="3280537614" sldId="1108"/>
        </pc:sldMkLst>
      </pc:sldChg>
      <pc:sldChg chg="addSp modSp add mod">
        <pc:chgData name="Said Nabi Lecturer FCSE" userId="22162f9c-d122-430c-b6e9-ac8024b7b6c6" providerId="ADAL" clId="{4BB67261-876E-BB43-852E-3A380E153A68}" dt="2025-09-06T05:09:18.185" v="2708" actId="108"/>
        <pc:sldMkLst>
          <pc:docMk/>
          <pc:sldMk cId="2214456818" sldId="1109"/>
        </pc:sldMkLst>
      </pc:sldChg>
      <pc:sldChg chg="modSp add mod modNotesTx">
        <pc:chgData name="Said Nabi Lecturer FCSE" userId="22162f9c-d122-430c-b6e9-ac8024b7b6c6" providerId="ADAL" clId="{4BB67261-876E-BB43-852E-3A380E153A68}" dt="2025-09-06T05:18:34.731" v="2923" actId="20577"/>
        <pc:sldMkLst>
          <pc:docMk/>
          <pc:sldMk cId="1538422699" sldId="1110"/>
        </pc:sldMkLst>
      </pc:sldChg>
      <pc:sldChg chg="delSp modSp add mod modAnim">
        <pc:chgData name="Said Nabi Lecturer FCSE" userId="22162f9c-d122-430c-b6e9-ac8024b7b6c6" providerId="ADAL" clId="{4BB67261-876E-BB43-852E-3A380E153A68}" dt="2025-09-06T05:24:59.708" v="2969" actId="1076"/>
        <pc:sldMkLst>
          <pc:docMk/>
          <pc:sldMk cId="1707629631" sldId="1111"/>
        </pc:sldMkLst>
      </pc:sldChg>
      <pc:sldChg chg="delSp modSp add mod modNotesTx">
        <pc:chgData name="Said Nabi Lecturer FCSE" userId="22162f9c-d122-430c-b6e9-ac8024b7b6c6" providerId="ADAL" clId="{4BB67261-876E-BB43-852E-3A380E153A68}" dt="2025-09-06T06:02:20.152" v="3087" actId="20577"/>
        <pc:sldMkLst>
          <pc:docMk/>
          <pc:sldMk cId="2460403975" sldId="1112"/>
        </pc:sldMkLst>
      </pc:sldChg>
      <pc:sldChg chg="addSp delSp modSp add mod delAnim modAnim">
        <pc:chgData name="Said Nabi Lecturer FCSE" userId="22162f9c-d122-430c-b6e9-ac8024b7b6c6" providerId="ADAL" clId="{4BB67261-876E-BB43-852E-3A380E153A68}" dt="2025-09-06T06:03:10.277" v="3103"/>
        <pc:sldMkLst>
          <pc:docMk/>
          <pc:sldMk cId="3693101677" sldId="1113"/>
        </pc:sldMkLst>
      </pc:sldChg>
      <pc:sldChg chg="delSp modSp add mod">
        <pc:chgData name="Said Nabi Lecturer FCSE" userId="22162f9c-d122-430c-b6e9-ac8024b7b6c6" providerId="ADAL" clId="{4BB67261-876E-BB43-852E-3A380E153A68}" dt="2025-09-06T06:04:49.560" v="3115" actId="1076"/>
        <pc:sldMkLst>
          <pc:docMk/>
          <pc:sldMk cId="69748182" sldId="1114"/>
        </pc:sldMkLst>
      </pc:sldChg>
      <pc:sldChg chg="modSp add mod">
        <pc:chgData name="Said Nabi Lecturer FCSE" userId="22162f9c-d122-430c-b6e9-ac8024b7b6c6" providerId="ADAL" clId="{4BB67261-876E-BB43-852E-3A380E153A68}" dt="2025-09-06T06:12:30.755" v="3181" actId="5793"/>
        <pc:sldMkLst>
          <pc:docMk/>
          <pc:sldMk cId="2296264458" sldId="1115"/>
        </pc:sldMkLst>
      </pc:sldChg>
      <pc:sldChg chg="addSp delSp modSp add mod">
        <pc:chgData name="Said Nabi Lecturer FCSE" userId="22162f9c-d122-430c-b6e9-ac8024b7b6c6" providerId="ADAL" clId="{4BB67261-876E-BB43-852E-3A380E153A68}" dt="2025-09-06T06:50:50.815" v="3223"/>
        <pc:sldMkLst>
          <pc:docMk/>
          <pc:sldMk cId="466852178" sldId="1116"/>
        </pc:sldMkLst>
      </pc:sldChg>
      <pc:sldChg chg="modSp add mod">
        <pc:chgData name="Said Nabi Lecturer FCSE" userId="22162f9c-d122-430c-b6e9-ac8024b7b6c6" providerId="ADAL" clId="{4BB67261-876E-BB43-852E-3A380E153A68}" dt="2025-09-06T06:54:39.495" v="3261" actId="5793"/>
        <pc:sldMkLst>
          <pc:docMk/>
          <pc:sldMk cId="1831332921" sldId="1117"/>
        </pc:sldMkLst>
      </pc:sldChg>
      <pc:sldChg chg="delSp modSp add mod">
        <pc:chgData name="Said Nabi Lecturer FCSE" userId="22162f9c-d122-430c-b6e9-ac8024b7b6c6" providerId="ADAL" clId="{4BB67261-876E-BB43-852E-3A380E153A68}" dt="2025-09-06T11:21:31.135" v="3338" actId="1076"/>
        <pc:sldMkLst>
          <pc:docMk/>
          <pc:sldMk cId="1358618617" sldId="1118"/>
        </pc:sldMkLst>
      </pc:sldChg>
      <pc:sldChg chg="delSp modSp add mod">
        <pc:chgData name="Said Nabi Lecturer FCSE" userId="22162f9c-d122-430c-b6e9-ac8024b7b6c6" providerId="ADAL" clId="{4BB67261-876E-BB43-852E-3A380E153A68}" dt="2025-09-06T11:15:23.291" v="3312" actId="1076"/>
        <pc:sldMkLst>
          <pc:docMk/>
          <pc:sldMk cId="2943906399" sldId="1119"/>
        </pc:sldMkLst>
      </pc:sldChg>
      <pc:sldChg chg="delSp modSp add mod">
        <pc:chgData name="Said Nabi Lecturer FCSE" userId="22162f9c-d122-430c-b6e9-ac8024b7b6c6" providerId="ADAL" clId="{4BB67261-876E-BB43-852E-3A380E153A68}" dt="2025-09-06T11:31:01.448" v="3412" actId="207"/>
        <pc:sldMkLst>
          <pc:docMk/>
          <pc:sldMk cId="250426232" sldId="1120"/>
        </pc:sldMkLst>
      </pc:sldChg>
      <pc:sldChg chg="addSp delSp modSp add mod delAnim">
        <pc:chgData name="Said Nabi Lecturer FCSE" userId="22162f9c-d122-430c-b6e9-ac8024b7b6c6" providerId="ADAL" clId="{4BB67261-876E-BB43-852E-3A380E153A68}" dt="2025-09-06T11:41:10.872" v="3458" actId="1038"/>
        <pc:sldMkLst>
          <pc:docMk/>
          <pc:sldMk cId="3780248084" sldId="1121"/>
        </pc:sldMkLst>
      </pc:sldChg>
      <pc:sldChg chg="addSp delSp modSp add mod delAnim">
        <pc:chgData name="Said Nabi Lecturer FCSE" userId="22162f9c-d122-430c-b6e9-ac8024b7b6c6" providerId="ADAL" clId="{4BB67261-876E-BB43-852E-3A380E153A68}" dt="2025-09-06T12:10:52.748" v="3467" actId="14100"/>
        <pc:sldMkLst>
          <pc:docMk/>
          <pc:sldMk cId="329633590" sldId="1122"/>
        </pc:sldMkLst>
      </pc:sldChg>
      <pc:sldChg chg="addSp delSp modSp new mod">
        <pc:chgData name="Said Nabi Lecturer FCSE" userId="22162f9c-d122-430c-b6e9-ac8024b7b6c6" providerId="ADAL" clId="{4BB67261-876E-BB43-852E-3A380E153A68}" dt="2025-09-06T12:11:59.533" v="3474" actId="14100"/>
        <pc:sldMkLst>
          <pc:docMk/>
          <pc:sldMk cId="3855118072" sldId="1123"/>
        </pc:sldMkLst>
      </pc:sldChg>
    </pc:docChg>
  </pc:docChgLst>
  <pc:docChgLst>
    <pc:chgData name="Said Nabi Lecturer FCSE" userId="22162f9c-d122-430c-b6e9-ac8024b7b6c6" providerId="ADAL" clId="{598E5503-C1C2-E343-8EE5-4C3F4993EC8B}"/>
    <pc:docChg chg="custSel addSld modMainMaster">
      <pc:chgData name="Said Nabi Lecturer FCSE" userId="22162f9c-d122-430c-b6e9-ac8024b7b6c6" providerId="ADAL" clId="{598E5503-C1C2-E343-8EE5-4C3F4993EC8B}" dt="2025-07-24T12:31:47.797" v="3" actId="680"/>
      <pc:docMkLst>
        <pc:docMk/>
      </pc:docMkLst>
      <pc:sldChg chg="new">
        <pc:chgData name="Said Nabi Lecturer FCSE" userId="22162f9c-d122-430c-b6e9-ac8024b7b6c6" providerId="ADAL" clId="{598E5503-C1C2-E343-8EE5-4C3F4993EC8B}" dt="2025-07-24T12:31:44.546" v="2" actId="680"/>
        <pc:sldMkLst>
          <pc:docMk/>
          <pc:sldMk cId="4133650584" sldId="257"/>
        </pc:sldMkLst>
      </pc:sldChg>
      <pc:sldChg chg="new">
        <pc:chgData name="Said Nabi Lecturer FCSE" userId="22162f9c-d122-430c-b6e9-ac8024b7b6c6" providerId="ADAL" clId="{598E5503-C1C2-E343-8EE5-4C3F4993EC8B}" dt="2025-07-24T12:31:47.797" v="3" actId="680"/>
        <pc:sldMkLst>
          <pc:docMk/>
          <pc:sldMk cId="1543075231" sldId="258"/>
        </pc:sldMkLst>
      </pc:sldChg>
      <pc:sldMasterChg chg="addSp delSp modSp mod">
        <pc:chgData name="Said Nabi Lecturer FCSE" userId="22162f9c-d122-430c-b6e9-ac8024b7b6c6" providerId="ADAL" clId="{598E5503-C1C2-E343-8EE5-4C3F4993EC8B}" dt="2025-07-24T12:31:36.668" v="1"/>
        <pc:sldMasterMkLst>
          <pc:docMk/>
          <pc:sldMasterMk cId="3840420138" sldId="2147483648"/>
        </pc:sldMasterMkLst>
      </pc:sldMasterChg>
    </pc:docChg>
  </pc:docChgLst>
  <pc:docChgLst>
    <pc:chgData name="Said Nabi Lecturer FCSE" userId="S::said.nabi@giki.edu.pk::22162f9c-d122-430c-b6e9-ac8024b7b6c6" providerId="AD" clId="Web-{3977030C-591E-F012-9ABB-8A31B486965C}"/>
    <pc:docChg chg="addSld delSld modSld">
      <pc:chgData name="Said Nabi Lecturer FCSE" userId="S::said.nabi@giki.edu.pk::22162f9c-d122-430c-b6e9-ac8024b7b6c6" providerId="AD" clId="Web-{3977030C-591E-F012-9ABB-8A31B486965C}" dt="2025-09-18T01:05:14.821" v="10" actId="20577"/>
      <pc:docMkLst>
        <pc:docMk/>
      </pc:docMkLst>
      <pc:sldChg chg="modSp">
        <pc:chgData name="Said Nabi Lecturer FCSE" userId="S::said.nabi@giki.edu.pk::22162f9c-d122-430c-b6e9-ac8024b7b6c6" providerId="AD" clId="Web-{3977030C-591E-F012-9ABB-8A31B486965C}" dt="2025-09-18T01:05:14.821" v="10" actId="20577"/>
        <pc:sldMkLst>
          <pc:docMk/>
          <pc:sldMk cId="110779487" sldId="1148"/>
        </pc:sldMkLst>
      </pc:sldChg>
      <pc:sldChg chg="new del">
        <pc:chgData name="Said Nabi Lecturer FCSE" userId="S::said.nabi@giki.edu.pk::22162f9c-d122-430c-b6e9-ac8024b7b6c6" providerId="AD" clId="Web-{3977030C-591E-F012-9ABB-8A31B486965C}" dt="2025-09-17T16:50:29.029" v="1"/>
        <pc:sldMkLst>
          <pc:docMk/>
          <pc:sldMk cId="1078843196" sldId="1149"/>
        </pc:sldMkLst>
      </pc:sldChg>
    </pc:docChg>
  </pc:docChgLst>
  <pc:docChgLst>
    <pc:chgData clId="Web-{757F4177-8241-6F18-5838-D89D6286101F}"/>
    <pc:docChg chg="modSld">
      <pc:chgData name="" userId="" providerId="" clId="Web-{757F4177-8241-6F18-5838-D89D6286101F}" dt="2025-09-19T06:48:38.855" v="0" actId="20577"/>
      <pc:docMkLst>
        <pc:docMk/>
      </pc:docMkLst>
      <pc:sldChg chg="modSp">
        <pc:chgData name="" userId="" providerId="" clId="Web-{757F4177-8241-6F18-5838-D89D6286101F}" dt="2025-09-19T06:48:38.855" v="0" actId="20577"/>
        <pc:sldMkLst>
          <pc:docMk/>
          <pc:sldMk cId="1696953445" sldId="384"/>
        </pc:sldMkLst>
        <pc:spChg chg="mod">
          <ac:chgData name="" userId="" providerId="" clId="Web-{757F4177-8241-6F18-5838-D89D6286101F}" dt="2025-09-19T06:48:38.855" v="0" actId="20577"/>
          <ac:spMkLst>
            <pc:docMk/>
            <pc:sldMk cId="1696953445" sldId="384"/>
            <ac:spMk id="4" creationId="{00000000-0000-0000-0000-000000000000}"/>
          </ac:spMkLst>
        </pc:spChg>
      </pc:sldChg>
    </pc:docChg>
  </pc:docChgLst>
  <pc:docChgLst>
    <pc:chgData name="Said Nabi Lecturer FCSE" userId="22162f9c-d122-430c-b6e9-ac8024b7b6c6" providerId="ADAL" clId="{DD5E6D33-3D6A-EF44-864F-5F2737F54E73}"/>
    <pc:docChg chg="undo custSel addSld modSld sldOrd">
      <pc:chgData name="Said Nabi Lecturer FCSE" userId="22162f9c-d122-430c-b6e9-ac8024b7b6c6" providerId="ADAL" clId="{DD5E6D33-3D6A-EF44-864F-5F2737F54E73}" dt="2025-09-30T05:43:54.837" v="181" actId="20578"/>
      <pc:docMkLst>
        <pc:docMk/>
      </pc:docMkLst>
      <pc:sldChg chg="addSp delSp modSp mod modAnim">
        <pc:chgData name="Said Nabi Lecturer FCSE" userId="22162f9c-d122-430c-b6e9-ac8024b7b6c6" providerId="ADAL" clId="{DD5E6D33-3D6A-EF44-864F-5F2737F54E73}" dt="2025-09-30T05:28:20.864" v="37"/>
        <pc:sldMkLst>
          <pc:docMk/>
          <pc:sldMk cId="374944398" sldId="1206"/>
        </pc:sldMkLst>
      </pc:sldChg>
      <pc:sldChg chg="ord">
        <pc:chgData name="Said Nabi Lecturer FCSE" userId="22162f9c-d122-430c-b6e9-ac8024b7b6c6" providerId="ADAL" clId="{DD5E6D33-3D6A-EF44-864F-5F2737F54E73}" dt="2025-09-30T05:43:54.837" v="181" actId="20578"/>
        <pc:sldMkLst>
          <pc:docMk/>
          <pc:sldMk cId="1842431676" sldId="1207"/>
        </pc:sldMkLst>
      </pc:sldChg>
      <pc:sldChg chg="ord">
        <pc:chgData name="Said Nabi Lecturer FCSE" userId="22162f9c-d122-430c-b6e9-ac8024b7b6c6" providerId="ADAL" clId="{DD5E6D33-3D6A-EF44-864F-5F2737F54E73}" dt="2025-09-30T05:43:33.003" v="180" actId="20578"/>
        <pc:sldMkLst>
          <pc:docMk/>
          <pc:sldMk cId="2994534611" sldId="1212"/>
        </pc:sldMkLst>
      </pc:sldChg>
      <pc:sldChg chg="addSp delSp modSp new mod delAnim modAnim">
        <pc:chgData name="Said Nabi Lecturer FCSE" userId="22162f9c-d122-430c-b6e9-ac8024b7b6c6" providerId="ADAL" clId="{DD5E6D33-3D6A-EF44-864F-5F2737F54E73}" dt="2025-09-30T05:42:50.983" v="179" actId="20577"/>
        <pc:sldMkLst>
          <pc:docMk/>
          <pc:sldMk cId="404614129" sldId="1213"/>
        </pc:sldMkLst>
      </pc:sldChg>
    </pc:docChg>
  </pc:docChgLst>
  <pc:docChgLst>
    <pc:chgData name="Said Nabi Lecturer FCSE" userId="22162f9c-d122-430c-b6e9-ac8024b7b6c6" providerId="ADAL" clId="{F52FF6DB-E99F-2443-B41D-2F38D8B1FE95}"/>
    <pc:docChg chg="undo custSel addSld modSld sldOrd">
      <pc:chgData name="Said Nabi Lecturer FCSE" userId="22162f9c-d122-430c-b6e9-ac8024b7b6c6" providerId="ADAL" clId="{F52FF6DB-E99F-2443-B41D-2F38D8B1FE95}" dt="2025-10-10T07:25:32.533" v="614" actId="20577"/>
      <pc:docMkLst>
        <pc:docMk/>
      </pc:docMkLst>
      <pc:sldChg chg="addSp delSp modSp new mod modAnim">
        <pc:chgData name="Said Nabi Lecturer FCSE" userId="22162f9c-d122-430c-b6e9-ac8024b7b6c6" providerId="ADAL" clId="{F52FF6DB-E99F-2443-B41D-2F38D8B1FE95}" dt="2025-10-10T06:04:51.821" v="297" actId="1076"/>
        <pc:sldMkLst>
          <pc:docMk/>
          <pc:sldMk cId="2479506630" sldId="1230"/>
        </pc:sldMkLst>
        <pc:spChg chg="add mod">
          <ac:chgData name="Said Nabi Lecturer FCSE" userId="22162f9c-d122-430c-b6e9-ac8024b7b6c6" providerId="ADAL" clId="{F52FF6DB-E99F-2443-B41D-2F38D8B1FE95}" dt="2025-10-10T04:46:06.583" v="20" actId="20577"/>
          <ac:spMkLst>
            <pc:docMk/>
            <pc:sldMk cId="2479506630" sldId="1230"/>
            <ac:spMk id="4" creationId="{1147252C-3B4D-FAE4-C120-8534634FE7C0}"/>
          </ac:spMkLst>
        </pc:spChg>
        <pc:spChg chg="add mod">
          <ac:chgData name="Said Nabi Lecturer FCSE" userId="22162f9c-d122-430c-b6e9-ac8024b7b6c6" providerId="ADAL" clId="{F52FF6DB-E99F-2443-B41D-2F38D8B1FE95}" dt="2025-10-10T04:49:07.143" v="81" actId="20577"/>
          <ac:spMkLst>
            <pc:docMk/>
            <pc:sldMk cId="2479506630" sldId="1230"/>
            <ac:spMk id="5" creationId="{4777B197-8A63-92E5-98F0-8BFCC691CFF1}"/>
          </ac:spMkLst>
        </pc:spChg>
        <pc:spChg chg="add mod">
          <ac:chgData name="Said Nabi Lecturer FCSE" userId="22162f9c-d122-430c-b6e9-ac8024b7b6c6" providerId="ADAL" clId="{F52FF6DB-E99F-2443-B41D-2F38D8B1FE95}" dt="2025-10-10T05:06:03.643" v="123" actId="20577"/>
          <ac:spMkLst>
            <pc:docMk/>
            <pc:sldMk cId="2479506630" sldId="1230"/>
            <ac:spMk id="24" creationId="{C50B4AD3-A221-D390-1635-B10D7F4BFFE1}"/>
          </ac:spMkLst>
        </pc:spChg>
        <pc:spChg chg="add mod">
          <ac:chgData name="Said Nabi Lecturer FCSE" userId="22162f9c-d122-430c-b6e9-ac8024b7b6c6" providerId="ADAL" clId="{F52FF6DB-E99F-2443-B41D-2F38D8B1FE95}" dt="2025-10-10T05:07:47.297" v="156" actId="1076"/>
          <ac:spMkLst>
            <pc:docMk/>
            <pc:sldMk cId="2479506630" sldId="1230"/>
            <ac:spMk id="25" creationId="{9E08BF4E-F7A6-E4F3-3129-996EA9063676}"/>
          </ac:spMkLst>
        </pc:spChg>
        <pc:spChg chg="add mod">
          <ac:chgData name="Said Nabi Lecturer FCSE" userId="22162f9c-d122-430c-b6e9-ac8024b7b6c6" providerId="ADAL" clId="{F52FF6DB-E99F-2443-B41D-2F38D8B1FE95}" dt="2025-10-10T06:04:41.665" v="295" actId="1076"/>
          <ac:spMkLst>
            <pc:docMk/>
            <pc:sldMk cId="2479506630" sldId="1230"/>
            <ac:spMk id="26" creationId="{53CEF39A-4A90-FED2-C0D0-3A3CA6F1ABF9}"/>
          </ac:spMkLst>
        </pc:spChg>
        <pc:grpChg chg="mod">
          <ac:chgData name="Said Nabi Lecturer FCSE" userId="22162f9c-d122-430c-b6e9-ac8024b7b6c6" providerId="ADAL" clId="{F52FF6DB-E99F-2443-B41D-2F38D8B1FE95}" dt="2025-10-10T05:02:26.244" v="93"/>
          <ac:grpSpMkLst>
            <pc:docMk/>
            <pc:sldMk cId="2479506630" sldId="1230"/>
            <ac:grpSpMk id="22" creationId="{D1A0D633-E2A0-BA3A-8840-A341F5519A0C}"/>
          </ac:grpSpMkLst>
        </pc:grpChg>
        <pc:grpChg chg="mod">
          <ac:chgData name="Said Nabi Lecturer FCSE" userId="22162f9c-d122-430c-b6e9-ac8024b7b6c6" providerId="ADAL" clId="{F52FF6DB-E99F-2443-B41D-2F38D8B1FE95}" dt="2025-10-10T06:04:34.869" v="294" actId="1076"/>
          <ac:grpSpMkLst>
            <pc:docMk/>
            <pc:sldMk cId="2479506630" sldId="1230"/>
            <ac:grpSpMk id="65" creationId="{85221AAC-E33A-E15D-0923-1A5F10D90E86}"/>
          </ac:grpSpMkLst>
        </pc:grpChg>
        <pc:grpChg chg="mod">
          <ac:chgData name="Said Nabi Lecturer FCSE" userId="22162f9c-d122-430c-b6e9-ac8024b7b6c6" providerId="ADAL" clId="{F52FF6DB-E99F-2443-B41D-2F38D8B1FE95}" dt="2025-10-10T06:04:51.821" v="297" actId="1076"/>
          <ac:grpSpMkLst>
            <pc:docMk/>
            <pc:sldMk cId="2479506630" sldId="1230"/>
            <ac:grpSpMk id="85" creationId="{B432BF49-B1B4-82E3-315C-216B8079F6D2}"/>
          </ac:grpSpMkLst>
        </pc:grpChg>
        <pc:inkChg chg="add mod">
          <ac:chgData name="Said Nabi Lecturer FCSE" userId="22162f9c-d122-430c-b6e9-ac8024b7b6c6" providerId="ADAL" clId="{F52FF6DB-E99F-2443-B41D-2F38D8B1FE95}" dt="2025-10-10T05:02:26.244" v="93"/>
          <ac:inkMkLst>
            <pc:docMk/>
            <pc:sldMk cId="2479506630" sldId="1230"/>
            <ac:inkMk id="6" creationId="{0F4402F2-5FF9-AE14-FA53-84532524240B}"/>
          </ac:inkMkLst>
        </pc:inkChg>
        <pc:inkChg chg="add mod">
          <ac:chgData name="Said Nabi Lecturer FCSE" userId="22162f9c-d122-430c-b6e9-ac8024b7b6c6" providerId="ADAL" clId="{F52FF6DB-E99F-2443-B41D-2F38D8B1FE95}" dt="2025-10-10T05:02:26.244" v="93"/>
          <ac:inkMkLst>
            <pc:docMk/>
            <pc:sldMk cId="2479506630" sldId="1230"/>
            <ac:inkMk id="7" creationId="{55354926-BD63-9AAF-508C-8B3506A31222}"/>
          </ac:inkMkLst>
        </pc:inkChg>
        <pc:inkChg chg="add mod">
          <ac:chgData name="Said Nabi Lecturer FCSE" userId="22162f9c-d122-430c-b6e9-ac8024b7b6c6" providerId="ADAL" clId="{F52FF6DB-E99F-2443-B41D-2F38D8B1FE95}" dt="2025-10-10T05:02:26.244" v="93"/>
          <ac:inkMkLst>
            <pc:docMk/>
            <pc:sldMk cId="2479506630" sldId="1230"/>
            <ac:inkMk id="10" creationId="{A1C1C24C-83F9-EFD4-43D0-A1F6D49BE4C9}"/>
          </ac:inkMkLst>
        </pc:inkChg>
        <pc:inkChg chg="add mod">
          <ac:chgData name="Said Nabi Lecturer FCSE" userId="22162f9c-d122-430c-b6e9-ac8024b7b6c6" providerId="ADAL" clId="{F52FF6DB-E99F-2443-B41D-2F38D8B1FE95}" dt="2025-10-10T05:02:26.244" v="93"/>
          <ac:inkMkLst>
            <pc:docMk/>
            <pc:sldMk cId="2479506630" sldId="1230"/>
            <ac:inkMk id="13" creationId="{A89C6309-15D8-A541-E604-A03AE3A7742E}"/>
          </ac:inkMkLst>
        </pc:inkChg>
        <pc:inkChg chg="add mod">
          <ac:chgData name="Said Nabi Lecturer FCSE" userId="22162f9c-d122-430c-b6e9-ac8024b7b6c6" providerId="ADAL" clId="{F52FF6DB-E99F-2443-B41D-2F38D8B1FE95}" dt="2025-10-10T05:02:26.244" v="93"/>
          <ac:inkMkLst>
            <pc:docMk/>
            <pc:sldMk cId="2479506630" sldId="1230"/>
            <ac:inkMk id="16" creationId="{1141FB6C-1C95-D1DF-4C99-85A969DECC16}"/>
          </ac:inkMkLst>
        </pc:inkChg>
        <pc:inkChg chg="add mod">
          <ac:chgData name="Said Nabi Lecturer FCSE" userId="22162f9c-d122-430c-b6e9-ac8024b7b6c6" providerId="ADAL" clId="{F52FF6DB-E99F-2443-B41D-2F38D8B1FE95}" dt="2025-10-10T05:02:26.244" v="93"/>
          <ac:inkMkLst>
            <pc:docMk/>
            <pc:sldMk cId="2479506630" sldId="1230"/>
            <ac:inkMk id="19" creationId="{291817DD-8B01-B0C1-87D7-634551F77FDF}"/>
          </ac:inkMkLst>
        </pc:inkChg>
        <pc:inkChg chg="add">
          <ac:chgData name="Said Nabi Lecturer FCSE" userId="22162f9c-d122-430c-b6e9-ac8024b7b6c6" providerId="ADAL" clId="{F52FF6DB-E99F-2443-B41D-2F38D8B1FE95}" dt="2025-10-10T05:02:25.304" v="92" actId="9405"/>
          <ac:inkMkLst>
            <pc:docMk/>
            <pc:sldMk cId="2479506630" sldId="1230"/>
            <ac:inkMk id="20" creationId="{D7FFEFEA-10C9-5803-8625-78F078877BE7}"/>
          </ac:inkMkLst>
        </pc:inkChg>
        <pc:inkChg chg="add">
          <ac:chgData name="Said Nabi Lecturer FCSE" userId="22162f9c-d122-430c-b6e9-ac8024b7b6c6" providerId="ADAL" clId="{F52FF6DB-E99F-2443-B41D-2F38D8B1FE95}" dt="2025-10-10T05:02:30.412" v="94" actId="9405"/>
          <ac:inkMkLst>
            <pc:docMk/>
            <pc:sldMk cId="2479506630" sldId="1230"/>
            <ac:inkMk id="23" creationId="{24A2D8D8-08FB-34AB-F67D-174A83434379}"/>
          </ac:inkMkLst>
        </pc:inkChg>
        <pc:inkChg chg="add mod">
          <ac:chgData name="Said Nabi Lecturer FCSE" userId="22162f9c-d122-430c-b6e9-ac8024b7b6c6" providerId="ADAL" clId="{F52FF6DB-E99F-2443-B41D-2F38D8B1FE95}" dt="2025-10-10T05:26:41.016" v="250"/>
          <ac:inkMkLst>
            <pc:docMk/>
            <pc:sldMk cId="2479506630" sldId="1230"/>
            <ac:inkMk id="52" creationId="{CA94C11D-1100-0A48-0571-7E952870C5CB}"/>
          </ac:inkMkLst>
        </pc:inkChg>
        <pc:inkChg chg="add mod">
          <ac:chgData name="Said Nabi Lecturer FCSE" userId="22162f9c-d122-430c-b6e9-ac8024b7b6c6" providerId="ADAL" clId="{F52FF6DB-E99F-2443-B41D-2F38D8B1FE95}" dt="2025-10-10T05:26:41.016" v="250"/>
          <ac:inkMkLst>
            <pc:docMk/>
            <pc:sldMk cId="2479506630" sldId="1230"/>
            <ac:inkMk id="53" creationId="{29C1FC23-2F0E-BB25-03D3-CFD3D177AC1A}"/>
          </ac:inkMkLst>
        </pc:inkChg>
        <pc:inkChg chg="add mod">
          <ac:chgData name="Said Nabi Lecturer FCSE" userId="22162f9c-d122-430c-b6e9-ac8024b7b6c6" providerId="ADAL" clId="{F52FF6DB-E99F-2443-B41D-2F38D8B1FE95}" dt="2025-10-10T05:26:41.016" v="250"/>
          <ac:inkMkLst>
            <pc:docMk/>
            <pc:sldMk cId="2479506630" sldId="1230"/>
            <ac:inkMk id="56" creationId="{7C0327FA-AFA0-46FC-EEB1-B0FC628B4B72}"/>
          </ac:inkMkLst>
        </pc:inkChg>
        <pc:inkChg chg="add mod">
          <ac:chgData name="Said Nabi Lecturer FCSE" userId="22162f9c-d122-430c-b6e9-ac8024b7b6c6" providerId="ADAL" clId="{F52FF6DB-E99F-2443-B41D-2F38D8B1FE95}" dt="2025-10-10T05:26:41.016" v="250"/>
          <ac:inkMkLst>
            <pc:docMk/>
            <pc:sldMk cId="2479506630" sldId="1230"/>
            <ac:inkMk id="57" creationId="{DE38B83A-22D6-6024-FD79-8B68BADFAEDA}"/>
          </ac:inkMkLst>
        </pc:inkChg>
        <pc:inkChg chg="add mod">
          <ac:chgData name="Said Nabi Lecturer FCSE" userId="22162f9c-d122-430c-b6e9-ac8024b7b6c6" providerId="ADAL" clId="{F52FF6DB-E99F-2443-B41D-2F38D8B1FE95}" dt="2025-10-10T05:26:41.016" v="250"/>
          <ac:inkMkLst>
            <pc:docMk/>
            <pc:sldMk cId="2479506630" sldId="1230"/>
            <ac:inkMk id="60" creationId="{764B1857-C6FA-8EE7-7ADB-8FB34F1FBAF6}"/>
          </ac:inkMkLst>
        </pc:inkChg>
        <pc:inkChg chg="add mod">
          <ac:chgData name="Said Nabi Lecturer FCSE" userId="22162f9c-d122-430c-b6e9-ac8024b7b6c6" providerId="ADAL" clId="{F52FF6DB-E99F-2443-B41D-2F38D8B1FE95}" dt="2025-10-10T05:26:41.016" v="250"/>
          <ac:inkMkLst>
            <pc:docMk/>
            <pc:sldMk cId="2479506630" sldId="1230"/>
            <ac:inkMk id="63" creationId="{3DBA6E29-CEDF-0DAF-61C7-CC37DE100C7D}"/>
          </ac:inkMkLst>
        </pc:inkChg>
        <pc:inkChg chg="add mod">
          <ac:chgData name="Said Nabi Lecturer FCSE" userId="22162f9c-d122-430c-b6e9-ac8024b7b6c6" providerId="ADAL" clId="{F52FF6DB-E99F-2443-B41D-2F38D8B1FE95}" dt="2025-10-10T06:04:27.913" v="292" actId="1076"/>
          <ac:inkMkLst>
            <pc:docMk/>
            <pc:sldMk cId="2479506630" sldId="1230"/>
            <ac:inkMk id="66" creationId="{630614DD-6346-37A2-C197-2568CB91777A}"/>
          </ac:inkMkLst>
        </pc:inkChg>
        <pc:inkChg chg="add mod">
          <ac:chgData name="Said Nabi Lecturer FCSE" userId="22162f9c-d122-430c-b6e9-ac8024b7b6c6" providerId="ADAL" clId="{F52FF6DB-E99F-2443-B41D-2F38D8B1FE95}" dt="2025-10-10T06:04:51.821" v="297" actId="1076"/>
          <ac:inkMkLst>
            <pc:docMk/>
            <pc:sldMk cId="2479506630" sldId="1230"/>
            <ac:inkMk id="79" creationId="{1579DEC2-CCD2-501D-57D4-DBBF2590C630}"/>
          </ac:inkMkLst>
        </pc:inkChg>
        <pc:inkChg chg="add mod">
          <ac:chgData name="Said Nabi Lecturer FCSE" userId="22162f9c-d122-430c-b6e9-ac8024b7b6c6" providerId="ADAL" clId="{F52FF6DB-E99F-2443-B41D-2F38D8B1FE95}" dt="2025-10-10T06:04:51.821" v="297" actId="1076"/>
          <ac:inkMkLst>
            <pc:docMk/>
            <pc:sldMk cId="2479506630" sldId="1230"/>
            <ac:inkMk id="80" creationId="{EA05D005-9C57-B61B-B8C5-6A8D148AEB4D}"/>
          </ac:inkMkLst>
        </pc:inkChg>
        <pc:inkChg chg="add mod">
          <ac:chgData name="Said Nabi Lecturer FCSE" userId="22162f9c-d122-430c-b6e9-ac8024b7b6c6" providerId="ADAL" clId="{F52FF6DB-E99F-2443-B41D-2F38D8B1FE95}" dt="2025-10-10T06:03:08.828" v="278"/>
          <ac:inkMkLst>
            <pc:docMk/>
            <pc:sldMk cId="2479506630" sldId="1230"/>
            <ac:inkMk id="81" creationId="{CE68A567-DA87-9F8F-185E-0EC3B2566EFF}"/>
          </ac:inkMkLst>
        </pc:inkChg>
        <pc:inkChg chg="add mod">
          <ac:chgData name="Said Nabi Lecturer FCSE" userId="22162f9c-d122-430c-b6e9-ac8024b7b6c6" providerId="ADAL" clId="{F52FF6DB-E99F-2443-B41D-2F38D8B1FE95}" dt="2025-10-10T06:03:08.828" v="278"/>
          <ac:inkMkLst>
            <pc:docMk/>
            <pc:sldMk cId="2479506630" sldId="1230"/>
            <ac:inkMk id="82" creationId="{897CBBA7-65C1-8CB2-29B5-229768124B5A}"/>
          </ac:inkMkLst>
        </pc:inkChg>
        <pc:inkChg chg="add mod">
          <ac:chgData name="Said Nabi Lecturer FCSE" userId="22162f9c-d122-430c-b6e9-ac8024b7b6c6" providerId="ADAL" clId="{F52FF6DB-E99F-2443-B41D-2F38D8B1FE95}" dt="2025-10-10T06:03:08.828" v="278"/>
          <ac:inkMkLst>
            <pc:docMk/>
            <pc:sldMk cId="2479506630" sldId="1230"/>
            <ac:inkMk id="83" creationId="{B029FDE8-D687-C92B-A043-C99D3479743C}"/>
          </ac:inkMkLst>
        </pc:inkChg>
      </pc:sldChg>
      <pc:sldChg chg="modSp add mod ord">
        <pc:chgData name="Said Nabi Lecturer FCSE" userId="22162f9c-d122-430c-b6e9-ac8024b7b6c6" providerId="ADAL" clId="{F52FF6DB-E99F-2443-B41D-2F38D8B1FE95}" dt="2025-10-10T05:22:27.644" v="200" actId="1076"/>
        <pc:sldMkLst>
          <pc:docMk/>
          <pc:sldMk cId="4075216070" sldId="1231"/>
        </pc:sldMkLst>
        <pc:spChg chg="mod">
          <ac:chgData name="Said Nabi Lecturer FCSE" userId="22162f9c-d122-430c-b6e9-ac8024b7b6c6" providerId="ADAL" clId="{F52FF6DB-E99F-2443-B41D-2F38D8B1FE95}" dt="2025-10-10T05:22:27.644" v="200" actId="1076"/>
          <ac:spMkLst>
            <pc:docMk/>
            <pc:sldMk cId="4075216070" sldId="1231"/>
            <ac:spMk id="3" creationId="{4F2BE618-32C3-0C3C-82B3-FEAA7BD038C6}"/>
          </ac:spMkLst>
        </pc:spChg>
      </pc:sldChg>
      <pc:sldChg chg="modSp add mod">
        <pc:chgData name="Said Nabi Lecturer FCSE" userId="22162f9c-d122-430c-b6e9-ac8024b7b6c6" providerId="ADAL" clId="{F52FF6DB-E99F-2443-B41D-2F38D8B1FE95}" dt="2025-10-10T07:16:41.683" v="515" actId="20577"/>
        <pc:sldMkLst>
          <pc:docMk/>
          <pc:sldMk cId="441122211" sldId="1232"/>
        </pc:sldMkLst>
        <pc:spChg chg="mod">
          <ac:chgData name="Said Nabi Lecturer FCSE" userId="22162f9c-d122-430c-b6e9-ac8024b7b6c6" providerId="ADAL" clId="{F52FF6DB-E99F-2443-B41D-2F38D8B1FE95}" dt="2025-10-10T06:43:02.700" v="371" actId="207"/>
          <ac:spMkLst>
            <pc:docMk/>
            <pc:sldMk cId="441122211" sldId="1232"/>
            <ac:spMk id="3" creationId="{3B0C67A9-C98A-A325-A063-430AE159368C}"/>
          </ac:spMkLst>
        </pc:spChg>
        <pc:spChg chg="mod">
          <ac:chgData name="Said Nabi Lecturer FCSE" userId="22162f9c-d122-430c-b6e9-ac8024b7b6c6" providerId="ADAL" clId="{F52FF6DB-E99F-2443-B41D-2F38D8B1FE95}" dt="2025-10-10T07:16:41.683" v="515" actId="20577"/>
          <ac:spMkLst>
            <pc:docMk/>
            <pc:sldMk cId="441122211" sldId="1232"/>
            <ac:spMk id="28" creationId="{31CDC529-F9D2-3313-4539-70605EE9907C}"/>
          </ac:spMkLst>
        </pc:spChg>
      </pc:sldChg>
      <pc:sldChg chg="modSp add mod">
        <pc:chgData name="Said Nabi Lecturer FCSE" userId="22162f9c-d122-430c-b6e9-ac8024b7b6c6" providerId="ADAL" clId="{F52FF6DB-E99F-2443-B41D-2F38D8B1FE95}" dt="2025-10-10T07:16:32.110" v="514" actId="20577"/>
        <pc:sldMkLst>
          <pc:docMk/>
          <pc:sldMk cId="2766890369" sldId="1233"/>
        </pc:sldMkLst>
        <pc:spChg chg="mod">
          <ac:chgData name="Said Nabi Lecturer FCSE" userId="22162f9c-d122-430c-b6e9-ac8024b7b6c6" providerId="ADAL" clId="{F52FF6DB-E99F-2443-B41D-2F38D8B1FE95}" dt="2025-10-10T06:48:41.272" v="432" actId="207"/>
          <ac:spMkLst>
            <pc:docMk/>
            <pc:sldMk cId="2766890369" sldId="1233"/>
            <ac:spMk id="3" creationId="{02206BBC-7298-51AA-45C8-FBE05F5AFB88}"/>
          </ac:spMkLst>
        </pc:spChg>
        <pc:spChg chg="mod">
          <ac:chgData name="Said Nabi Lecturer FCSE" userId="22162f9c-d122-430c-b6e9-ac8024b7b6c6" providerId="ADAL" clId="{F52FF6DB-E99F-2443-B41D-2F38D8B1FE95}" dt="2025-10-10T07:16:32.110" v="514" actId="20577"/>
          <ac:spMkLst>
            <pc:docMk/>
            <pc:sldMk cId="2766890369" sldId="1233"/>
            <ac:spMk id="28" creationId="{6CA69A64-BD56-D357-D101-4484371509AA}"/>
          </ac:spMkLst>
        </pc:spChg>
      </pc:sldChg>
      <pc:sldChg chg="modSp add mod">
        <pc:chgData name="Said Nabi Lecturer FCSE" userId="22162f9c-d122-430c-b6e9-ac8024b7b6c6" providerId="ADAL" clId="{F52FF6DB-E99F-2443-B41D-2F38D8B1FE95}" dt="2025-10-10T07:16:16.515" v="499" actId="20577"/>
        <pc:sldMkLst>
          <pc:docMk/>
          <pc:sldMk cId="450793791" sldId="1234"/>
        </pc:sldMkLst>
        <pc:spChg chg="mod">
          <ac:chgData name="Said Nabi Lecturer FCSE" userId="22162f9c-d122-430c-b6e9-ac8024b7b6c6" providerId="ADAL" clId="{F52FF6DB-E99F-2443-B41D-2F38D8B1FE95}" dt="2025-10-10T06:52:42.551" v="461" actId="207"/>
          <ac:spMkLst>
            <pc:docMk/>
            <pc:sldMk cId="450793791" sldId="1234"/>
            <ac:spMk id="3" creationId="{41D21A28-8370-271E-7BFE-5B319C596C00}"/>
          </ac:spMkLst>
        </pc:spChg>
        <pc:spChg chg="mod">
          <ac:chgData name="Said Nabi Lecturer FCSE" userId="22162f9c-d122-430c-b6e9-ac8024b7b6c6" providerId="ADAL" clId="{F52FF6DB-E99F-2443-B41D-2F38D8B1FE95}" dt="2025-10-10T07:16:16.515" v="499" actId="20577"/>
          <ac:spMkLst>
            <pc:docMk/>
            <pc:sldMk cId="450793791" sldId="1234"/>
            <ac:spMk id="28" creationId="{E49C9C79-319E-CDE7-3DC4-B508E9658833}"/>
          </ac:spMkLst>
        </pc:spChg>
      </pc:sldChg>
      <pc:sldChg chg="modSp add mod">
        <pc:chgData name="Said Nabi Lecturer FCSE" userId="22162f9c-d122-430c-b6e9-ac8024b7b6c6" providerId="ADAL" clId="{F52FF6DB-E99F-2443-B41D-2F38D8B1FE95}" dt="2025-10-10T07:16:02.248" v="484" actId="20577"/>
        <pc:sldMkLst>
          <pc:docMk/>
          <pc:sldMk cId="3519533585" sldId="1235"/>
        </pc:sldMkLst>
        <pc:spChg chg="mod">
          <ac:chgData name="Said Nabi Lecturer FCSE" userId="22162f9c-d122-430c-b6e9-ac8024b7b6c6" providerId="ADAL" clId="{F52FF6DB-E99F-2443-B41D-2F38D8B1FE95}" dt="2025-10-10T06:58:56.612" v="478" actId="207"/>
          <ac:spMkLst>
            <pc:docMk/>
            <pc:sldMk cId="3519533585" sldId="1235"/>
            <ac:spMk id="3" creationId="{124F659E-E647-C9D8-59CF-FF8DE6B9B6C9}"/>
          </ac:spMkLst>
        </pc:spChg>
        <pc:spChg chg="mod">
          <ac:chgData name="Said Nabi Lecturer FCSE" userId="22162f9c-d122-430c-b6e9-ac8024b7b6c6" providerId="ADAL" clId="{F52FF6DB-E99F-2443-B41D-2F38D8B1FE95}" dt="2025-10-10T07:16:02.248" v="484" actId="20577"/>
          <ac:spMkLst>
            <pc:docMk/>
            <pc:sldMk cId="3519533585" sldId="1235"/>
            <ac:spMk id="28" creationId="{E0B7696A-0FDE-23DB-5DFF-D04CF04E7D48}"/>
          </ac:spMkLst>
        </pc:spChg>
      </pc:sldChg>
      <pc:sldChg chg="addSp delSp modSp new mod modAnim">
        <pc:chgData name="Said Nabi Lecturer FCSE" userId="22162f9c-d122-430c-b6e9-ac8024b7b6c6" providerId="ADAL" clId="{F52FF6DB-E99F-2443-B41D-2F38D8B1FE95}" dt="2025-10-10T07:25:32.533" v="614" actId="20577"/>
        <pc:sldMkLst>
          <pc:docMk/>
          <pc:sldMk cId="1678258991" sldId="1236"/>
        </pc:sldMkLst>
        <pc:spChg chg="add mod">
          <ac:chgData name="Said Nabi Lecturer FCSE" userId="22162f9c-d122-430c-b6e9-ac8024b7b6c6" providerId="ADAL" clId="{F52FF6DB-E99F-2443-B41D-2F38D8B1FE95}" dt="2025-10-10T07:22:06.535" v="530" actId="20577"/>
          <ac:spMkLst>
            <pc:docMk/>
            <pc:sldMk cId="1678258991" sldId="1236"/>
            <ac:spMk id="4" creationId="{64D0F075-15D0-8EC2-2EDF-EDD3101F1C8C}"/>
          </ac:spMkLst>
        </pc:spChg>
        <pc:graphicFrameChg chg="add mod modGraphic">
          <ac:chgData name="Said Nabi Lecturer FCSE" userId="22162f9c-d122-430c-b6e9-ac8024b7b6c6" providerId="ADAL" clId="{F52FF6DB-E99F-2443-B41D-2F38D8B1FE95}" dt="2025-10-10T07:25:32.533" v="614" actId="20577"/>
          <ac:graphicFrameMkLst>
            <pc:docMk/>
            <pc:sldMk cId="1678258991" sldId="1236"/>
            <ac:graphicFrameMk id="6" creationId="{90189EB5-AE11-779B-ABB4-2951B14F41FB}"/>
          </ac:graphicFrameMkLst>
        </pc:graphicFrameChg>
      </pc:sldChg>
    </pc:docChg>
  </pc:docChgLst>
  <pc:docChgLst>
    <pc:chgData name="Said Nabi Lecturer FCSE" userId="S::said.nabi@giki.edu.pk::22162f9c-d122-430c-b6e9-ac8024b7b6c6" providerId="AD" clId="Web-{59C0914A-C8A1-D643-03E1-0425932919D5}"/>
    <pc:docChg chg="delSld modSld">
      <pc:chgData name="Said Nabi Lecturer FCSE" userId="S::said.nabi@giki.edu.pk::22162f9c-d122-430c-b6e9-ac8024b7b6c6" providerId="AD" clId="Web-{59C0914A-C8A1-D643-03E1-0425932919D5}" dt="2025-09-11T02:13:02.346" v="75"/>
      <pc:docMkLst>
        <pc:docMk/>
      </pc:docMkLst>
      <pc:sldChg chg="modSp">
        <pc:chgData name="Said Nabi Lecturer FCSE" userId="S::said.nabi@giki.edu.pk::22162f9c-d122-430c-b6e9-ac8024b7b6c6" providerId="AD" clId="Web-{59C0914A-C8A1-D643-03E1-0425932919D5}" dt="2025-09-11T01:27:03.232" v="6" actId="20577"/>
        <pc:sldMkLst>
          <pc:docMk/>
          <pc:sldMk cId="1358618617" sldId="1118"/>
        </pc:sldMkLst>
      </pc:sldChg>
      <pc:sldChg chg="delSp modSp">
        <pc:chgData name="Said Nabi Lecturer FCSE" userId="S::said.nabi@giki.edu.pk::22162f9c-d122-430c-b6e9-ac8024b7b6c6" providerId="AD" clId="Web-{59C0914A-C8A1-D643-03E1-0425932919D5}" dt="2025-09-11T01:28:10.452" v="30"/>
        <pc:sldMkLst>
          <pc:docMk/>
          <pc:sldMk cId="2943906399" sldId="1119"/>
        </pc:sldMkLst>
      </pc:sldChg>
      <pc:sldChg chg="addSp modSp addAnim modAnim">
        <pc:chgData name="Said Nabi Lecturer FCSE" userId="S::said.nabi@giki.edu.pk::22162f9c-d122-430c-b6e9-ac8024b7b6c6" providerId="AD" clId="Web-{59C0914A-C8A1-D643-03E1-0425932919D5}" dt="2025-09-11T01:34:24.740" v="48"/>
        <pc:sldMkLst>
          <pc:docMk/>
          <pc:sldMk cId="329633590" sldId="1122"/>
        </pc:sldMkLst>
      </pc:sldChg>
      <pc:sldChg chg="del">
        <pc:chgData name="Said Nabi Lecturer FCSE" userId="S::said.nabi@giki.edu.pk::22162f9c-d122-430c-b6e9-ac8024b7b6c6" providerId="AD" clId="Web-{59C0914A-C8A1-D643-03E1-0425932919D5}" dt="2025-09-11T02:09:46.741" v="49"/>
        <pc:sldMkLst>
          <pc:docMk/>
          <pc:sldMk cId="2422897736" sldId="1127"/>
        </pc:sldMkLst>
      </pc:sldChg>
      <pc:sldChg chg="addAnim delAnim">
        <pc:chgData name="Said Nabi Lecturer FCSE" userId="S::said.nabi@giki.edu.pk::22162f9c-d122-430c-b6e9-ac8024b7b6c6" providerId="AD" clId="Web-{59C0914A-C8A1-D643-03E1-0425932919D5}" dt="2025-09-11T02:11:38.217" v="63"/>
        <pc:sldMkLst>
          <pc:docMk/>
          <pc:sldMk cId="2896715979" sldId="1128"/>
        </pc:sldMkLst>
      </pc:sldChg>
      <pc:sldChg chg="addAnim delAnim">
        <pc:chgData name="Said Nabi Lecturer FCSE" userId="S::said.nabi@giki.edu.pk::22162f9c-d122-430c-b6e9-ac8024b7b6c6" providerId="AD" clId="Web-{59C0914A-C8A1-D643-03E1-0425932919D5}" dt="2025-09-11T02:11:12.793" v="60"/>
        <pc:sldMkLst>
          <pc:docMk/>
          <pc:sldMk cId="593302822" sldId="1129"/>
        </pc:sldMkLst>
      </pc:sldChg>
      <pc:sldChg chg="modSp addAnim delAnim">
        <pc:chgData name="Said Nabi Lecturer FCSE" userId="S::said.nabi@giki.edu.pk::22162f9c-d122-430c-b6e9-ac8024b7b6c6" providerId="AD" clId="Web-{59C0914A-C8A1-D643-03E1-0425932919D5}" dt="2025-09-11T02:10:58.683" v="58"/>
        <pc:sldMkLst>
          <pc:docMk/>
          <pc:sldMk cId="3178279793" sldId="1130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1:49.639" v="64"/>
        <pc:sldMkLst>
          <pc:docMk/>
          <pc:sldMk cId="2303797746" sldId="1131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2:00.671" v="66"/>
        <pc:sldMkLst>
          <pc:docMk/>
          <pc:sldMk cId="2144598065" sldId="1132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2:10.812" v="67"/>
        <pc:sldMkLst>
          <pc:docMk/>
          <pc:sldMk cId="3198496999" sldId="1133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2:30.907" v="69"/>
        <pc:sldMkLst>
          <pc:docMk/>
          <pc:sldMk cId="1218247055" sldId="1134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2:41.892" v="71"/>
        <pc:sldMkLst>
          <pc:docMk/>
          <pc:sldMk cId="872205297" sldId="1135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2:51.970" v="73"/>
        <pc:sldMkLst>
          <pc:docMk/>
          <pc:sldMk cId="403607528" sldId="1136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3:02.346" v="75"/>
        <pc:sldMkLst>
          <pc:docMk/>
          <pc:sldMk cId="248812704" sldId="1137"/>
        </pc:sldMkLst>
      </pc:sldChg>
    </pc:docChg>
  </pc:docChgLst>
  <pc:docChgLst>
    <pc:chgData name="Said Nabi Lecturer FCSE" userId="22162f9c-d122-430c-b6e9-ac8024b7b6c6" providerId="ADAL" clId="{9D932A2B-8937-0E46-8EEC-AF8F40809BC3}"/>
    <pc:docChg chg="undo custSel addSld delSld modSld sldOrd">
      <pc:chgData name="Said Nabi Lecturer FCSE" userId="22162f9c-d122-430c-b6e9-ac8024b7b6c6" providerId="ADAL" clId="{9D932A2B-8937-0E46-8EEC-AF8F40809BC3}" dt="2025-09-01T05:25:54.924" v="3753" actId="20577"/>
      <pc:docMkLst>
        <pc:docMk/>
      </pc:docMkLst>
      <pc:sldChg chg="delSp modSp add mod setBg">
        <pc:chgData name="Said Nabi Lecturer FCSE" userId="22162f9c-d122-430c-b6e9-ac8024b7b6c6" providerId="ADAL" clId="{9D932A2B-8937-0E46-8EEC-AF8F40809BC3}" dt="2025-08-15T06:28:58.397" v="1334" actId="1076"/>
        <pc:sldMkLst>
          <pc:docMk/>
          <pc:sldMk cId="0" sldId="256"/>
        </pc:sldMkLst>
      </pc:sldChg>
      <pc:sldChg chg="del">
        <pc:chgData name="Said Nabi Lecturer FCSE" userId="22162f9c-d122-430c-b6e9-ac8024b7b6c6" providerId="ADAL" clId="{9D932A2B-8937-0E46-8EEC-AF8F40809BC3}" dt="2025-08-06T06:00:52.921" v="5" actId="2696"/>
        <pc:sldMkLst>
          <pc:docMk/>
          <pc:sldMk cId="2159181478" sldId="256"/>
        </pc:sldMkLst>
      </pc:sldChg>
      <pc:sldChg chg="modSp add mod setBg">
        <pc:chgData name="Said Nabi Lecturer FCSE" userId="22162f9c-d122-430c-b6e9-ac8024b7b6c6" providerId="ADAL" clId="{9D932A2B-8937-0E46-8EEC-AF8F40809BC3}" dt="2025-08-15T06:06:19.336" v="1177" actId="1038"/>
        <pc:sldMkLst>
          <pc:docMk/>
          <pc:sldMk cId="0" sldId="257"/>
        </pc:sldMkLst>
      </pc:sldChg>
      <pc:sldChg chg="modSp add mod setBg">
        <pc:chgData name="Said Nabi Lecturer FCSE" userId="22162f9c-d122-430c-b6e9-ac8024b7b6c6" providerId="ADAL" clId="{9D932A2B-8937-0E46-8EEC-AF8F40809BC3}" dt="2025-08-15T06:06:40.408" v="1188" actId="1037"/>
        <pc:sldMkLst>
          <pc:docMk/>
          <pc:sldMk cId="0" sldId="258"/>
        </pc:sldMkLst>
      </pc:sldChg>
      <pc:sldChg chg="delSp modSp add mod">
        <pc:chgData name="Said Nabi Lecturer FCSE" userId="22162f9c-d122-430c-b6e9-ac8024b7b6c6" providerId="ADAL" clId="{9D932A2B-8937-0E46-8EEC-AF8F40809BC3}" dt="2025-08-31T02:55:56.855" v="2555" actId="14100"/>
        <pc:sldMkLst>
          <pc:docMk/>
          <pc:sldMk cId="4168114847" sldId="259"/>
        </pc:sldMkLst>
      </pc:sldChg>
      <pc:sldChg chg="addSp delSp modSp add mod ord setBg">
        <pc:chgData name="Said Nabi Lecturer FCSE" userId="22162f9c-d122-430c-b6e9-ac8024b7b6c6" providerId="ADAL" clId="{9D932A2B-8937-0E46-8EEC-AF8F40809BC3}" dt="2025-08-15T05:54:46.775" v="1152" actId="20578"/>
        <pc:sldMkLst>
          <pc:docMk/>
          <pc:sldMk cId="0" sldId="260"/>
        </pc:sldMkLst>
      </pc:sldChg>
      <pc:sldChg chg="add del">
        <pc:chgData name="Said Nabi Lecturer FCSE" userId="22162f9c-d122-430c-b6e9-ac8024b7b6c6" providerId="ADAL" clId="{9D932A2B-8937-0E46-8EEC-AF8F40809BC3}" dt="2025-08-06T06:00:48.768" v="4" actId="2696"/>
        <pc:sldMkLst>
          <pc:docMk/>
          <pc:sldMk cId="301955644" sldId="260"/>
        </pc:sldMkLst>
      </pc:sldChg>
      <pc:sldChg chg="add setBg">
        <pc:chgData name="Said Nabi Lecturer FCSE" userId="22162f9c-d122-430c-b6e9-ac8024b7b6c6" providerId="ADAL" clId="{9D932A2B-8937-0E46-8EEC-AF8F40809BC3}" dt="2025-08-15T05:50:48.650" v="1048"/>
        <pc:sldMkLst>
          <pc:docMk/>
          <pc:sldMk cId="0" sldId="261"/>
        </pc:sldMkLst>
      </pc:sldChg>
      <pc:sldChg chg="add setBg">
        <pc:chgData name="Said Nabi Lecturer FCSE" userId="22162f9c-d122-430c-b6e9-ac8024b7b6c6" providerId="ADAL" clId="{9D932A2B-8937-0E46-8EEC-AF8F40809BC3}" dt="2025-08-15T05:50:48.650" v="1048"/>
        <pc:sldMkLst>
          <pc:docMk/>
          <pc:sldMk cId="0" sldId="262"/>
        </pc:sldMkLst>
      </pc:sldChg>
      <pc:sldChg chg="add setBg">
        <pc:chgData name="Said Nabi Lecturer FCSE" userId="22162f9c-d122-430c-b6e9-ac8024b7b6c6" providerId="ADAL" clId="{9D932A2B-8937-0E46-8EEC-AF8F40809BC3}" dt="2025-08-15T05:50:48.650" v="1048"/>
        <pc:sldMkLst>
          <pc:docMk/>
          <pc:sldMk cId="0" sldId="263"/>
        </pc:sldMkLst>
      </pc:sldChg>
      <pc:sldChg chg="add setBg">
        <pc:chgData name="Said Nabi Lecturer FCSE" userId="22162f9c-d122-430c-b6e9-ac8024b7b6c6" providerId="ADAL" clId="{9D932A2B-8937-0E46-8EEC-AF8F40809BC3}" dt="2025-08-15T05:50:48.650" v="1048"/>
        <pc:sldMkLst>
          <pc:docMk/>
          <pc:sldMk cId="0" sldId="264"/>
        </pc:sldMkLst>
      </pc:sldChg>
      <pc:sldChg chg="add setBg">
        <pc:chgData name="Said Nabi Lecturer FCSE" userId="22162f9c-d122-430c-b6e9-ac8024b7b6c6" providerId="ADAL" clId="{9D932A2B-8937-0E46-8EEC-AF8F40809BC3}" dt="2025-08-15T05:50:48.650" v="1048"/>
        <pc:sldMkLst>
          <pc:docMk/>
          <pc:sldMk cId="0" sldId="265"/>
        </pc:sldMkLst>
      </pc:sldChg>
      <pc:sldChg chg="delSp modSp add mod setBg">
        <pc:chgData name="Said Nabi Lecturer FCSE" userId="22162f9c-d122-430c-b6e9-ac8024b7b6c6" providerId="ADAL" clId="{9D932A2B-8937-0E46-8EEC-AF8F40809BC3}" dt="2025-08-15T07:37:36.307" v="1678" actId="478"/>
        <pc:sldMkLst>
          <pc:docMk/>
          <pc:sldMk cId="0" sldId="266"/>
        </pc:sldMkLst>
      </pc:sldChg>
      <pc:sldChg chg="add setBg">
        <pc:chgData name="Said Nabi Lecturer FCSE" userId="22162f9c-d122-430c-b6e9-ac8024b7b6c6" providerId="ADAL" clId="{9D932A2B-8937-0E46-8EEC-AF8F40809BC3}" dt="2025-08-15T05:50:48.650" v="1048"/>
        <pc:sldMkLst>
          <pc:docMk/>
          <pc:sldMk cId="0" sldId="267"/>
        </pc:sldMkLst>
      </pc:sldChg>
      <pc:sldChg chg="modSp add mod setBg">
        <pc:chgData name="Said Nabi Lecturer FCSE" userId="22162f9c-d122-430c-b6e9-ac8024b7b6c6" providerId="ADAL" clId="{9D932A2B-8937-0E46-8EEC-AF8F40809BC3}" dt="2025-08-15T06:19:14.360" v="1248" actId="1037"/>
        <pc:sldMkLst>
          <pc:docMk/>
          <pc:sldMk cId="0" sldId="268"/>
        </pc:sldMkLst>
      </pc:sldChg>
      <pc:sldChg chg="modSp add mod setBg">
        <pc:chgData name="Said Nabi Lecturer FCSE" userId="22162f9c-d122-430c-b6e9-ac8024b7b6c6" providerId="ADAL" clId="{9D932A2B-8937-0E46-8EEC-AF8F40809BC3}" dt="2025-08-15T06:19:44.424" v="1250" actId="1076"/>
        <pc:sldMkLst>
          <pc:docMk/>
          <pc:sldMk cId="0" sldId="269"/>
        </pc:sldMkLst>
      </pc:sldChg>
      <pc:sldChg chg="modSp add mod setBg">
        <pc:chgData name="Said Nabi Lecturer FCSE" userId="22162f9c-d122-430c-b6e9-ac8024b7b6c6" providerId="ADAL" clId="{9D932A2B-8937-0E46-8EEC-AF8F40809BC3}" dt="2025-08-15T06:20:01.639" v="1251" actId="1076"/>
        <pc:sldMkLst>
          <pc:docMk/>
          <pc:sldMk cId="0" sldId="270"/>
        </pc:sldMkLst>
      </pc:sldChg>
      <pc:sldChg chg="modSp add mod setBg">
        <pc:chgData name="Said Nabi Lecturer FCSE" userId="22162f9c-d122-430c-b6e9-ac8024b7b6c6" providerId="ADAL" clId="{9D932A2B-8937-0E46-8EEC-AF8F40809BC3}" dt="2025-08-15T06:20:12.437" v="1263" actId="1037"/>
        <pc:sldMkLst>
          <pc:docMk/>
          <pc:sldMk cId="0" sldId="271"/>
        </pc:sldMkLst>
      </pc:sldChg>
      <pc:sldChg chg="addSp delSp modSp add mod setBg">
        <pc:chgData name="Said Nabi Lecturer FCSE" userId="22162f9c-d122-430c-b6e9-ac8024b7b6c6" providerId="ADAL" clId="{9D932A2B-8937-0E46-8EEC-AF8F40809BC3}" dt="2025-08-15T06:25:31.598" v="1269" actId="1076"/>
        <pc:sldMkLst>
          <pc:docMk/>
          <pc:sldMk cId="0" sldId="272"/>
        </pc:sldMkLst>
      </pc:sldChg>
      <pc:sldChg chg="modSp add mod setBg">
        <pc:chgData name="Said Nabi Lecturer FCSE" userId="22162f9c-d122-430c-b6e9-ac8024b7b6c6" providerId="ADAL" clId="{9D932A2B-8937-0E46-8EEC-AF8F40809BC3}" dt="2025-08-15T06:26:12.266" v="1273" actId="1076"/>
        <pc:sldMkLst>
          <pc:docMk/>
          <pc:sldMk cId="0" sldId="273"/>
        </pc:sldMkLst>
      </pc:sldChg>
      <pc:sldChg chg="addSp delSp modSp add mod setBg">
        <pc:chgData name="Said Nabi Lecturer FCSE" userId="22162f9c-d122-430c-b6e9-ac8024b7b6c6" providerId="ADAL" clId="{9D932A2B-8937-0E46-8EEC-AF8F40809BC3}" dt="2025-08-15T06:26:57.765" v="1289"/>
        <pc:sldMkLst>
          <pc:docMk/>
          <pc:sldMk cId="0" sldId="274"/>
        </pc:sldMkLst>
      </pc:sldChg>
      <pc:sldChg chg="add setBg">
        <pc:chgData name="Said Nabi Lecturer FCSE" userId="22162f9c-d122-430c-b6e9-ac8024b7b6c6" providerId="ADAL" clId="{9D932A2B-8937-0E46-8EEC-AF8F40809BC3}" dt="2025-08-15T06:05:54.231" v="1153"/>
        <pc:sldMkLst>
          <pc:docMk/>
          <pc:sldMk cId="0" sldId="275"/>
        </pc:sldMkLst>
      </pc:sldChg>
      <pc:sldChg chg="modSp add mod setBg">
        <pc:chgData name="Said Nabi Lecturer FCSE" userId="22162f9c-d122-430c-b6e9-ac8024b7b6c6" providerId="ADAL" clId="{9D932A2B-8937-0E46-8EEC-AF8F40809BC3}" dt="2025-08-15T06:27:25.148" v="1296" actId="1076"/>
        <pc:sldMkLst>
          <pc:docMk/>
          <pc:sldMk cId="0" sldId="276"/>
        </pc:sldMkLst>
      </pc:sldChg>
      <pc:sldChg chg="modSp add mod setBg">
        <pc:chgData name="Said Nabi Lecturer FCSE" userId="22162f9c-d122-430c-b6e9-ac8024b7b6c6" providerId="ADAL" clId="{9D932A2B-8937-0E46-8EEC-AF8F40809BC3}" dt="2025-08-15T06:27:36.284" v="1309" actId="1037"/>
        <pc:sldMkLst>
          <pc:docMk/>
          <pc:sldMk cId="0" sldId="277"/>
        </pc:sldMkLst>
      </pc:sldChg>
      <pc:sldChg chg="modSp add mod setBg">
        <pc:chgData name="Said Nabi Lecturer FCSE" userId="22162f9c-d122-430c-b6e9-ac8024b7b6c6" providerId="ADAL" clId="{9D932A2B-8937-0E46-8EEC-AF8F40809BC3}" dt="2025-08-15T06:27:51.432" v="1311" actId="1076"/>
        <pc:sldMkLst>
          <pc:docMk/>
          <pc:sldMk cId="0" sldId="278"/>
        </pc:sldMkLst>
      </pc:sldChg>
      <pc:sldChg chg="addSp delSp modSp add mod setBg">
        <pc:chgData name="Said Nabi Lecturer FCSE" userId="22162f9c-d122-430c-b6e9-ac8024b7b6c6" providerId="ADAL" clId="{9D932A2B-8937-0E46-8EEC-AF8F40809BC3}" dt="2025-08-15T06:40:22.853" v="1336" actId="22"/>
        <pc:sldMkLst>
          <pc:docMk/>
          <pc:sldMk cId="0" sldId="279"/>
        </pc:sldMkLst>
      </pc:sldChg>
      <pc:sldChg chg="add del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280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281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282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283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284"/>
        </pc:sldMkLst>
      </pc:sldChg>
      <pc:sldChg chg="add del setBg">
        <pc:chgData name="Said Nabi Lecturer FCSE" userId="22162f9c-d122-430c-b6e9-ac8024b7b6c6" providerId="ADAL" clId="{9D932A2B-8937-0E46-8EEC-AF8F40809BC3}" dt="2025-08-15T07:54:30.337" v="1725" actId="2696"/>
        <pc:sldMkLst>
          <pc:docMk/>
          <pc:sldMk cId="0" sldId="285"/>
        </pc:sldMkLst>
      </pc:sldChg>
      <pc:sldChg chg="modSp ord">
        <pc:chgData name="Said Nabi Lecturer FCSE" userId="22162f9c-d122-430c-b6e9-ac8024b7b6c6" providerId="ADAL" clId="{9D932A2B-8937-0E46-8EEC-AF8F40809BC3}" dt="2025-08-11T07:31:47.021" v="311" actId="20578"/>
        <pc:sldMkLst>
          <pc:docMk/>
          <pc:sldMk cId="2858188275" sldId="328"/>
        </pc:sldMkLst>
      </pc:sldChg>
      <pc:sldChg chg="addSp delSp modSp mod ord modAnim modNotesTx">
        <pc:chgData name="Said Nabi Lecturer FCSE" userId="22162f9c-d122-430c-b6e9-ac8024b7b6c6" providerId="ADAL" clId="{9D932A2B-8937-0E46-8EEC-AF8F40809BC3}" dt="2025-08-07T11:09:02.362" v="295" actId="20577"/>
        <pc:sldMkLst>
          <pc:docMk/>
          <pc:sldMk cId="3509597669" sldId="330"/>
        </pc:sldMkLst>
      </pc:sldChg>
      <pc:sldChg chg="modSp add mod">
        <pc:chgData name="Said Nabi Lecturer FCSE" userId="22162f9c-d122-430c-b6e9-ac8024b7b6c6" providerId="ADAL" clId="{9D932A2B-8937-0E46-8EEC-AF8F40809BC3}" dt="2025-08-15T07:01:56.543" v="1509" actId="1076"/>
        <pc:sldMkLst>
          <pc:docMk/>
          <pc:sldMk cId="1981606100" sldId="332"/>
        </pc:sldMkLst>
      </pc:sldChg>
      <pc:sldChg chg="del">
        <pc:chgData name="Said Nabi Lecturer FCSE" userId="22162f9c-d122-430c-b6e9-ac8024b7b6c6" providerId="ADAL" clId="{9D932A2B-8937-0E46-8EEC-AF8F40809BC3}" dt="2025-08-15T06:59:30.012" v="1475" actId="2696"/>
        <pc:sldMkLst>
          <pc:docMk/>
          <pc:sldMk cId="2250625989" sldId="332"/>
        </pc:sldMkLst>
      </pc:sldChg>
      <pc:sldChg chg="del">
        <pc:chgData name="Said Nabi Lecturer FCSE" userId="22162f9c-d122-430c-b6e9-ac8024b7b6c6" providerId="ADAL" clId="{9D932A2B-8937-0E46-8EEC-AF8F40809BC3}" dt="2025-08-15T06:57:00.342" v="1467" actId="2696"/>
        <pc:sldMkLst>
          <pc:docMk/>
          <pc:sldMk cId="1399422341" sldId="335"/>
        </pc:sldMkLst>
      </pc:sldChg>
      <pc:sldChg chg="modSp add mod">
        <pc:chgData name="Said Nabi Lecturer FCSE" userId="22162f9c-d122-430c-b6e9-ac8024b7b6c6" providerId="ADAL" clId="{9D932A2B-8937-0E46-8EEC-AF8F40809BC3}" dt="2025-08-15T06:57:41.078" v="1470" actId="108"/>
        <pc:sldMkLst>
          <pc:docMk/>
          <pc:sldMk cId="2105313990" sldId="335"/>
        </pc:sldMkLst>
      </pc:sldChg>
      <pc:sldChg chg="addSp mod">
        <pc:chgData name="Said Nabi Lecturer FCSE" userId="22162f9c-d122-430c-b6e9-ac8024b7b6c6" providerId="ADAL" clId="{9D932A2B-8937-0E46-8EEC-AF8F40809BC3}" dt="2025-08-07T10:42:52.328" v="181" actId="22"/>
        <pc:sldMkLst>
          <pc:docMk/>
          <pc:sldMk cId="3278994052" sldId="354"/>
        </pc:sldMkLst>
      </pc:sldChg>
      <pc:sldChg chg="addSp delSp modSp mod delAnim modAnim">
        <pc:chgData name="Said Nabi Lecturer FCSE" userId="22162f9c-d122-430c-b6e9-ac8024b7b6c6" providerId="ADAL" clId="{9D932A2B-8937-0E46-8EEC-AF8F40809BC3}" dt="2025-08-14T07:31:52.519" v="878" actId="1038"/>
        <pc:sldMkLst>
          <pc:docMk/>
          <pc:sldMk cId="2157595783" sldId="357"/>
        </pc:sldMkLst>
      </pc:sldChg>
      <pc:sldChg chg="addSp delSp modSp mod">
        <pc:chgData name="Said Nabi Lecturer FCSE" userId="22162f9c-d122-430c-b6e9-ac8024b7b6c6" providerId="ADAL" clId="{9D932A2B-8937-0E46-8EEC-AF8F40809BC3}" dt="2025-08-07T10:36:04.067" v="180" actId="22"/>
        <pc:sldMkLst>
          <pc:docMk/>
          <pc:sldMk cId="2592197823" sldId="381"/>
        </pc:sldMkLst>
      </pc:sldChg>
      <pc:sldChg chg="add">
        <pc:chgData name="Said Nabi Lecturer FCSE" userId="22162f9c-d122-430c-b6e9-ac8024b7b6c6" providerId="ADAL" clId="{9D932A2B-8937-0E46-8EEC-AF8F40809BC3}" dt="2025-08-06T06:00:45.899" v="0"/>
        <pc:sldMkLst>
          <pc:docMk/>
          <pc:sldMk cId="1696953445" sldId="384"/>
        </pc:sldMkLst>
      </pc:sldChg>
      <pc:sldChg chg="delSp modSp add mod">
        <pc:chgData name="Said Nabi Lecturer FCSE" userId="22162f9c-d122-430c-b6e9-ac8024b7b6c6" providerId="ADAL" clId="{9D932A2B-8937-0E46-8EEC-AF8F40809BC3}" dt="2025-08-31T02:14:36.141" v="2105" actId="14100"/>
        <pc:sldMkLst>
          <pc:docMk/>
          <pc:sldMk cId="939810064" sldId="626"/>
        </pc:sldMkLst>
      </pc:sldChg>
      <pc:sldChg chg="add">
        <pc:chgData name="Said Nabi Lecturer FCSE" userId="22162f9c-d122-430c-b6e9-ac8024b7b6c6" providerId="ADAL" clId="{9D932A2B-8937-0E46-8EEC-AF8F40809BC3}" dt="2025-08-06T06:00:45.899" v="0"/>
        <pc:sldMkLst>
          <pc:docMk/>
          <pc:sldMk cId="2355735629" sldId="666"/>
        </pc:sldMkLst>
      </pc:sldChg>
      <pc:sldChg chg="add">
        <pc:chgData name="Said Nabi Lecturer FCSE" userId="22162f9c-d122-430c-b6e9-ac8024b7b6c6" providerId="ADAL" clId="{9D932A2B-8937-0E46-8EEC-AF8F40809BC3}" dt="2025-08-06T06:00:45.899" v="0"/>
        <pc:sldMkLst>
          <pc:docMk/>
          <pc:sldMk cId="1789326904" sldId="667"/>
        </pc:sldMkLst>
      </pc:sldChg>
      <pc:sldChg chg="add">
        <pc:chgData name="Said Nabi Lecturer FCSE" userId="22162f9c-d122-430c-b6e9-ac8024b7b6c6" providerId="ADAL" clId="{9D932A2B-8937-0E46-8EEC-AF8F40809BC3}" dt="2025-08-06T06:00:45.899" v="0"/>
        <pc:sldMkLst>
          <pc:docMk/>
          <pc:sldMk cId="629364961" sldId="668"/>
        </pc:sldMkLst>
      </pc:sldChg>
      <pc:sldChg chg="modSp add mod">
        <pc:chgData name="Said Nabi Lecturer FCSE" userId="22162f9c-d122-430c-b6e9-ac8024b7b6c6" providerId="ADAL" clId="{9D932A2B-8937-0E46-8EEC-AF8F40809BC3}" dt="2025-08-07T09:44:36.031" v="167" actId="108"/>
        <pc:sldMkLst>
          <pc:docMk/>
          <pc:sldMk cId="387587967" sldId="669"/>
        </pc:sldMkLst>
      </pc:sldChg>
      <pc:sldChg chg="addSp modSp add mod">
        <pc:chgData name="Said Nabi Lecturer FCSE" userId="22162f9c-d122-430c-b6e9-ac8024b7b6c6" providerId="ADAL" clId="{9D932A2B-8937-0E46-8EEC-AF8F40809BC3}" dt="2025-08-30T16:38:54.598" v="2099" actId="14100"/>
        <pc:sldMkLst>
          <pc:docMk/>
          <pc:sldMk cId="2973170561" sldId="678"/>
        </pc:sldMkLst>
      </pc:sldChg>
      <pc:sldChg chg="modSp add mod">
        <pc:chgData name="Said Nabi Lecturer FCSE" userId="22162f9c-d122-430c-b6e9-ac8024b7b6c6" providerId="ADAL" clId="{9D932A2B-8937-0E46-8EEC-AF8F40809BC3}" dt="2025-08-07T09:15:52.172" v="6" actId="207"/>
        <pc:sldMkLst>
          <pc:docMk/>
          <pc:sldMk cId="3174868455" sldId="679"/>
        </pc:sldMkLst>
      </pc:sldChg>
      <pc:sldChg chg="modSp add mod modNotesTx">
        <pc:chgData name="Said Nabi Lecturer FCSE" userId="22162f9c-d122-430c-b6e9-ac8024b7b6c6" providerId="ADAL" clId="{9D932A2B-8937-0E46-8EEC-AF8F40809BC3}" dt="2025-08-31T02:53:16.986" v="2552" actId="113"/>
        <pc:sldMkLst>
          <pc:docMk/>
          <pc:sldMk cId="4084291170" sldId="680"/>
        </pc:sldMkLst>
      </pc:sldChg>
      <pc:sldChg chg="delSp modSp add mod modNotesTx">
        <pc:chgData name="Said Nabi Lecturer FCSE" userId="22162f9c-d122-430c-b6e9-ac8024b7b6c6" providerId="ADAL" clId="{9D932A2B-8937-0E46-8EEC-AF8F40809BC3}" dt="2025-08-31T03:12:35.386" v="2808" actId="20577"/>
        <pc:sldMkLst>
          <pc:docMk/>
          <pc:sldMk cId="2648876072" sldId="800"/>
        </pc:sldMkLst>
      </pc:sldChg>
      <pc:sldChg chg="delSp modSp add mod modNotesTx">
        <pc:chgData name="Said Nabi Lecturer FCSE" userId="22162f9c-d122-430c-b6e9-ac8024b7b6c6" providerId="ADAL" clId="{9D932A2B-8937-0E46-8EEC-AF8F40809BC3}" dt="2025-09-01T05:19:26.297" v="3574" actId="313"/>
        <pc:sldMkLst>
          <pc:docMk/>
          <pc:sldMk cId="0" sldId="929"/>
        </pc:sldMkLst>
      </pc:sldChg>
      <pc:sldChg chg="delSp modSp add del mod">
        <pc:chgData name="Said Nabi Lecturer FCSE" userId="22162f9c-d122-430c-b6e9-ac8024b7b6c6" providerId="ADAL" clId="{9D932A2B-8937-0E46-8EEC-AF8F40809BC3}" dt="2025-08-17T05:22:54.695" v="1890" actId="2696"/>
        <pc:sldMkLst>
          <pc:docMk/>
          <pc:sldMk cId="719915192" sldId="930"/>
        </pc:sldMkLst>
      </pc:sldChg>
      <pc:sldChg chg="delSp modSp add del mod">
        <pc:chgData name="Said Nabi Lecturer FCSE" userId="22162f9c-d122-430c-b6e9-ac8024b7b6c6" providerId="ADAL" clId="{9D932A2B-8937-0E46-8EEC-AF8F40809BC3}" dt="2025-08-31T05:00:38.462" v="3187" actId="2696"/>
        <pc:sldMkLst>
          <pc:docMk/>
          <pc:sldMk cId="525288021" sldId="931"/>
        </pc:sldMkLst>
      </pc:sldChg>
      <pc:sldChg chg="delSp modSp add del mod">
        <pc:chgData name="Said Nabi Lecturer FCSE" userId="22162f9c-d122-430c-b6e9-ac8024b7b6c6" providerId="ADAL" clId="{9D932A2B-8937-0E46-8EEC-AF8F40809BC3}" dt="2025-08-17T05:51:51.392" v="1991" actId="2696"/>
        <pc:sldMkLst>
          <pc:docMk/>
          <pc:sldMk cId="3650180788" sldId="935"/>
        </pc:sldMkLst>
      </pc:sldChg>
      <pc:sldChg chg="delSp modSp add mod">
        <pc:chgData name="Said Nabi Lecturer FCSE" userId="22162f9c-d122-430c-b6e9-ac8024b7b6c6" providerId="ADAL" clId="{9D932A2B-8937-0E46-8EEC-AF8F40809BC3}" dt="2025-08-07T09:41:12.032" v="143" actId="108"/>
        <pc:sldMkLst>
          <pc:docMk/>
          <pc:sldMk cId="2318412716" sldId="936"/>
        </pc:sldMkLst>
      </pc:sldChg>
      <pc:sldChg chg="delSp modSp add mod">
        <pc:chgData name="Said Nabi Lecturer FCSE" userId="22162f9c-d122-430c-b6e9-ac8024b7b6c6" providerId="ADAL" clId="{9D932A2B-8937-0E46-8EEC-AF8F40809BC3}" dt="2025-08-07T09:40:49.341" v="141" actId="108"/>
        <pc:sldMkLst>
          <pc:docMk/>
          <pc:sldMk cId="388698950" sldId="937"/>
        </pc:sldMkLst>
      </pc:sldChg>
      <pc:sldChg chg="delSp modSp add del mod">
        <pc:chgData name="Said Nabi Lecturer FCSE" userId="22162f9c-d122-430c-b6e9-ac8024b7b6c6" providerId="ADAL" clId="{9D932A2B-8937-0E46-8EEC-AF8F40809BC3}" dt="2025-08-07T09:45:46.517" v="169" actId="2696"/>
        <pc:sldMkLst>
          <pc:docMk/>
          <pc:sldMk cId="89367128" sldId="969"/>
        </pc:sldMkLst>
      </pc:sldChg>
      <pc:sldChg chg="add ord">
        <pc:chgData name="Said Nabi Lecturer FCSE" userId="22162f9c-d122-430c-b6e9-ac8024b7b6c6" providerId="ADAL" clId="{9D932A2B-8937-0E46-8EEC-AF8F40809BC3}" dt="2025-08-07T09:47:32.896" v="174" actId="20578"/>
        <pc:sldMkLst>
          <pc:docMk/>
          <pc:sldMk cId="3453442248" sldId="969"/>
        </pc:sldMkLst>
      </pc:sldChg>
      <pc:sldChg chg="add del ord">
        <pc:chgData name="Said Nabi Lecturer FCSE" userId="22162f9c-d122-430c-b6e9-ac8024b7b6c6" providerId="ADAL" clId="{9D932A2B-8937-0E46-8EEC-AF8F40809BC3}" dt="2025-08-07T09:47:47.817" v="175" actId="2696"/>
        <pc:sldMkLst>
          <pc:docMk/>
          <pc:sldMk cId="3441885580" sldId="970"/>
        </pc:sldMkLst>
      </pc:sldChg>
      <pc:sldChg chg="delSp modSp add del mod">
        <pc:chgData name="Said Nabi Lecturer FCSE" userId="22162f9c-d122-430c-b6e9-ac8024b7b6c6" providerId="ADAL" clId="{9D932A2B-8937-0E46-8EEC-AF8F40809BC3}" dt="2025-08-07T09:45:46.517" v="169" actId="2696"/>
        <pc:sldMkLst>
          <pc:docMk/>
          <pc:sldMk cId="4276543058" sldId="970"/>
        </pc:sldMkLst>
      </pc:sldChg>
      <pc:sldChg chg="delSp modSp add mod modNotesTx">
        <pc:chgData name="Said Nabi Lecturer FCSE" userId="22162f9c-d122-430c-b6e9-ac8024b7b6c6" providerId="ADAL" clId="{9D932A2B-8937-0E46-8EEC-AF8F40809BC3}" dt="2025-08-31T04:02:20.250" v="3038" actId="20577"/>
        <pc:sldMkLst>
          <pc:docMk/>
          <pc:sldMk cId="2649218260" sldId="972"/>
        </pc:sldMkLst>
      </pc:sldChg>
      <pc:sldChg chg="delSp modSp add mod modNotesTx">
        <pc:chgData name="Said Nabi Lecturer FCSE" userId="22162f9c-d122-430c-b6e9-ac8024b7b6c6" providerId="ADAL" clId="{9D932A2B-8937-0E46-8EEC-AF8F40809BC3}" dt="2025-09-01T05:02:02.358" v="3351" actId="20577"/>
        <pc:sldMkLst>
          <pc:docMk/>
          <pc:sldMk cId="1385171943" sldId="973"/>
        </pc:sldMkLst>
      </pc:sldChg>
      <pc:sldChg chg="addSp delSp modSp add del mod">
        <pc:chgData name="Said Nabi Lecturer FCSE" userId="22162f9c-d122-430c-b6e9-ac8024b7b6c6" providerId="ADAL" clId="{9D932A2B-8937-0E46-8EEC-AF8F40809BC3}" dt="2025-08-07T09:45:37.711" v="168" actId="2696"/>
        <pc:sldMkLst>
          <pc:docMk/>
          <pc:sldMk cId="1003172424" sldId="975"/>
        </pc:sldMkLst>
      </pc:sldChg>
      <pc:sldChg chg="addSp delSp modSp add mod modClrScheme chgLayout">
        <pc:chgData name="Said Nabi Lecturer FCSE" userId="22162f9c-d122-430c-b6e9-ac8024b7b6c6" providerId="ADAL" clId="{9D932A2B-8937-0E46-8EEC-AF8F40809BC3}" dt="2025-08-17T05:34:13.238" v="1947" actId="1076"/>
        <pc:sldMkLst>
          <pc:docMk/>
          <pc:sldMk cId="1292967904" sldId="976"/>
        </pc:sldMkLst>
      </pc:sldChg>
      <pc:sldChg chg="delSp modSp add mod">
        <pc:chgData name="Said Nabi Lecturer FCSE" userId="22162f9c-d122-430c-b6e9-ac8024b7b6c6" providerId="ADAL" clId="{9D932A2B-8937-0E46-8EEC-AF8F40809BC3}" dt="2025-08-07T09:39:38.418" v="132" actId="108"/>
        <pc:sldMkLst>
          <pc:docMk/>
          <pc:sldMk cId="2010145230" sldId="979"/>
        </pc:sldMkLst>
      </pc:sldChg>
      <pc:sldChg chg="addSp delSp modSp add mod modClrScheme chgLayout">
        <pc:chgData name="Said Nabi Lecturer FCSE" userId="22162f9c-d122-430c-b6e9-ac8024b7b6c6" providerId="ADAL" clId="{9D932A2B-8937-0E46-8EEC-AF8F40809BC3}" dt="2025-08-17T05:37:18.406" v="1953" actId="26606"/>
        <pc:sldMkLst>
          <pc:docMk/>
          <pc:sldMk cId="2300965907" sldId="980"/>
        </pc:sldMkLst>
      </pc:sldChg>
      <pc:sldChg chg="addSp delSp modSp add mod">
        <pc:chgData name="Said Nabi Lecturer FCSE" userId="22162f9c-d122-430c-b6e9-ac8024b7b6c6" providerId="ADAL" clId="{9D932A2B-8937-0E46-8EEC-AF8F40809BC3}" dt="2025-08-17T05:36:25.976" v="1949" actId="26606"/>
        <pc:sldMkLst>
          <pc:docMk/>
          <pc:sldMk cId="4015368351" sldId="981"/>
        </pc:sldMkLst>
      </pc:sldChg>
      <pc:sldChg chg="addSp delSp modSp add mod">
        <pc:chgData name="Said Nabi Lecturer FCSE" userId="22162f9c-d122-430c-b6e9-ac8024b7b6c6" providerId="ADAL" clId="{9D932A2B-8937-0E46-8EEC-AF8F40809BC3}" dt="2025-08-17T05:40:09.761" v="1954" actId="26606"/>
        <pc:sldMkLst>
          <pc:docMk/>
          <pc:sldMk cId="592169009" sldId="982"/>
        </pc:sldMkLst>
      </pc:sldChg>
      <pc:sldChg chg="addSp delSp modSp add mod">
        <pc:chgData name="Said Nabi Lecturer FCSE" userId="22162f9c-d122-430c-b6e9-ac8024b7b6c6" providerId="ADAL" clId="{9D932A2B-8937-0E46-8EEC-AF8F40809BC3}" dt="2025-08-17T05:40:49.052" v="1955" actId="26606"/>
        <pc:sldMkLst>
          <pc:docMk/>
          <pc:sldMk cId="2895261731" sldId="983"/>
        </pc:sldMkLst>
      </pc:sldChg>
      <pc:sldChg chg="addSp delSp modSp add mod">
        <pc:chgData name="Said Nabi Lecturer FCSE" userId="22162f9c-d122-430c-b6e9-ac8024b7b6c6" providerId="ADAL" clId="{9D932A2B-8937-0E46-8EEC-AF8F40809BC3}" dt="2025-08-17T05:42:14.890" v="1963"/>
        <pc:sldMkLst>
          <pc:docMk/>
          <pc:sldMk cId="356664864" sldId="984"/>
        </pc:sldMkLst>
      </pc:sldChg>
      <pc:sldChg chg="addSp delSp modSp add mod modClrScheme chgLayout">
        <pc:chgData name="Said Nabi Lecturer FCSE" userId="22162f9c-d122-430c-b6e9-ac8024b7b6c6" providerId="ADAL" clId="{9D932A2B-8937-0E46-8EEC-AF8F40809BC3}" dt="2025-08-17T05:44:44.501" v="1971"/>
        <pc:sldMkLst>
          <pc:docMk/>
          <pc:sldMk cId="3363809001" sldId="985"/>
        </pc:sldMkLst>
      </pc:sldChg>
      <pc:sldChg chg="delSp modSp add mod">
        <pc:chgData name="Said Nabi Lecturer FCSE" userId="22162f9c-d122-430c-b6e9-ac8024b7b6c6" providerId="ADAL" clId="{9D932A2B-8937-0E46-8EEC-AF8F40809BC3}" dt="2025-08-07T09:37:54.392" v="117" actId="1076"/>
        <pc:sldMkLst>
          <pc:docMk/>
          <pc:sldMk cId="1715294902" sldId="986"/>
        </pc:sldMkLst>
      </pc:sldChg>
      <pc:sldChg chg="delSp modSp add mod">
        <pc:chgData name="Said Nabi Lecturer FCSE" userId="22162f9c-d122-430c-b6e9-ac8024b7b6c6" providerId="ADAL" clId="{9D932A2B-8937-0E46-8EEC-AF8F40809BC3}" dt="2025-08-07T09:37:39.821" v="114" actId="14100"/>
        <pc:sldMkLst>
          <pc:docMk/>
          <pc:sldMk cId="2093542987" sldId="987"/>
        </pc:sldMkLst>
      </pc:sldChg>
      <pc:sldChg chg="delSp modSp add mod">
        <pc:chgData name="Said Nabi Lecturer FCSE" userId="22162f9c-d122-430c-b6e9-ac8024b7b6c6" providerId="ADAL" clId="{9D932A2B-8937-0E46-8EEC-AF8F40809BC3}" dt="2025-08-07T09:37:24.817" v="112" actId="1076"/>
        <pc:sldMkLst>
          <pc:docMk/>
          <pc:sldMk cId="2750628749" sldId="988"/>
        </pc:sldMkLst>
      </pc:sldChg>
      <pc:sldChg chg="delSp modSp add mod">
        <pc:chgData name="Said Nabi Lecturer FCSE" userId="22162f9c-d122-430c-b6e9-ac8024b7b6c6" providerId="ADAL" clId="{9D932A2B-8937-0E46-8EEC-AF8F40809BC3}" dt="2025-08-07T09:37:03.101" v="108" actId="1076"/>
        <pc:sldMkLst>
          <pc:docMk/>
          <pc:sldMk cId="1315347802" sldId="989"/>
        </pc:sldMkLst>
      </pc:sldChg>
      <pc:sldChg chg="delSp modSp add mod">
        <pc:chgData name="Said Nabi Lecturer FCSE" userId="22162f9c-d122-430c-b6e9-ac8024b7b6c6" providerId="ADAL" clId="{9D932A2B-8937-0E46-8EEC-AF8F40809BC3}" dt="2025-08-07T09:36:42.164" v="106" actId="1076"/>
        <pc:sldMkLst>
          <pc:docMk/>
          <pc:sldMk cId="3967579310" sldId="990"/>
        </pc:sldMkLst>
      </pc:sldChg>
      <pc:sldChg chg="add del">
        <pc:chgData name="Said Nabi Lecturer FCSE" userId="22162f9c-d122-430c-b6e9-ac8024b7b6c6" providerId="ADAL" clId="{9D932A2B-8937-0E46-8EEC-AF8F40809BC3}" dt="2025-08-07T09:32:22.751" v="91" actId="2696"/>
        <pc:sldMkLst>
          <pc:docMk/>
          <pc:sldMk cId="1704840579" sldId="991"/>
        </pc:sldMkLst>
      </pc:sldChg>
      <pc:sldChg chg="delSp add del mod">
        <pc:chgData name="Said Nabi Lecturer FCSE" userId="22162f9c-d122-430c-b6e9-ac8024b7b6c6" providerId="ADAL" clId="{9D932A2B-8937-0E46-8EEC-AF8F40809BC3}" dt="2025-08-07T09:32:25.574" v="92" actId="2696"/>
        <pc:sldMkLst>
          <pc:docMk/>
          <pc:sldMk cId="3778552761" sldId="992"/>
        </pc:sldMkLst>
      </pc:sldChg>
      <pc:sldChg chg="delSp modSp add mod">
        <pc:chgData name="Said Nabi Lecturer FCSE" userId="22162f9c-d122-430c-b6e9-ac8024b7b6c6" providerId="ADAL" clId="{9D932A2B-8937-0E46-8EEC-AF8F40809BC3}" dt="2025-08-07T09:36:13.469" v="102" actId="108"/>
        <pc:sldMkLst>
          <pc:docMk/>
          <pc:sldMk cId="3792382343" sldId="993"/>
        </pc:sldMkLst>
      </pc:sldChg>
      <pc:sldChg chg="delSp modSp add mod">
        <pc:chgData name="Said Nabi Lecturer FCSE" userId="22162f9c-d122-430c-b6e9-ac8024b7b6c6" providerId="ADAL" clId="{9D932A2B-8937-0E46-8EEC-AF8F40809BC3}" dt="2025-08-07T09:36:02.917" v="101" actId="14100"/>
        <pc:sldMkLst>
          <pc:docMk/>
          <pc:sldMk cId="3628383965" sldId="994"/>
        </pc:sldMkLst>
      </pc:sldChg>
      <pc:sldChg chg="delSp modSp add mod">
        <pc:chgData name="Said Nabi Lecturer FCSE" userId="22162f9c-d122-430c-b6e9-ac8024b7b6c6" providerId="ADAL" clId="{9D932A2B-8937-0E46-8EEC-AF8F40809BC3}" dt="2025-08-07T09:35:48.397" v="98" actId="108"/>
        <pc:sldMkLst>
          <pc:docMk/>
          <pc:sldMk cId="3822117278" sldId="995"/>
        </pc:sldMkLst>
      </pc:sldChg>
      <pc:sldChg chg="delSp modSp add mod setBg">
        <pc:chgData name="Said Nabi Lecturer FCSE" userId="22162f9c-d122-430c-b6e9-ac8024b7b6c6" providerId="ADAL" clId="{9D932A2B-8937-0E46-8EEC-AF8F40809BC3}" dt="2025-08-07T09:35:41.431" v="97" actId="108"/>
        <pc:sldMkLst>
          <pc:docMk/>
          <pc:sldMk cId="3856239199" sldId="996"/>
        </pc:sldMkLst>
      </pc:sldChg>
      <pc:sldChg chg="delSp modSp add mod">
        <pc:chgData name="Said Nabi Lecturer FCSE" userId="22162f9c-d122-430c-b6e9-ac8024b7b6c6" providerId="ADAL" clId="{9D932A2B-8937-0E46-8EEC-AF8F40809BC3}" dt="2025-08-07T09:34:39.582" v="93" actId="108"/>
        <pc:sldMkLst>
          <pc:docMk/>
          <pc:sldMk cId="3946995506" sldId="997"/>
        </pc:sldMkLst>
      </pc:sldChg>
      <pc:sldChg chg="delSp modSp add mod">
        <pc:chgData name="Said Nabi Lecturer FCSE" userId="22162f9c-d122-430c-b6e9-ac8024b7b6c6" providerId="ADAL" clId="{9D932A2B-8937-0E46-8EEC-AF8F40809BC3}" dt="2025-08-07T09:40:28.975" v="138" actId="1076"/>
        <pc:sldMkLst>
          <pc:docMk/>
          <pc:sldMk cId="1924469345" sldId="999"/>
        </pc:sldMkLst>
      </pc:sldChg>
      <pc:sldChg chg="delSp modSp add mod">
        <pc:chgData name="Said Nabi Lecturer FCSE" userId="22162f9c-d122-430c-b6e9-ac8024b7b6c6" providerId="ADAL" clId="{9D932A2B-8937-0E46-8EEC-AF8F40809BC3}" dt="2025-08-07T09:40:16.306" v="136" actId="108"/>
        <pc:sldMkLst>
          <pc:docMk/>
          <pc:sldMk cId="272796801" sldId="1000"/>
        </pc:sldMkLst>
      </pc:sldChg>
      <pc:sldChg chg="addSp delSp modSp add mod">
        <pc:chgData name="Said Nabi Lecturer FCSE" userId="22162f9c-d122-430c-b6e9-ac8024b7b6c6" providerId="ADAL" clId="{9D932A2B-8937-0E46-8EEC-AF8F40809BC3}" dt="2025-08-24T04:38:46.211" v="2092" actId="20577"/>
        <pc:sldMkLst>
          <pc:docMk/>
          <pc:sldMk cId="3295269768" sldId="1002"/>
        </pc:sldMkLst>
      </pc:sldChg>
      <pc:sldChg chg="delSp modSp add mod modNotesTx">
        <pc:chgData name="Said Nabi Lecturer FCSE" userId="22162f9c-d122-430c-b6e9-ac8024b7b6c6" providerId="ADAL" clId="{9D932A2B-8937-0E46-8EEC-AF8F40809BC3}" dt="2025-08-31T04:26:18.020" v="3186" actId="20577"/>
        <pc:sldMkLst>
          <pc:docMk/>
          <pc:sldMk cId="4115919602" sldId="1003"/>
        </pc:sldMkLst>
      </pc:sldChg>
      <pc:sldChg chg="modSp add mod modNotesTx">
        <pc:chgData name="Said Nabi Lecturer FCSE" userId="22162f9c-d122-430c-b6e9-ac8024b7b6c6" providerId="ADAL" clId="{9D932A2B-8937-0E46-8EEC-AF8F40809BC3}" dt="2025-09-01T05:09:30.299" v="3355" actId="113"/>
        <pc:sldMkLst>
          <pc:docMk/>
          <pc:sldMk cId="1499486153" sldId="1004"/>
        </pc:sldMkLst>
      </pc:sldChg>
      <pc:sldChg chg="delSp modSp add mod modNotesTx">
        <pc:chgData name="Said Nabi Lecturer FCSE" userId="22162f9c-d122-430c-b6e9-ac8024b7b6c6" providerId="ADAL" clId="{9D932A2B-8937-0E46-8EEC-AF8F40809BC3}" dt="2025-09-01T05:25:54.924" v="3753" actId="20577"/>
        <pc:sldMkLst>
          <pc:docMk/>
          <pc:sldMk cId="3360933579" sldId="1005"/>
        </pc:sldMkLst>
      </pc:sldChg>
      <pc:sldChg chg="delSp modSp add mod">
        <pc:chgData name="Said Nabi Lecturer FCSE" userId="22162f9c-d122-430c-b6e9-ac8024b7b6c6" providerId="ADAL" clId="{9D932A2B-8937-0E46-8EEC-AF8F40809BC3}" dt="2025-08-07T09:40:41.375" v="140" actId="1076"/>
        <pc:sldMkLst>
          <pc:docMk/>
          <pc:sldMk cId="735344175" sldId="1006"/>
        </pc:sldMkLst>
      </pc:sldChg>
      <pc:sldChg chg="add">
        <pc:chgData name="Said Nabi Lecturer FCSE" userId="22162f9c-d122-430c-b6e9-ac8024b7b6c6" providerId="ADAL" clId="{9D932A2B-8937-0E46-8EEC-AF8F40809BC3}" dt="2025-08-06T06:00:45.899" v="0"/>
        <pc:sldMkLst>
          <pc:docMk/>
          <pc:sldMk cId="2232979645" sldId="1007"/>
        </pc:sldMkLst>
      </pc:sldChg>
      <pc:sldChg chg="add del">
        <pc:chgData name="Said Nabi Lecturer FCSE" userId="22162f9c-d122-430c-b6e9-ac8024b7b6c6" providerId="ADAL" clId="{9D932A2B-8937-0E46-8EEC-AF8F40809BC3}" dt="2025-08-17T05:34:36.218" v="1948" actId="2696"/>
        <pc:sldMkLst>
          <pc:docMk/>
          <pc:sldMk cId="253273121" sldId="1008"/>
        </pc:sldMkLst>
      </pc:sldChg>
      <pc:sldChg chg="delSp modSp add mod">
        <pc:chgData name="Said Nabi Lecturer FCSE" userId="22162f9c-d122-430c-b6e9-ac8024b7b6c6" providerId="ADAL" clId="{9D932A2B-8937-0E46-8EEC-AF8F40809BC3}" dt="2025-08-07T09:39:26.340" v="131" actId="108"/>
        <pc:sldMkLst>
          <pc:docMk/>
          <pc:sldMk cId="1219831740" sldId="1010"/>
        </pc:sldMkLst>
      </pc:sldChg>
      <pc:sldChg chg="delSp add mod">
        <pc:chgData name="Said Nabi Lecturer FCSE" userId="22162f9c-d122-430c-b6e9-ac8024b7b6c6" providerId="ADAL" clId="{9D932A2B-8937-0E46-8EEC-AF8F40809BC3}" dt="2025-08-07T09:31:03.210" v="81" actId="478"/>
        <pc:sldMkLst>
          <pc:docMk/>
          <pc:sldMk cId="3355587646" sldId="1011"/>
        </pc:sldMkLst>
      </pc:sldChg>
      <pc:sldChg chg="delSp add mod">
        <pc:chgData name="Said Nabi Lecturer FCSE" userId="22162f9c-d122-430c-b6e9-ac8024b7b6c6" providerId="ADAL" clId="{9D932A2B-8937-0E46-8EEC-AF8F40809BC3}" dt="2025-08-07T09:30:58.270" v="80" actId="478"/>
        <pc:sldMkLst>
          <pc:docMk/>
          <pc:sldMk cId="180529862" sldId="1012"/>
        </pc:sldMkLst>
      </pc:sldChg>
      <pc:sldChg chg="addSp delSp modSp add mod delAnim">
        <pc:chgData name="Said Nabi Lecturer FCSE" userId="22162f9c-d122-430c-b6e9-ac8024b7b6c6" providerId="ADAL" clId="{9D932A2B-8937-0E46-8EEC-AF8F40809BC3}" dt="2025-08-07T11:02:41.403" v="219" actId="21"/>
        <pc:sldMkLst>
          <pc:docMk/>
          <pc:sldMk cId="375550395" sldId="1013"/>
        </pc:sldMkLst>
      </pc:sldChg>
      <pc:sldChg chg="addSp delSp modSp add mod modAnim">
        <pc:chgData name="Said Nabi Lecturer FCSE" userId="22162f9c-d122-430c-b6e9-ac8024b7b6c6" providerId="ADAL" clId="{9D932A2B-8937-0E46-8EEC-AF8F40809BC3}" dt="2025-08-24T04:51:10.074" v="2093" actId="1076"/>
        <pc:sldMkLst>
          <pc:docMk/>
          <pc:sldMk cId="1080780034" sldId="1014"/>
        </pc:sldMkLst>
      </pc:sldChg>
      <pc:sldChg chg="addSp modSp add mod modAnim">
        <pc:chgData name="Said Nabi Lecturer FCSE" userId="22162f9c-d122-430c-b6e9-ac8024b7b6c6" providerId="ADAL" clId="{9D932A2B-8937-0E46-8EEC-AF8F40809BC3}" dt="2025-08-15T07:01:27.974" v="1505" actId="108"/>
        <pc:sldMkLst>
          <pc:docMk/>
          <pc:sldMk cId="119534889" sldId="1015"/>
        </pc:sldMkLst>
      </pc:sldChg>
      <pc:sldChg chg="addSp modSp add mod ord modAnim">
        <pc:chgData name="Said Nabi Lecturer FCSE" userId="22162f9c-d122-430c-b6e9-ac8024b7b6c6" providerId="ADAL" clId="{9D932A2B-8937-0E46-8EEC-AF8F40809BC3}" dt="2025-08-11T08:07:25.593" v="384"/>
        <pc:sldMkLst>
          <pc:docMk/>
          <pc:sldMk cId="656483453" sldId="1016"/>
        </pc:sldMkLst>
      </pc:sldChg>
      <pc:sldChg chg="addSp modSp add mod ord modAnim modNotesTx">
        <pc:chgData name="Said Nabi Lecturer FCSE" userId="22162f9c-d122-430c-b6e9-ac8024b7b6c6" providerId="ADAL" clId="{9D932A2B-8937-0E46-8EEC-AF8F40809BC3}" dt="2025-08-15T07:39:47.056" v="1680" actId="1076"/>
        <pc:sldMkLst>
          <pc:docMk/>
          <pc:sldMk cId="3044278379" sldId="1017"/>
        </pc:sldMkLst>
      </pc:sldChg>
      <pc:sldChg chg="addSp delSp modSp add mod modAnim modNotesTx">
        <pc:chgData name="Said Nabi Lecturer FCSE" userId="22162f9c-d122-430c-b6e9-ac8024b7b6c6" providerId="ADAL" clId="{9D932A2B-8937-0E46-8EEC-AF8F40809BC3}" dt="2025-08-11T10:37:39.671" v="732" actId="20577"/>
        <pc:sldMkLst>
          <pc:docMk/>
          <pc:sldMk cId="4008987210" sldId="1018"/>
        </pc:sldMkLst>
      </pc:sldChg>
      <pc:sldChg chg="modSp add mod modAnim">
        <pc:chgData name="Said Nabi Lecturer FCSE" userId="22162f9c-d122-430c-b6e9-ac8024b7b6c6" providerId="ADAL" clId="{9D932A2B-8937-0E46-8EEC-AF8F40809BC3}" dt="2025-08-11T09:48:13.980" v="617" actId="14100"/>
        <pc:sldMkLst>
          <pc:docMk/>
          <pc:sldMk cId="1890934650" sldId="1019"/>
        </pc:sldMkLst>
      </pc:sldChg>
      <pc:sldChg chg="add">
        <pc:chgData name="Said Nabi Lecturer FCSE" userId="22162f9c-d122-430c-b6e9-ac8024b7b6c6" providerId="ADAL" clId="{9D932A2B-8937-0E46-8EEC-AF8F40809BC3}" dt="2025-08-11T09:44:10.770" v="597" actId="2890"/>
        <pc:sldMkLst>
          <pc:docMk/>
          <pc:sldMk cId="3376524402" sldId="1020"/>
        </pc:sldMkLst>
      </pc:sldChg>
      <pc:sldChg chg="add ord">
        <pc:chgData name="Said Nabi Lecturer FCSE" userId="22162f9c-d122-430c-b6e9-ac8024b7b6c6" providerId="ADAL" clId="{9D932A2B-8937-0E46-8EEC-AF8F40809BC3}" dt="2025-08-14T08:13:34.309" v="1005" actId="20578"/>
        <pc:sldMkLst>
          <pc:docMk/>
          <pc:sldMk cId="1349168126" sldId="1021"/>
        </pc:sldMkLst>
      </pc:sldChg>
      <pc:sldChg chg="modSp add del mod modAnim">
        <pc:chgData name="Said Nabi Lecturer FCSE" userId="22162f9c-d122-430c-b6e9-ac8024b7b6c6" providerId="ADAL" clId="{9D932A2B-8937-0E46-8EEC-AF8F40809BC3}" dt="2025-08-11T10:28:29.060" v="667" actId="2696"/>
        <pc:sldMkLst>
          <pc:docMk/>
          <pc:sldMk cId="2119721338" sldId="1021"/>
        </pc:sldMkLst>
      </pc:sldChg>
      <pc:sldChg chg="addSp delSp modSp add mod modAnim">
        <pc:chgData name="Said Nabi Lecturer FCSE" userId="22162f9c-d122-430c-b6e9-ac8024b7b6c6" providerId="ADAL" clId="{9D932A2B-8937-0E46-8EEC-AF8F40809BC3}" dt="2025-08-14T07:48:54.273" v="933" actId="1038"/>
        <pc:sldMkLst>
          <pc:docMk/>
          <pc:sldMk cId="450650213" sldId="1022"/>
        </pc:sldMkLst>
      </pc:sldChg>
      <pc:sldChg chg="add modNotesTx">
        <pc:chgData name="Said Nabi Lecturer FCSE" userId="22162f9c-d122-430c-b6e9-ac8024b7b6c6" providerId="ADAL" clId="{9D932A2B-8937-0E46-8EEC-AF8F40809BC3}" dt="2025-08-14T08:15:05.673" v="1007" actId="20577"/>
        <pc:sldMkLst>
          <pc:docMk/>
          <pc:sldMk cId="1324433328" sldId="1023"/>
        </pc:sldMkLst>
      </pc:sldChg>
      <pc:sldChg chg="delSp modSp add mod modAnim">
        <pc:chgData name="Said Nabi Lecturer FCSE" userId="22162f9c-d122-430c-b6e9-ac8024b7b6c6" providerId="ADAL" clId="{9D932A2B-8937-0E46-8EEC-AF8F40809BC3}" dt="2025-08-14T08:04:06.495" v="953" actId="1076"/>
        <pc:sldMkLst>
          <pc:docMk/>
          <pc:sldMk cId="806405078" sldId="1024"/>
        </pc:sldMkLst>
      </pc:sldChg>
      <pc:sldChg chg="addSp delSp modSp add mod modAnim">
        <pc:chgData name="Said Nabi Lecturer FCSE" userId="22162f9c-d122-430c-b6e9-ac8024b7b6c6" providerId="ADAL" clId="{9D932A2B-8937-0E46-8EEC-AF8F40809BC3}" dt="2025-08-14T08:13:07.558" v="1004" actId="20577"/>
        <pc:sldMkLst>
          <pc:docMk/>
          <pc:sldMk cId="260821971" sldId="1025"/>
        </pc:sldMkLst>
      </pc:sldChg>
      <pc:sldChg chg="addSp delSp modSp add mod delAnim modAnim">
        <pc:chgData name="Said Nabi Lecturer FCSE" userId="22162f9c-d122-430c-b6e9-ac8024b7b6c6" providerId="ADAL" clId="{9D932A2B-8937-0E46-8EEC-AF8F40809BC3}" dt="2025-08-14T08:27:15.265" v="1047"/>
        <pc:sldMkLst>
          <pc:docMk/>
          <pc:sldMk cId="3238853379" sldId="1026"/>
        </pc:sldMkLst>
      </pc:sldChg>
      <pc:sldChg chg="addSp delSp modSp add del mod setBg">
        <pc:chgData name="Said Nabi Lecturer FCSE" userId="22162f9c-d122-430c-b6e9-ac8024b7b6c6" providerId="ADAL" clId="{9D932A2B-8937-0E46-8EEC-AF8F40809BC3}" dt="2025-08-15T06:11:52.232" v="1199" actId="1076"/>
        <pc:sldMkLst>
          <pc:docMk/>
          <pc:sldMk cId="0" sldId="1027"/>
        </pc:sldMkLst>
      </pc:sldChg>
      <pc:sldChg chg="add setBg">
        <pc:chgData name="Said Nabi Lecturer FCSE" userId="22162f9c-d122-430c-b6e9-ac8024b7b6c6" providerId="ADAL" clId="{9D932A2B-8937-0E46-8EEC-AF8F40809BC3}" dt="2025-08-15T06:05:54.231" v="1153"/>
        <pc:sldMkLst>
          <pc:docMk/>
          <pc:sldMk cId="0" sldId="1028"/>
        </pc:sldMkLst>
      </pc:sldChg>
      <pc:sldChg chg="modSp add mod setBg">
        <pc:chgData name="Said Nabi Lecturer FCSE" userId="22162f9c-d122-430c-b6e9-ac8024b7b6c6" providerId="ADAL" clId="{9D932A2B-8937-0E46-8EEC-AF8F40809BC3}" dt="2025-08-15T06:12:33.611" v="1210" actId="1037"/>
        <pc:sldMkLst>
          <pc:docMk/>
          <pc:sldMk cId="0" sldId="1029"/>
        </pc:sldMkLst>
      </pc:sldChg>
      <pc:sldChg chg="modSp add mod setBg">
        <pc:chgData name="Said Nabi Lecturer FCSE" userId="22162f9c-d122-430c-b6e9-ac8024b7b6c6" providerId="ADAL" clId="{9D932A2B-8937-0E46-8EEC-AF8F40809BC3}" dt="2025-08-15T06:12:49.581" v="1211" actId="14100"/>
        <pc:sldMkLst>
          <pc:docMk/>
          <pc:sldMk cId="0" sldId="1030"/>
        </pc:sldMkLst>
      </pc:sldChg>
      <pc:sldChg chg="addSp delSp modSp add mod setBg">
        <pc:chgData name="Said Nabi Lecturer FCSE" userId="22162f9c-d122-430c-b6e9-ac8024b7b6c6" providerId="ADAL" clId="{9D932A2B-8937-0E46-8EEC-AF8F40809BC3}" dt="2025-08-15T06:14:00.498" v="1214" actId="1076"/>
        <pc:sldMkLst>
          <pc:docMk/>
          <pc:sldMk cId="0" sldId="1031"/>
        </pc:sldMkLst>
      </pc:sldChg>
      <pc:sldChg chg="add setBg">
        <pc:chgData name="Said Nabi Lecturer FCSE" userId="22162f9c-d122-430c-b6e9-ac8024b7b6c6" providerId="ADAL" clId="{9D932A2B-8937-0E46-8EEC-AF8F40809BC3}" dt="2025-08-15T06:05:54.231" v="1153"/>
        <pc:sldMkLst>
          <pc:docMk/>
          <pc:sldMk cId="0" sldId="1032"/>
        </pc:sldMkLst>
      </pc:sldChg>
      <pc:sldChg chg="modSp add mod setBg">
        <pc:chgData name="Said Nabi Lecturer FCSE" userId="22162f9c-d122-430c-b6e9-ac8024b7b6c6" providerId="ADAL" clId="{9D932A2B-8937-0E46-8EEC-AF8F40809BC3}" dt="2025-08-15T06:14:18.569" v="1226" actId="1037"/>
        <pc:sldMkLst>
          <pc:docMk/>
          <pc:sldMk cId="0" sldId="1033"/>
        </pc:sldMkLst>
      </pc:sldChg>
      <pc:sldChg chg="addSp modSp add mod setBg">
        <pc:chgData name="Said Nabi Lecturer FCSE" userId="22162f9c-d122-430c-b6e9-ac8024b7b6c6" providerId="ADAL" clId="{9D932A2B-8937-0E46-8EEC-AF8F40809BC3}" dt="2025-08-15T06:18:39.581" v="1234" actId="1076"/>
        <pc:sldMkLst>
          <pc:docMk/>
          <pc:sldMk cId="0" sldId="1034"/>
        </pc:sldMkLst>
      </pc:sldChg>
      <pc:sldChg chg="add setBg">
        <pc:chgData name="Said Nabi Lecturer FCSE" userId="22162f9c-d122-430c-b6e9-ac8024b7b6c6" providerId="ADAL" clId="{9D932A2B-8937-0E46-8EEC-AF8F40809BC3}" dt="2025-08-15T06:05:54.231" v="1153"/>
        <pc:sldMkLst>
          <pc:docMk/>
          <pc:sldMk cId="0" sldId="1035"/>
        </pc:sldMkLst>
      </pc:sldChg>
      <pc:sldChg chg="addSp delSp modSp add mod setBg">
        <pc:chgData name="Said Nabi Lecturer FCSE" userId="22162f9c-d122-430c-b6e9-ac8024b7b6c6" providerId="ADAL" clId="{9D932A2B-8937-0E46-8EEC-AF8F40809BC3}" dt="2025-08-15T06:41:38.057" v="1348" actId="478"/>
        <pc:sldMkLst>
          <pc:docMk/>
          <pc:sldMk cId="0" sldId="1036"/>
        </pc:sldMkLst>
      </pc:sldChg>
      <pc:sldChg chg="modSp add mod setBg">
        <pc:chgData name="Said Nabi Lecturer FCSE" userId="22162f9c-d122-430c-b6e9-ac8024b7b6c6" providerId="ADAL" clId="{9D932A2B-8937-0E46-8EEC-AF8F40809BC3}" dt="2025-08-15T06:41:53.309" v="1376" actId="1038"/>
        <pc:sldMkLst>
          <pc:docMk/>
          <pc:sldMk cId="0" sldId="1037"/>
        </pc:sldMkLst>
      </pc:sldChg>
      <pc:sldChg chg="modSp add mod setBg">
        <pc:chgData name="Said Nabi Lecturer FCSE" userId="22162f9c-d122-430c-b6e9-ac8024b7b6c6" providerId="ADAL" clId="{9D932A2B-8937-0E46-8EEC-AF8F40809BC3}" dt="2025-08-15T06:42:12.379" v="1379" actId="1076"/>
        <pc:sldMkLst>
          <pc:docMk/>
          <pc:sldMk cId="0" sldId="1038"/>
        </pc:sldMkLst>
      </pc:sldChg>
      <pc:sldChg chg="modSp add mod setBg">
        <pc:chgData name="Said Nabi Lecturer FCSE" userId="22162f9c-d122-430c-b6e9-ac8024b7b6c6" providerId="ADAL" clId="{9D932A2B-8937-0E46-8EEC-AF8F40809BC3}" dt="2025-08-15T06:42:32.058" v="1391" actId="1037"/>
        <pc:sldMkLst>
          <pc:docMk/>
          <pc:sldMk cId="0" sldId="1039"/>
        </pc:sldMkLst>
      </pc:sldChg>
      <pc:sldChg chg="addSp delSp modSp add mod setBg">
        <pc:chgData name="Said Nabi Lecturer FCSE" userId="22162f9c-d122-430c-b6e9-ac8024b7b6c6" providerId="ADAL" clId="{9D932A2B-8937-0E46-8EEC-AF8F40809BC3}" dt="2025-08-15T06:51:36.293" v="1416" actId="167"/>
        <pc:sldMkLst>
          <pc:docMk/>
          <pc:sldMk cId="0" sldId="1040"/>
        </pc:sldMkLst>
      </pc:sldChg>
      <pc:sldChg chg="modSp add mod setBg">
        <pc:chgData name="Said Nabi Lecturer FCSE" userId="22162f9c-d122-430c-b6e9-ac8024b7b6c6" providerId="ADAL" clId="{9D932A2B-8937-0E46-8EEC-AF8F40809BC3}" dt="2025-08-15T06:58:26.565" v="1474" actId="14100"/>
        <pc:sldMkLst>
          <pc:docMk/>
          <pc:sldMk cId="0" sldId="1041"/>
        </pc:sldMkLst>
      </pc:sldChg>
      <pc:sldChg chg="add setBg">
        <pc:chgData name="Said Nabi Lecturer FCSE" userId="22162f9c-d122-430c-b6e9-ac8024b7b6c6" providerId="ADAL" clId="{9D932A2B-8937-0E46-8EEC-AF8F40809BC3}" dt="2025-08-15T06:40:43.111" v="1337"/>
        <pc:sldMkLst>
          <pc:docMk/>
          <pc:sldMk cId="0" sldId="1042"/>
        </pc:sldMkLst>
      </pc:sldChg>
      <pc:sldChg chg="add setBg">
        <pc:chgData name="Said Nabi Lecturer FCSE" userId="22162f9c-d122-430c-b6e9-ac8024b7b6c6" providerId="ADAL" clId="{9D932A2B-8937-0E46-8EEC-AF8F40809BC3}" dt="2025-08-15T06:40:43.111" v="1337"/>
        <pc:sldMkLst>
          <pc:docMk/>
          <pc:sldMk cId="0" sldId="1043"/>
        </pc:sldMkLst>
      </pc:sldChg>
      <pc:sldChg chg="modSp add mod setBg">
        <pc:chgData name="Said Nabi Lecturer FCSE" userId="22162f9c-d122-430c-b6e9-ac8024b7b6c6" providerId="ADAL" clId="{9D932A2B-8937-0E46-8EEC-AF8F40809BC3}" dt="2025-08-15T07:02:37.562" v="1511" actId="1076"/>
        <pc:sldMkLst>
          <pc:docMk/>
          <pc:sldMk cId="0" sldId="1044"/>
        </pc:sldMkLst>
      </pc:sldChg>
      <pc:sldChg chg="modSp add mod setBg">
        <pc:chgData name="Said Nabi Lecturer FCSE" userId="22162f9c-d122-430c-b6e9-ac8024b7b6c6" providerId="ADAL" clId="{9D932A2B-8937-0E46-8EEC-AF8F40809BC3}" dt="2025-08-15T07:02:51.863" v="1527" actId="1035"/>
        <pc:sldMkLst>
          <pc:docMk/>
          <pc:sldMk cId="0" sldId="1045"/>
        </pc:sldMkLst>
      </pc:sldChg>
      <pc:sldChg chg="modSp add mod setBg">
        <pc:chgData name="Said Nabi Lecturer FCSE" userId="22162f9c-d122-430c-b6e9-ac8024b7b6c6" providerId="ADAL" clId="{9D932A2B-8937-0E46-8EEC-AF8F40809BC3}" dt="2025-08-15T07:05:40.052" v="1559" actId="20577"/>
        <pc:sldMkLst>
          <pc:docMk/>
          <pc:sldMk cId="0" sldId="1046"/>
        </pc:sldMkLst>
      </pc:sldChg>
      <pc:sldChg chg="modSp add mod setBg">
        <pc:chgData name="Said Nabi Lecturer FCSE" userId="22162f9c-d122-430c-b6e9-ac8024b7b6c6" providerId="ADAL" clId="{9D932A2B-8937-0E46-8EEC-AF8F40809BC3}" dt="2025-08-15T07:13:37.554" v="1561" actId="1076"/>
        <pc:sldMkLst>
          <pc:docMk/>
          <pc:sldMk cId="0" sldId="1047"/>
        </pc:sldMkLst>
      </pc:sldChg>
      <pc:sldChg chg="add setBg">
        <pc:chgData name="Said Nabi Lecturer FCSE" userId="22162f9c-d122-430c-b6e9-ac8024b7b6c6" providerId="ADAL" clId="{9D932A2B-8937-0E46-8EEC-AF8F40809BC3}" dt="2025-08-15T06:40:43.111" v="1337"/>
        <pc:sldMkLst>
          <pc:docMk/>
          <pc:sldMk cId="0" sldId="1048"/>
        </pc:sldMkLst>
      </pc:sldChg>
      <pc:sldChg chg="modSp add mod setBg">
        <pc:chgData name="Said Nabi Lecturer FCSE" userId="22162f9c-d122-430c-b6e9-ac8024b7b6c6" providerId="ADAL" clId="{9D932A2B-8937-0E46-8EEC-AF8F40809BC3}" dt="2025-08-15T07:21:14.774" v="1562" actId="20577"/>
        <pc:sldMkLst>
          <pc:docMk/>
          <pc:sldMk cId="0" sldId="1049"/>
        </pc:sldMkLst>
      </pc:sldChg>
      <pc:sldChg chg="modSp add mod setBg">
        <pc:chgData name="Said Nabi Lecturer FCSE" userId="22162f9c-d122-430c-b6e9-ac8024b7b6c6" providerId="ADAL" clId="{9D932A2B-8937-0E46-8EEC-AF8F40809BC3}" dt="2025-08-15T07:24:23.209" v="1564" actId="1076"/>
        <pc:sldMkLst>
          <pc:docMk/>
          <pc:sldMk cId="0" sldId="1050"/>
        </pc:sldMkLst>
      </pc:sldChg>
      <pc:sldChg chg="add setBg">
        <pc:chgData name="Said Nabi Lecturer FCSE" userId="22162f9c-d122-430c-b6e9-ac8024b7b6c6" providerId="ADAL" clId="{9D932A2B-8937-0E46-8EEC-AF8F40809BC3}" dt="2025-08-15T06:40:43.111" v="1337"/>
        <pc:sldMkLst>
          <pc:docMk/>
          <pc:sldMk cId="0" sldId="1051"/>
        </pc:sldMkLst>
      </pc:sldChg>
      <pc:sldChg chg="delSp modSp add mod setBg">
        <pc:chgData name="Said Nabi Lecturer FCSE" userId="22162f9c-d122-430c-b6e9-ac8024b7b6c6" providerId="ADAL" clId="{9D932A2B-8937-0E46-8EEC-AF8F40809BC3}" dt="2025-08-15T07:32:21.245" v="1640" actId="20577"/>
        <pc:sldMkLst>
          <pc:docMk/>
          <pc:sldMk cId="0" sldId="1052"/>
        </pc:sldMkLst>
      </pc:sldChg>
      <pc:sldChg chg="modSp add mod setBg">
        <pc:chgData name="Said Nabi Lecturer FCSE" userId="22162f9c-d122-430c-b6e9-ac8024b7b6c6" providerId="ADAL" clId="{9D932A2B-8937-0E46-8EEC-AF8F40809BC3}" dt="2025-08-15T07:32:43.583" v="1643" actId="14100"/>
        <pc:sldMkLst>
          <pc:docMk/>
          <pc:sldMk cId="0" sldId="1053"/>
        </pc:sldMkLst>
      </pc:sldChg>
      <pc:sldChg chg="modSp add mod setBg">
        <pc:chgData name="Said Nabi Lecturer FCSE" userId="22162f9c-d122-430c-b6e9-ac8024b7b6c6" providerId="ADAL" clId="{9D932A2B-8937-0E46-8EEC-AF8F40809BC3}" dt="2025-08-15T07:32:54.133" v="1655" actId="1037"/>
        <pc:sldMkLst>
          <pc:docMk/>
          <pc:sldMk cId="0" sldId="1054"/>
        </pc:sldMkLst>
      </pc:sldChg>
      <pc:sldChg chg="add setBg">
        <pc:chgData name="Said Nabi Lecturer FCSE" userId="22162f9c-d122-430c-b6e9-ac8024b7b6c6" providerId="ADAL" clId="{9D932A2B-8937-0E46-8EEC-AF8F40809BC3}" dt="2025-08-15T06:40:43.111" v="1337"/>
        <pc:sldMkLst>
          <pc:docMk/>
          <pc:sldMk cId="0" sldId="1055"/>
        </pc:sldMkLst>
      </pc:sldChg>
      <pc:sldChg chg="modSp add mod setBg">
        <pc:chgData name="Said Nabi Lecturer FCSE" userId="22162f9c-d122-430c-b6e9-ac8024b7b6c6" providerId="ADAL" clId="{9D932A2B-8937-0E46-8EEC-AF8F40809BC3}" dt="2025-08-15T07:33:17.630" v="1658" actId="1076"/>
        <pc:sldMkLst>
          <pc:docMk/>
          <pc:sldMk cId="0" sldId="1056"/>
        </pc:sldMkLst>
      </pc:sldChg>
      <pc:sldChg chg="modSp add mod setBg">
        <pc:chgData name="Said Nabi Lecturer FCSE" userId="22162f9c-d122-430c-b6e9-ac8024b7b6c6" providerId="ADAL" clId="{9D932A2B-8937-0E46-8EEC-AF8F40809BC3}" dt="2025-08-15T07:33:44.970" v="1664" actId="20577"/>
        <pc:sldMkLst>
          <pc:docMk/>
          <pc:sldMk cId="0" sldId="1057"/>
        </pc:sldMkLst>
      </pc:sldChg>
      <pc:sldChg chg="add setBg">
        <pc:chgData name="Said Nabi Lecturer FCSE" userId="22162f9c-d122-430c-b6e9-ac8024b7b6c6" providerId="ADAL" clId="{9D932A2B-8937-0E46-8EEC-AF8F40809BC3}" dt="2025-08-15T06:40:43.111" v="1337"/>
        <pc:sldMkLst>
          <pc:docMk/>
          <pc:sldMk cId="0" sldId="1058"/>
        </pc:sldMkLst>
      </pc:sldChg>
      <pc:sldChg chg="modSp add del mod setBg">
        <pc:chgData name="Said Nabi Lecturer FCSE" userId="22162f9c-d122-430c-b6e9-ac8024b7b6c6" providerId="ADAL" clId="{9D932A2B-8937-0E46-8EEC-AF8F40809BC3}" dt="2025-08-15T07:40:46.300" v="1681" actId="2696"/>
        <pc:sldMkLst>
          <pc:docMk/>
          <pc:sldMk cId="0" sldId="1059"/>
        </pc:sldMkLst>
      </pc:sldChg>
      <pc:sldChg chg="modSp add mod">
        <pc:chgData name="Said Nabi Lecturer FCSE" userId="22162f9c-d122-430c-b6e9-ac8024b7b6c6" providerId="ADAL" clId="{9D932A2B-8937-0E46-8EEC-AF8F40809BC3}" dt="2025-08-15T06:55:02.051" v="1466" actId="1076"/>
        <pc:sldMkLst>
          <pc:docMk/>
          <pc:sldMk cId="8591655" sldId="1060"/>
        </pc:sldMkLst>
      </pc:sldChg>
      <pc:sldChg chg="delSp modSp add mod setBg">
        <pc:chgData name="Said Nabi Lecturer FCSE" userId="22162f9c-d122-430c-b6e9-ac8024b7b6c6" providerId="ADAL" clId="{9D932A2B-8937-0E46-8EEC-AF8F40809BC3}" dt="2025-08-15T07:50:01.644" v="1686" actId="1076"/>
        <pc:sldMkLst>
          <pc:docMk/>
          <pc:sldMk cId="0" sldId="1061"/>
        </pc:sldMkLst>
      </pc:sldChg>
      <pc:sldChg chg="modSp add mod setBg">
        <pc:chgData name="Said Nabi Lecturer FCSE" userId="22162f9c-d122-430c-b6e9-ac8024b7b6c6" providerId="ADAL" clId="{9D932A2B-8937-0E46-8EEC-AF8F40809BC3}" dt="2025-08-15T07:50:15.660" v="1687" actId="1076"/>
        <pc:sldMkLst>
          <pc:docMk/>
          <pc:sldMk cId="0" sldId="1062"/>
        </pc:sldMkLst>
      </pc:sldChg>
      <pc:sldChg chg="modSp add mod setBg">
        <pc:chgData name="Said Nabi Lecturer FCSE" userId="22162f9c-d122-430c-b6e9-ac8024b7b6c6" providerId="ADAL" clId="{9D932A2B-8937-0E46-8EEC-AF8F40809BC3}" dt="2025-08-15T07:50:37.826" v="1691" actId="1076"/>
        <pc:sldMkLst>
          <pc:docMk/>
          <pc:sldMk cId="0" sldId="1063"/>
        </pc:sldMkLst>
      </pc:sldChg>
      <pc:sldChg chg="modSp add mod setBg">
        <pc:chgData name="Said Nabi Lecturer FCSE" userId="22162f9c-d122-430c-b6e9-ac8024b7b6c6" providerId="ADAL" clId="{9D932A2B-8937-0E46-8EEC-AF8F40809BC3}" dt="2025-08-15T07:51:49.766" v="1710" actId="1035"/>
        <pc:sldMkLst>
          <pc:docMk/>
          <pc:sldMk cId="0" sldId="1064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65"/>
        </pc:sldMkLst>
      </pc:sldChg>
      <pc:sldChg chg="modSp add mod setBg">
        <pc:chgData name="Said Nabi Lecturer FCSE" userId="22162f9c-d122-430c-b6e9-ac8024b7b6c6" providerId="ADAL" clId="{9D932A2B-8937-0E46-8EEC-AF8F40809BC3}" dt="2025-08-15T07:52:15.935" v="1712" actId="1076"/>
        <pc:sldMkLst>
          <pc:docMk/>
          <pc:sldMk cId="0" sldId="1066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67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68"/>
        </pc:sldMkLst>
      </pc:sldChg>
      <pc:sldChg chg="modSp add mod setBg">
        <pc:chgData name="Said Nabi Lecturer FCSE" userId="22162f9c-d122-430c-b6e9-ac8024b7b6c6" providerId="ADAL" clId="{9D932A2B-8937-0E46-8EEC-AF8F40809BC3}" dt="2025-08-15T07:52:51.351" v="1714" actId="1076"/>
        <pc:sldMkLst>
          <pc:docMk/>
          <pc:sldMk cId="0" sldId="1069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70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71"/>
        </pc:sldMkLst>
      </pc:sldChg>
      <pc:sldChg chg="modSp add mod setBg">
        <pc:chgData name="Said Nabi Lecturer FCSE" userId="22162f9c-d122-430c-b6e9-ac8024b7b6c6" providerId="ADAL" clId="{9D932A2B-8937-0E46-8EEC-AF8F40809BC3}" dt="2025-08-15T07:53:05.835" v="1716" actId="1076"/>
        <pc:sldMkLst>
          <pc:docMk/>
          <pc:sldMk cId="0" sldId="1072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73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74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75"/>
        </pc:sldMkLst>
      </pc:sldChg>
      <pc:sldChg chg="modSp add mod setBg">
        <pc:chgData name="Said Nabi Lecturer FCSE" userId="22162f9c-d122-430c-b6e9-ac8024b7b6c6" providerId="ADAL" clId="{9D932A2B-8937-0E46-8EEC-AF8F40809BC3}" dt="2025-08-15T07:53:23.530" v="1718" actId="1076"/>
        <pc:sldMkLst>
          <pc:docMk/>
          <pc:sldMk cId="0" sldId="1076"/>
        </pc:sldMkLst>
      </pc:sldChg>
      <pc:sldChg chg="modSp add mod setBg">
        <pc:chgData name="Said Nabi Lecturer FCSE" userId="22162f9c-d122-430c-b6e9-ac8024b7b6c6" providerId="ADAL" clId="{9D932A2B-8937-0E46-8EEC-AF8F40809BC3}" dt="2025-08-15T07:53:37.416" v="1720" actId="1076"/>
        <pc:sldMkLst>
          <pc:docMk/>
          <pc:sldMk cId="0" sldId="1077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78"/>
        </pc:sldMkLst>
      </pc:sldChg>
      <pc:sldChg chg="modSp add mod setBg">
        <pc:chgData name="Said Nabi Lecturer FCSE" userId="22162f9c-d122-430c-b6e9-ac8024b7b6c6" providerId="ADAL" clId="{9D932A2B-8937-0E46-8EEC-AF8F40809BC3}" dt="2025-08-15T07:53:47.412" v="1722" actId="1076"/>
        <pc:sldMkLst>
          <pc:docMk/>
          <pc:sldMk cId="0" sldId="1079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80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81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82"/>
        </pc:sldMkLst>
      </pc:sldChg>
      <pc:sldChg chg="modSp add mod setBg">
        <pc:chgData name="Said Nabi Lecturer FCSE" userId="22162f9c-d122-430c-b6e9-ac8024b7b6c6" providerId="ADAL" clId="{9D932A2B-8937-0E46-8EEC-AF8F40809BC3}" dt="2025-08-15T07:54:07.767" v="1724" actId="1076"/>
        <pc:sldMkLst>
          <pc:docMk/>
          <pc:sldMk cId="0" sldId="1083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84"/>
        </pc:sldMkLst>
      </pc:sldChg>
      <pc:sldChg chg="addSp delSp modSp new mod modNotesTx">
        <pc:chgData name="Said Nabi Lecturer FCSE" userId="22162f9c-d122-430c-b6e9-ac8024b7b6c6" providerId="ADAL" clId="{9D932A2B-8937-0E46-8EEC-AF8F40809BC3}" dt="2025-09-01T04:42:47.754" v="3302" actId="313"/>
        <pc:sldMkLst>
          <pc:docMk/>
          <pc:sldMk cId="1175206427" sldId="1085"/>
        </pc:sldMkLst>
      </pc:sldChg>
      <pc:sldChg chg="modSp add mod modNotesTx">
        <pc:chgData name="Said Nabi Lecturer FCSE" userId="22162f9c-d122-430c-b6e9-ac8024b7b6c6" providerId="ADAL" clId="{9D932A2B-8937-0E46-8EEC-AF8F40809BC3}" dt="2025-08-31T02:44:39.296" v="2491" actId="1076"/>
        <pc:sldMkLst>
          <pc:docMk/>
          <pc:sldMk cId="0" sldId="1086"/>
        </pc:sldMkLst>
      </pc:sldChg>
    </pc:docChg>
  </pc:docChgLst>
  <pc:docChgLst>
    <pc:chgData name="Said Nabi Lecturer FCSE" userId="22162f9c-d122-430c-b6e9-ac8024b7b6c6" providerId="ADAL" clId="{63A2EA4F-C832-8044-906D-F0B63E4766A7}"/>
    <pc:docChg chg="undo custSel addSld delSld modSld sldOrd">
      <pc:chgData name="Said Nabi Lecturer FCSE" userId="22162f9c-d122-430c-b6e9-ac8024b7b6c6" providerId="ADAL" clId="{63A2EA4F-C832-8044-906D-F0B63E4766A7}" dt="2025-07-31T12:49:05.080" v="2250" actId="20577"/>
      <pc:docMkLst>
        <pc:docMk/>
      </pc:docMkLst>
      <pc:sldChg chg="addSp delSp mod">
        <pc:chgData name="Said Nabi Lecturer FCSE" userId="22162f9c-d122-430c-b6e9-ac8024b7b6c6" providerId="ADAL" clId="{63A2EA4F-C832-8044-906D-F0B63E4766A7}" dt="2025-07-31T11:21:57.932" v="2005" actId="22"/>
        <pc:sldMkLst>
          <pc:docMk/>
          <pc:sldMk cId="2159181478" sldId="256"/>
        </pc:sldMkLst>
      </pc:sldChg>
      <pc:sldChg chg="del">
        <pc:chgData name="Said Nabi Lecturer FCSE" userId="22162f9c-d122-430c-b6e9-ac8024b7b6c6" providerId="ADAL" clId="{63A2EA4F-C832-8044-906D-F0B63E4766A7}" dt="2025-07-31T11:44:04.458" v="2100" actId="2696"/>
        <pc:sldMkLst>
          <pc:docMk/>
          <pc:sldMk cId="4133650584" sldId="257"/>
        </pc:sldMkLst>
      </pc:sldChg>
      <pc:sldChg chg="del">
        <pc:chgData name="Said Nabi Lecturer FCSE" userId="22162f9c-d122-430c-b6e9-ac8024b7b6c6" providerId="ADAL" clId="{63A2EA4F-C832-8044-906D-F0B63E4766A7}" dt="2025-07-31T11:44:17.221" v="2104" actId="2696"/>
        <pc:sldMkLst>
          <pc:docMk/>
          <pc:sldMk cId="1543075231" sldId="258"/>
        </pc:sldMkLst>
      </pc:sldChg>
      <pc:sldChg chg="delSp modSp add mod modAnim modNotesTx">
        <pc:chgData name="Said Nabi Lecturer FCSE" userId="22162f9c-d122-430c-b6e9-ac8024b7b6c6" providerId="ADAL" clId="{63A2EA4F-C832-8044-906D-F0B63E4766A7}" dt="2025-07-26T16:10:29.426" v="352" actId="20577"/>
        <pc:sldMkLst>
          <pc:docMk/>
          <pc:sldMk cId="2858188275" sldId="328"/>
        </pc:sldMkLst>
      </pc:sldChg>
      <pc:sldChg chg="addSp delSp modSp add mod delAnim modAnim modNotesTx">
        <pc:chgData name="Said Nabi Lecturer FCSE" userId="22162f9c-d122-430c-b6e9-ac8024b7b6c6" providerId="ADAL" clId="{63A2EA4F-C832-8044-906D-F0B63E4766A7}" dt="2025-07-26T17:33:51.884" v="627" actId="20577"/>
        <pc:sldMkLst>
          <pc:docMk/>
          <pc:sldMk cId="990652252" sldId="329"/>
        </pc:sldMkLst>
      </pc:sldChg>
      <pc:sldChg chg="add ord">
        <pc:chgData name="Said Nabi Lecturer FCSE" userId="22162f9c-d122-430c-b6e9-ac8024b7b6c6" providerId="ADAL" clId="{63A2EA4F-C832-8044-906D-F0B63E4766A7}" dt="2025-07-26T17:39:54.745" v="628" actId="20578"/>
        <pc:sldMkLst>
          <pc:docMk/>
          <pc:sldMk cId="3509597669" sldId="330"/>
        </pc:sldMkLst>
      </pc:sldChg>
      <pc:sldChg chg="addSp delSp modSp add mod delAnim">
        <pc:chgData name="Said Nabi Lecturer FCSE" userId="22162f9c-d122-430c-b6e9-ac8024b7b6c6" providerId="ADAL" clId="{63A2EA4F-C832-8044-906D-F0B63E4766A7}" dt="2025-07-26T17:43:02.007" v="647" actId="14100"/>
        <pc:sldMkLst>
          <pc:docMk/>
          <pc:sldMk cId="1953087460" sldId="331"/>
        </pc:sldMkLst>
      </pc:sldChg>
      <pc:sldChg chg="modSp add">
        <pc:chgData name="Said Nabi Lecturer FCSE" userId="22162f9c-d122-430c-b6e9-ac8024b7b6c6" providerId="ADAL" clId="{63A2EA4F-C832-8044-906D-F0B63E4766A7}" dt="2025-07-26T17:47:14.500" v="688" actId="20577"/>
        <pc:sldMkLst>
          <pc:docMk/>
          <pc:sldMk cId="2250625989" sldId="332"/>
        </pc:sldMkLst>
      </pc:sldChg>
      <pc:sldChg chg="modAnim">
        <pc:chgData name="Said Nabi Lecturer FCSE" userId="22162f9c-d122-430c-b6e9-ac8024b7b6c6" providerId="ADAL" clId="{63A2EA4F-C832-8044-906D-F0B63E4766A7}" dt="2025-07-29T11:36:32.604" v="941"/>
        <pc:sldMkLst>
          <pc:docMk/>
          <pc:sldMk cId="299346224" sldId="361"/>
        </pc:sldMkLst>
      </pc:sldChg>
      <pc:sldChg chg="modAnim">
        <pc:chgData name="Said Nabi Lecturer FCSE" userId="22162f9c-d122-430c-b6e9-ac8024b7b6c6" providerId="ADAL" clId="{63A2EA4F-C832-8044-906D-F0B63E4766A7}" dt="2025-07-29T11:37:00.839" v="944"/>
        <pc:sldMkLst>
          <pc:docMk/>
          <pc:sldMk cId="772503155" sldId="362"/>
        </pc:sldMkLst>
      </pc:sldChg>
      <pc:sldChg chg="addSp delSp modSp add mod modAnim modNotesTx">
        <pc:chgData name="Said Nabi Lecturer FCSE" userId="22162f9c-d122-430c-b6e9-ac8024b7b6c6" providerId="ADAL" clId="{63A2EA4F-C832-8044-906D-F0B63E4766A7}" dt="2025-07-29T11:38:39.823" v="955"/>
        <pc:sldMkLst>
          <pc:docMk/>
          <pc:sldMk cId="1341245696" sldId="363"/>
        </pc:sldMkLst>
      </pc:sldChg>
      <pc:sldChg chg="addSp delSp modSp add mod modAnim">
        <pc:chgData name="Said Nabi Lecturer FCSE" userId="22162f9c-d122-430c-b6e9-ac8024b7b6c6" providerId="ADAL" clId="{63A2EA4F-C832-8044-906D-F0B63E4766A7}" dt="2025-07-29T11:39:09.393" v="958"/>
        <pc:sldMkLst>
          <pc:docMk/>
          <pc:sldMk cId="2730024350" sldId="364"/>
        </pc:sldMkLst>
      </pc:sldChg>
      <pc:sldChg chg="addSp delSp modSp add mod modAnim modNotesTx">
        <pc:chgData name="Said Nabi Lecturer FCSE" userId="22162f9c-d122-430c-b6e9-ac8024b7b6c6" providerId="ADAL" clId="{63A2EA4F-C832-8044-906D-F0B63E4766A7}" dt="2025-07-29T11:39:35.937" v="961"/>
        <pc:sldMkLst>
          <pc:docMk/>
          <pc:sldMk cId="1105316595" sldId="365"/>
        </pc:sldMkLst>
      </pc:sldChg>
      <pc:sldChg chg="addSp delSp modSp add mod modAnim modNotesTx">
        <pc:chgData name="Said Nabi Lecturer FCSE" userId="22162f9c-d122-430c-b6e9-ac8024b7b6c6" providerId="ADAL" clId="{63A2EA4F-C832-8044-906D-F0B63E4766A7}" dt="2025-07-29T12:14:27.950" v="1157"/>
        <pc:sldMkLst>
          <pc:docMk/>
          <pc:sldMk cId="341172810" sldId="366"/>
        </pc:sldMkLst>
      </pc:sldChg>
      <pc:sldChg chg="addSp delSp modSp add mod delAnim modAnim modNotesTx">
        <pc:chgData name="Said Nabi Lecturer FCSE" userId="22162f9c-d122-430c-b6e9-ac8024b7b6c6" providerId="ADAL" clId="{63A2EA4F-C832-8044-906D-F0B63E4766A7}" dt="2025-07-29T12:40:03.765" v="1757" actId="20577"/>
        <pc:sldMkLst>
          <pc:docMk/>
          <pc:sldMk cId="985818955" sldId="367"/>
        </pc:sldMkLst>
      </pc:sldChg>
      <pc:sldChg chg="delSp modSp add mod addAnim delAnim modAnim">
        <pc:chgData name="Said Nabi Lecturer FCSE" userId="22162f9c-d122-430c-b6e9-ac8024b7b6c6" providerId="ADAL" clId="{63A2EA4F-C832-8044-906D-F0B63E4766A7}" dt="2025-07-31T06:13:31.312" v="1804" actId="207"/>
        <pc:sldMkLst>
          <pc:docMk/>
          <pc:sldMk cId="3009867033" sldId="368"/>
        </pc:sldMkLst>
      </pc:sldChg>
      <pc:sldChg chg="modSp add mod modAnim">
        <pc:chgData name="Said Nabi Lecturer FCSE" userId="22162f9c-d122-430c-b6e9-ac8024b7b6c6" providerId="ADAL" clId="{63A2EA4F-C832-8044-906D-F0B63E4766A7}" dt="2025-07-31T06:19:49.495" v="1834" actId="5793"/>
        <pc:sldMkLst>
          <pc:docMk/>
          <pc:sldMk cId="2443715781" sldId="369"/>
        </pc:sldMkLst>
      </pc:sldChg>
      <pc:sldChg chg="addSp modSp add mod ord modAnim">
        <pc:chgData name="Said Nabi Lecturer FCSE" userId="22162f9c-d122-430c-b6e9-ac8024b7b6c6" providerId="ADAL" clId="{63A2EA4F-C832-8044-906D-F0B63E4766A7}" dt="2025-07-31T06:56:29.386" v="1942" actId="20577"/>
        <pc:sldMkLst>
          <pc:docMk/>
          <pc:sldMk cId="1494972583" sldId="370"/>
        </pc:sldMkLst>
      </pc:sldChg>
      <pc:sldChg chg="addSp delSp modSp add mod delAnim modAnim">
        <pc:chgData name="Said Nabi Lecturer FCSE" userId="22162f9c-d122-430c-b6e9-ac8024b7b6c6" providerId="ADAL" clId="{63A2EA4F-C832-8044-906D-F0B63E4766A7}" dt="2025-07-31T06:56:18.685" v="1938" actId="313"/>
        <pc:sldMkLst>
          <pc:docMk/>
          <pc:sldMk cId="2520946812" sldId="371"/>
        </pc:sldMkLst>
      </pc:sldChg>
      <pc:sldChg chg="addSp delSp modSp add mod addAnim delAnim modAnim">
        <pc:chgData name="Said Nabi Lecturer FCSE" userId="22162f9c-d122-430c-b6e9-ac8024b7b6c6" providerId="ADAL" clId="{63A2EA4F-C832-8044-906D-F0B63E4766A7}" dt="2025-07-31T07:08:48.894" v="1969"/>
        <pc:sldMkLst>
          <pc:docMk/>
          <pc:sldMk cId="1395159004" sldId="372"/>
        </pc:sldMkLst>
      </pc:sldChg>
      <pc:sldChg chg="delSp modSp add mod modAnim modNotesTx">
        <pc:chgData name="Said Nabi Lecturer FCSE" userId="22162f9c-d122-430c-b6e9-ac8024b7b6c6" providerId="ADAL" clId="{63A2EA4F-C832-8044-906D-F0B63E4766A7}" dt="2025-07-31T11:49:40.335" v="2112" actId="20577"/>
        <pc:sldMkLst>
          <pc:docMk/>
          <pc:sldMk cId="3840381346" sldId="373"/>
        </pc:sldMkLst>
      </pc:sldChg>
      <pc:sldChg chg="modSp add mod modNotesTx">
        <pc:chgData name="Said Nabi Lecturer FCSE" userId="22162f9c-d122-430c-b6e9-ac8024b7b6c6" providerId="ADAL" clId="{63A2EA4F-C832-8044-906D-F0B63E4766A7}" dt="2025-07-31T11:49:34.805" v="2111" actId="20577"/>
        <pc:sldMkLst>
          <pc:docMk/>
          <pc:sldMk cId="313620583" sldId="374"/>
        </pc:sldMkLst>
      </pc:sldChg>
      <pc:sldChg chg="addSp delSp modSp add mod delAnim modAnim modNotesTx">
        <pc:chgData name="Said Nabi Lecturer FCSE" userId="22162f9c-d122-430c-b6e9-ac8024b7b6c6" providerId="ADAL" clId="{63A2EA4F-C832-8044-906D-F0B63E4766A7}" dt="2025-07-31T11:49:27.662" v="2110" actId="20577"/>
        <pc:sldMkLst>
          <pc:docMk/>
          <pc:sldMk cId="4038431162" sldId="375"/>
        </pc:sldMkLst>
      </pc:sldChg>
      <pc:sldChg chg="addSp modSp add mod modAnim modNotesTx">
        <pc:chgData name="Said Nabi Lecturer FCSE" userId="22162f9c-d122-430c-b6e9-ac8024b7b6c6" providerId="ADAL" clId="{63A2EA4F-C832-8044-906D-F0B63E4766A7}" dt="2025-07-31T11:49:22.607" v="2109" actId="20577"/>
        <pc:sldMkLst>
          <pc:docMk/>
          <pc:sldMk cId="1083104651" sldId="376"/>
        </pc:sldMkLst>
      </pc:sldChg>
      <pc:sldChg chg="modSp add mod modAnim modNotesTx">
        <pc:chgData name="Said Nabi Lecturer FCSE" userId="22162f9c-d122-430c-b6e9-ac8024b7b6c6" providerId="ADAL" clId="{63A2EA4F-C832-8044-906D-F0B63E4766A7}" dt="2025-07-31T11:49:17.775" v="2108" actId="20577"/>
        <pc:sldMkLst>
          <pc:docMk/>
          <pc:sldMk cId="1971644592" sldId="377"/>
        </pc:sldMkLst>
      </pc:sldChg>
      <pc:sldChg chg="modSp add mod modNotesTx">
        <pc:chgData name="Said Nabi Lecturer FCSE" userId="22162f9c-d122-430c-b6e9-ac8024b7b6c6" providerId="ADAL" clId="{63A2EA4F-C832-8044-906D-F0B63E4766A7}" dt="2025-07-31T11:55:41.802" v="2180" actId="20577"/>
        <pc:sldMkLst>
          <pc:docMk/>
          <pc:sldMk cId="3616486474" sldId="378"/>
        </pc:sldMkLst>
      </pc:sldChg>
      <pc:sldChg chg="modSp add mod modNotesTx">
        <pc:chgData name="Said Nabi Lecturer FCSE" userId="22162f9c-d122-430c-b6e9-ac8024b7b6c6" providerId="ADAL" clId="{63A2EA4F-C832-8044-906D-F0B63E4766A7}" dt="2025-07-31T11:49:09.062" v="2106" actId="20577"/>
        <pc:sldMkLst>
          <pc:docMk/>
          <pc:sldMk cId="3311277269" sldId="379"/>
        </pc:sldMkLst>
      </pc:sldChg>
      <pc:sldChg chg="add del">
        <pc:chgData name="Said Nabi Lecturer FCSE" userId="22162f9c-d122-430c-b6e9-ac8024b7b6c6" providerId="ADAL" clId="{63A2EA4F-C832-8044-906D-F0B63E4766A7}" dt="2025-07-31T11:44:20.846" v="2105" actId="2696"/>
        <pc:sldMkLst>
          <pc:docMk/>
          <pc:sldMk cId="1845218923" sldId="380"/>
        </pc:sldMkLst>
      </pc:sldChg>
      <pc:sldChg chg="addSp delSp modSp add mod ord modAnim">
        <pc:chgData name="Said Nabi Lecturer FCSE" userId="22162f9c-d122-430c-b6e9-ac8024b7b6c6" providerId="ADAL" clId="{63A2EA4F-C832-8044-906D-F0B63E4766A7}" dt="2025-07-31T12:42:54.315" v="2208"/>
        <pc:sldMkLst>
          <pc:docMk/>
          <pc:sldMk cId="2737593081" sldId="380"/>
        </pc:sldMkLst>
      </pc:sldChg>
      <pc:sldChg chg="modSp add mod modNotesTx">
        <pc:chgData name="Said Nabi Lecturer FCSE" userId="22162f9c-d122-430c-b6e9-ac8024b7b6c6" providerId="ADAL" clId="{63A2EA4F-C832-8044-906D-F0B63E4766A7}" dt="2025-07-31T12:45:11.977" v="2224" actId="20577"/>
        <pc:sldMkLst>
          <pc:docMk/>
          <pc:sldMk cId="2592197823" sldId="381"/>
        </pc:sldMkLst>
      </pc:sldChg>
      <pc:sldChg chg="add del">
        <pc:chgData name="Said Nabi Lecturer FCSE" userId="22162f9c-d122-430c-b6e9-ac8024b7b6c6" providerId="ADAL" clId="{63A2EA4F-C832-8044-906D-F0B63E4766A7}" dt="2025-07-31T11:44:15.603" v="2103" actId="2890"/>
        <pc:sldMkLst>
          <pc:docMk/>
          <pc:sldMk cId="2822925828" sldId="381"/>
        </pc:sldMkLst>
      </pc:sldChg>
      <pc:sldChg chg="modSp add mod modNotesTx">
        <pc:chgData name="Said Nabi Lecturer FCSE" userId="22162f9c-d122-430c-b6e9-ac8024b7b6c6" providerId="ADAL" clId="{63A2EA4F-C832-8044-906D-F0B63E4766A7}" dt="2025-07-31T12:46:52.354" v="2236" actId="20577"/>
        <pc:sldMkLst>
          <pc:docMk/>
          <pc:sldMk cId="421580266" sldId="382"/>
        </pc:sldMkLst>
      </pc:sldChg>
      <pc:sldChg chg="addSp modSp add mod modNotesTx">
        <pc:chgData name="Said Nabi Lecturer FCSE" userId="22162f9c-d122-430c-b6e9-ac8024b7b6c6" providerId="ADAL" clId="{63A2EA4F-C832-8044-906D-F0B63E4766A7}" dt="2025-07-31T12:49:05.080" v="2250" actId="20577"/>
        <pc:sldMkLst>
          <pc:docMk/>
          <pc:sldMk cId="3261006498" sldId="383"/>
        </pc:sldMkLst>
      </pc:sldChg>
    </pc:docChg>
  </pc:docChgLst>
  <pc:docChgLst>
    <pc:chgData name="Said Nabi Lecturer FCSE" userId="22162f9c-d122-430c-b6e9-ac8024b7b6c6" providerId="ADAL" clId="{3C2EED44-34BE-BD45-BA3D-D6EE60DC1207}"/>
    <pc:docChg chg="undo custSel addSld modSld sldOrd">
      <pc:chgData name="Said Nabi Lecturer FCSE" userId="22162f9c-d122-430c-b6e9-ac8024b7b6c6" providerId="ADAL" clId="{3C2EED44-34BE-BD45-BA3D-D6EE60DC1207}" dt="2025-10-03T07:42:12.002" v="464" actId="1035"/>
      <pc:docMkLst>
        <pc:docMk/>
      </pc:docMkLst>
      <pc:sldChg chg="modSp mod">
        <pc:chgData name="Said Nabi Lecturer FCSE" userId="22162f9c-d122-430c-b6e9-ac8024b7b6c6" providerId="ADAL" clId="{3C2EED44-34BE-BD45-BA3D-D6EE60DC1207}" dt="2025-10-03T05:18:40.850" v="3" actId="20577"/>
        <pc:sldMkLst>
          <pc:docMk/>
          <pc:sldMk cId="1696953445" sldId="384"/>
        </pc:sldMkLst>
        <pc:spChg chg="mod">
          <ac:chgData name="Said Nabi Lecturer FCSE" userId="22162f9c-d122-430c-b6e9-ac8024b7b6c6" providerId="ADAL" clId="{3C2EED44-34BE-BD45-BA3D-D6EE60DC1207}" dt="2025-10-03T05:18:40.850" v="3" actId="20577"/>
          <ac:spMkLst>
            <pc:docMk/>
            <pc:sldMk cId="1696953445" sldId="384"/>
            <ac:spMk id="4" creationId="{00000000-0000-0000-0000-000000000000}"/>
          </ac:spMkLst>
        </pc:spChg>
      </pc:sldChg>
      <pc:sldChg chg="ord">
        <pc:chgData name="Said Nabi Lecturer FCSE" userId="22162f9c-d122-430c-b6e9-ac8024b7b6c6" providerId="ADAL" clId="{3C2EED44-34BE-BD45-BA3D-D6EE60DC1207}" dt="2025-10-03T06:39:51.876" v="110" actId="20578"/>
        <pc:sldMkLst>
          <pc:docMk/>
          <pc:sldMk cId="3152522218" sldId="1173"/>
        </pc:sldMkLst>
      </pc:sldChg>
      <pc:sldChg chg="addSp delSp modSp mod modAnim">
        <pc:chgData name="Said Nabi Lecturer FCSE" userId="22162f9c-d122-430c-b6e9-ac8024b7b6c6" providerId="ADAL" clId="{3C2EED44-34BE-BD45-BA3D-D6EE60DC1207}" dt="2025-10-03T05:42:25.713" v="54" actId="21"/>
        <pc:sldMkLst>
          <pc:docMk/>
          <pc:sldMk cId="386339959" sldId="1193"/>
        </pc:sldMkLst>
      </pc:sldChg>
      <pc:sldChg chg="addSp delSp modSp new mod modAnim">
        <pc:chgData name="Said Nabi Lecturer FCSE" userId="22162f9c-d122-430c-b6e9-ac8024b7b6c6" providerId="ADAL" clId="{3C2EED44-34BE-BD45-BA3D-D6EE60DC1207}" dt="2025-10-03T05:48:09.127" v="108" actId="20577"/>
        <pc:sldMkLst>
          <pc:docMk/>
          <pc:sldMk cId="2481751389" sldId="1219"/>
        </pc:sldMkLst>
      </pc:sldChg>
      <pc:sldChg chg="delSp modSp add mod">
        <pc:chgData name="Said Nabi Lecturer FCSE" userId="22162f9c-d122-430c-b6e9-ac8024b7b6c6" providerId="ADAL" clId="{3C2EED44-34BE-BD45-BA3D-D6EE60DC1207}" dt="2025-10-03T06:45:17.150" v="141" actId="5793"/>
        <pc:sldMkLst>
          <pc:docMk/>
          <pc:sldMk cId="1709720613" sldId="1220"/>
        </pc:sldMkLst>
      </pc:sldChg>
      <pc:sldChg chg="modSp add mod">
        <pc:chgData name="Said Nabi Lecturer FCSE" userId="22162f9c-d122-430c-b6e9-ac8024b7b6c6" providerId="ADAL" clId="{3C2EED44-34BE-BD45-BA3D-D6EE60DC1207}" dt="2025-10-03T07:22:40.473" v="183" actId="1076"/>
        <pc:sldMkLst>
          <pc:docMk/>
          <pc:sldMk cId="2099166459" sldId="1221"/>
        </pc:sldMkLst>
      </pc:sldChg>
      <pc:sldChg chg="addSp delSp modSp add mod modAnim">
        <pc:chgData name="Said Nabi Lecturer FCSE" userId="22162f9c-d122-430c-b6e9-ac8024b7b6c6" providerId="ADAL" clId="{3C2EED44-34BE-BD45-BA3D-D6EE60DC1207}" dt="2025-10-03T07:42:12.002" v="464" actId="1035"/>
        <pc:sldMkLst>
          <pc:docMk/>
          <pc:sldMk cId="641485893" sldId="1222"/>
        </pc:sldMkLst>
      </pc:sldChg>
    </pc:docChg>
  </pc:docChgLst>
  <pc:docChgLst>
    <pc:chgData name="Said Nabi Lecturer FCSE" userId="22162f9c-d122-430c-b6e9-ac8024b7b6c6" providerId="ADAL" clId="{5C3D23FC-3187-CF4E-92B7-91605870A461}"/>
    <pc:docChg chg="undo custSel addSld delSld modSld">
      <pc:chgData name="Said Nabi Lecturer FCSE" userId="22162f9c-d122-430c-b6e9-ac8024b7b6c6" providerId="ADAL" clId="{5C3D23FC-3187-CF4E-92B7-91605870A461}" dt="2025-09-12T08:14:24.087" v="1154" actId="2696"/>
      <pc:docMkLst>
        <pc:docMk/>
      </pc:docMkLst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950663639" sldId="337"/>
        </pc:sldMkLst>
      </pc:sldChg>
      <pc:sldChg chg="modSp add mod modAnim">
        <pc:chgData name="Said Nabi Lecturer FCSE" userId="22162f9c-d122-430c-b6e9-ac8024b7b6c6" providerId="ADAL" clId="{5C3D23FC-3187-CF4E-92B7-91605870A461}" dt="2025-09-12T05:30:40.871" v="787" actId="20577"/>
        <pc:sldMkLst>
          <pc:docMk/>
          <pc:sldMk cId="1096063026" sldId="337"/>
        </pc:sldMkLst>
      </pc:sldChg>
      <pc:sldChg chg="modSp add mod modAnim">
        <pc:chgData name="Said Nabi Lecturer FCSE" userId="22162f9c-d122-430c-b6e9-ac8024b7b6c6" providerId="ADAL" clId="{5C3D23FC-3187-CF4E-92B7-91605870A461}" dt="2025-09-12T05:29:25.297" v="764" actId="1076"/>
        <pc:sldMkLst>
          <pc:docMk/>
          <pc:sldMk cId="1782271132" sldId="338"/>
        </pc:sldMkLst>
      </pc:sldChg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2771841750" sldId="338"/>
        </pc:sldMkLst>
      </pc:sldChg>
      <pc:sldChg chg="modSp add del">
        <pc:chgData name="Said Nabi Lecturer FCSE" userId="22162f9c-d122-430c-b6e9-ac8024b7b6c6" providerId="ADAL" clId="{5C3D23FC-3187-CF4E-92B7-91605870A461}" dt="2025-09-12T08:14:24.035" v="1150" actId="2696"/>
        <pc:sldMkLst>
          <pc:docMk/>
          <pc:sldMk cId="969253351" sldId="339"/>
        </pc:sldMkLst>
      </pc:sldChg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2190156775" sldId="339"/>
        </pc:sldMkLst>
      </pc:sldChg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12485652" sldId="340"/>
        </pc:sldMkLst>
      </pc:sldChg>
      <pc:sldChg chg="modSp add del">
        <pc:chgData name="Said Nabi Lecturer FCSE" userId="22162f9c-d122-430c-b6e9-ac8024b7b6c6" providerId="ADAL" clId="{5C3D23FC-3187-CF4E-92B7-91605870A461}" dt="2025-09-12T08:14:24.062" v="1151" actId="2696"/>
        <pc:sldMkLst>
          <pc:docMk/>
          <pc:sldMk cId="3879532788" sldId="340"/>
        </pc:sldMkLst>
      </pc:sldChg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1316631682" sldId="341"/>
        </pc:sldMkLst>
      </pc:sldChg>
      <pc:sldChg chg="modSp add del">
        <pc:chgData name="Said Nabi Lecturer FCSE" userId="22162f9c-d122-430c-b6e9-ac8024b7b6c6" providerId="ADAL" clId="{5C3D23FC-3187-CF4E-92B7-91605870A461}" dt="2025-09-12T08:14:24.070" v="1152" actId="2696"/>
        <pc:sldMkLst>
          <pc:docMk/>
          <pc:sldMk cId="4053699832" sldId="341"/>
        </pc:sldMkLst>
      </pc:sldChg>
      <pc:sldChg chg="modSp add del">
        <pc:chgData name="Said Nabi Lecturer FCSE" userId="22162f9c-d122-430c-b6e9-ac8024b7b6c6" providerId="ADAL" clId="{5C3D23FC-3187-CF4E-92B7-91605870A461}" dt="2025-09-12T08:14:24.077" v="1153" actId="2696"/>
        <pc:sldMkLst>
          <pc:docMk/>
          <pc:sldMk cId="2732423598" sldId="342"/>
        </pc:sldMkLst>
      </pc:sldChg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2935591733" sldId="342"/>
        </pc:sldMkLst>
      </pc:sldChg>
      <pc:sldChg chg="modSp add del">
        <pc:chgData name="Said Nabi Lecturer FCSE" userId="22162f9c-d122-430c-b6e9-ac8024b7b6c6" providerId="ADAL" clId="{5C3D23FC-3187-CF4E-92B7-91605870A461}" dt="2025-09-12T08:14:24.087" v="1154" actId="2696"/>
        <pc:sldMkLst>
          <pc:docMk/>
          <pc:sldMk cId="1523823777" sldId="343"/>
        </pc:sldMkLst>
      </pc:sldChg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3554708832" sldId="343"/>
        </pc:sldMkLst>
      </pc:sldChg>
      <pc:sldChg chg="modSp mod">
        <pc:chgData name="Said Nabi Lecturer FCSE" userId="22162f9c-d122-430c-b6e9-ac8024b7b6c6" providerId="ADAL" clId="{5C3D23FC-3187-CF4E-92B7-91605870A461}" dt="2025-09-12T01:34:37.532" v="1" actId="20577"/>
        <pc:sldMkLst>
          <pc:docMk/>
          <pc:sldMk cId="1696953445" sldId="384"/>
        </pc:sldMkLst>
      </pc:sldChg>
      <pc:sldChg chg="addSp delSp modSp mod">
        <pc:chgData name="Said Nabi Lecturer FCSE" userId="22162f9c-d122-430c-b6e9-ac8024b7b6c6" providerId="ADAL" clId="{5C3D23FC-3187-CF4E-92B7-91605870A461}" dt="2025-09-12T02:26:55.009" v="362" actId="21"/>
        <pc:sldMkLst>
          <pc:docMk/>
          <pc:sldMk cId="1890934650" sldId="1019"/>
        </pc:sldMkLst>
      </pc:sldChg>
      <pc:sldChg chg="add del">
        <pc:chgData name="Said Nabi Lecturer FCSE" userId="22162f9c-d122-430c-b6e9-ac8024b7b6c6" providerId="ADAL" clId="{5C3D23FC-3187-CF4E-92B7-91605870A461}" dt="2025-09-12T01:35:35.556" v="72" actId="2696"/>
        <pc:sldMkLst>
          <pc:docMk/>
          <pc:sldMk cId="3622696953" sldId="1097"/>
        </pc:sldMkLst>
      </pc:sldChg>
      <pc:sldChg chg="add del">
        <pc:chgData name="Said Nabi Lecturer FCSE" userId="22162f9c-d122-430c-b6e9-ac8024b7b6c6" providerId="ADAL" clId="{5C3D23FC-3187-CF4E-92B7-91605870A461}" dt="2025-09-12T01:35:35.577" v="73" actId="2696"/>
        <pc:sldMkLst>
          <pc:docMk/>
          <pc:sldMk cId="3760669795" sldId="1098"/>
        </pc:sldMkLst>
      </pc:sldChg>
      <pc:sldChg chg="add del">
        <pc:chgData name="Said Nabi Lecturer FCSE" userId="22162f9c-d122-430c-b6e9-ac8024b7b6c6" providerId="ADAL" clId="{5C3D23FC-3187-CF4E-92B7-91605870A461}" dt="2025-09-12T01:35:35.605" v="75" actId="2696"/>
        <pc:sldMkLst>
          <pc:docMk/>
          <pc:sldMk cId="1038352189" sldId="1100"/>
        </pc:sldMkLst>
      </pc:sldChg>
      <pc:sldChg chg="add del">
        <pc:chgData name="Said Nabi Lecturer FCSE" userId="22162f9c-d122-430c-b6e9-ac8024b7b6c6" providerId="ADAL" clId="{5C3D23FC-3187-CF4E-92B7-91605870A461}" dt="2025-09-12T01:35:35.616" v="76" actId="2696"/>
        <pc:sldMkLst>
          <pc:docMk/>
          <pc:sldMk cId="4279825855" sldId="1101"/>
        </pc:sldMkLst>
      </pc:sldChg>
      <pc:sldChg chg="add del">
        <pc:chgData name="Said Nabi Lecturer FCSE" userId="22162f9c-d122-430c-b6e9-ac8024b7b6c6" providerId="ADAL" clId="{5C3D23FC-3187-CF4E-92B7-91605870A461}" dt="2025-09-12T01:35:35.625" v="77" actId="2696"/>
        <pc:sldMkLst>
          <pc:docMk/>
          <pc:sldMk cId="599551991" sldId="1102"/>
        </pc:sldMkLst>
      </pc:sldChg>
      <pc:sldChg chg="add del">
        <pc:chgData name="Said Nabi Lecturer FCSE" userId="22162f9c-d122-430c-b6e9-ac8024b7b6c6" providerId="ADAL" clId="{5C3D23FC-3187-CF4E-92B7-91605870A461}" dt="2025-09-12T01:35:35.634" v="78" actId="2696"/>
        <pc:sldMkLst>
          <pc:docMk/>
          <pc:sldMk cId="2514025918" sldId="1103"/>
        </pc:sldMkLst>
      </pc:sldChg>
      <pc:sldChg chg="add del">
        <pc:chgData name="Said Nabi Lecturer FCSE" userId="22162f9c-d122-430c-b6e9-ac8024b7b6c6" providerId="ADAL" clId="{5C3D23FC-3187-CF4E-92B7-91605870A461}" dt="2025-09-12T01:35:35.644" v="79" actId="2696"/>
        <pc:sldMkLst>
          <pc:docMk/>
          <pc:sldMk cId="858104786" sldId="1104"/>
        </pc:sldMkLst>
      </pc:sldChg>
      <pc:sldChg chg="add del">
        <pc:chgData name="Said Nabi Lecturer FCSE" userId="22162f9c-d122-430c-b6e9-ac8024b7b6c6" providerId="ADAL" clId="{5C3D23FC-3187-CF4E-92B7-91605870A461}" dt="2025-09-12T01:35:35.654" v="80" actId="2696"/>
        <pc:sldMkLst>
          <pc:docMk/>
          <pc:sldMk cId="3344359515" sldId="1105"/>
        </pc:sldMkLst>
      </pc:sldChg>
      <pc:sldChg chg="add del">
        <pc:chgData name="Said Nabi Lecturer FCSE" userId="22162f9c-d122-430c-b6e9-ac8024b7b6c6" providerId="ADAL" clId="{5C3D23FC-3187-CF4E-92B7-91605870A461}" dt="2025-09-12T01:35:35.665" v="81" actId="2696"/>
        <pc:sldMkLst>
          <pc:docMk/>
          <pc:sldMk cId="743226945" sldId="1106"/>
        </pc:sldMkLst>
      </pc:sldChg>
      <pc:sldChg chg="add del">
        <pc:chgData name="Said Nabi Lecturer FCSE" userId="22162f9c-d122-430c-b6e9-ac8024b7b6c6" providerId="ADAL" clId="{5C3D23FC-3187-CF4E-92B7-91605870A461}" dt="2025-09-12T01:35:35.592" v="74" actId="2696"/>
        <pc:sldMkLst>
          <pc:docMk/>
          <pc:sldMk cId="3263338990" sldId="1107"/>
        </pc:sldMkLst>
      </pc:sldChg>
      <pc:sldChg chg="add del">
        <pc:chgData name="Said Nabi Lecturer FCSE" userId="22162f9c-d122-430c-b6e9-ac8024b7b6c6" providerId="ADAL" clId="{5C3D23FC-3187-CF4E-92B7-91605870A461}" dt="2025-09-12T01:35:35.671" v="82" actId="2696"/>
        <pc:sldMkLst>
          <pc:docMk/>
          <pc:sldMk cId="2214456818" sldId="1109"/>
        </pc:sldMkLst>
      </pc:sldChg>
      <pc:sldChg chg="add del">
        <pc:chgData name="Said Nabi Lecturer FCSE" userId="22162f9c-d122-430c-b6e9-ac8024b7b6c6" providerId="ADAL" clId="{5C3D23FC-3187-CF4E-92B7-91605870A461}" dt="2025-09-12T01:35:35.692" v="84" actId="2696"/>
        <pc:sldMkLst>
          <pc:docMk/>
          <pc:sldMk cId="1707629631" sldId="1111"/>
        </pc:sldMkLst>
      </pc:sldChg>
      <pc:sldChg chg="add del">
        <pc:chgData name="Said Nabi Lecturer FCSE" userId="22162f9c-d122-430c-b6e9-ac8024b7b6c6" providerId="ADAL" clId="{5C3D23FC-3187-CF4E-92B7-91605870A461}" dt="2025-09-12T01:35:35.706" v="85" actId="2696"/>
        <pc:sldMkLst>
          <pc:docMk/>
          <pc:sldMk cId="2460403975" sldId="1112"/>
        </pc:sldMkLst>
      </pc:sldChg>
      <pc:sldChg chg="add del">
        <pc:chgData name="Said Nabi Lecturer FCSE" userId="22162f9c-d122-430c-b6e9-ac8024b7b6c6" providerId="ADAL" clId="{5C3D23FC-3187-CF4E-92B7-91605870A461}" dt="2025-09-12T01:35:35.725" v="87" actId="2696"/>
        <pc:sldMkLst>
          <pc:docMk/>
          <pc:sldMk cId="3693101677" sldId="1113"/>
        </pc:sldMkLst>
      </pc:sldChg>
      <pc:sldChg chg="add del">
        <pc:chgData name="Said Nabi Lecturer FCSE" userId="22162f9c-d122-430c-b6e9-ac8024b7b6c6" providerId="ADAL" clId="{5C3D23FC-3187-CF4E-92B7-91605870A461}" dt="2025-09-12T01:35:35.716" v="86" actId="2696"/>
        <pc:sldMkLst>
          <pc:docMk/>
          <pc:sldMk cId="69748182" sldId="1114"/>
        </pc:sldMkLst>
      </pc:sldChg>
      <pc:sldChg chg="add del">
        <pc:chgData name="Said Nabi Lecturer FCSE" userId="22162f9c-d122-430c-b6e9-ac8024b7b6c6" providerId="ADAL" clId="{5C3D23FC-3187-CF4E-92B7-91605870A461}" dt="2025-09-12T01:35:35.735" v="88" actId="2696"/>
        <pc:sldMkLst>
          <pc:docMk/>
          <pc:sldMk cId="2296264458" sldId="1115"/>
        </pc:sldMkLst>
      </pc:sldChg>
      <pc:sldChg chg="add del">
        <pc:chgData name="Said Nabi Lecturer FCSE" userId="22162f9c-d122-430c-b6e9-ac8024b7b6c6" providerId="ADAL" clId="{5C3D23FC-3187-CF4E-92B7-91605870A461}" dt="2025-09-12T01:35:35.746" v="89" actId="2696"/>
        <pc:sldMkLst>
          <pc:docMk/>
          <pc:sldMk cId="466852178" sldId="1116"/>
        </pc:sldMkLst>
      </pc:sldChg>
      <pc:sldChg chg="add del">
        <pc:chgData name="Said Nabi Lecturer FCSE" userId="22162f9c-d122-430c-b6e9-ac8024b7b6c6" providerId="ADAL" clId="{5C3D23FC-3187-CF4E-92B7-91605870A461}" dt="2025-09-12T01:35:35.751" v="90" actId="2696"/>
        <pc:sldMkLst>
          <pc:docMk/>
          <pc:sldMk cId="1831332921" sldId="1117"/>
        </pc:sldMkLst>
      </pc:sldChg>
      <pc:sldChg chg="add del">
        <pc:chgData name="Said Nabi Lecturer FCSE" userId="22162f9c-d122-430c-b6e9-ac8024b7b6c6" providerId="ADAL" clId="{5C3D23FC-3187-CF4E-92B7-91605870A461}" dt="2025-09-12T01:35:35.771" v="92" actId="2696"/>
        <pc:sldMkLst>
          <pc:docMk/>
          <pc:sldMk cId="1358618617" sldId="1118"/>
        </pc:sldMkLst>
      </pc:sldChg>
      <pc:sldChg chg="add del">
        <pc:chgData name="Said Nabi Lecturer FCSE" userId="22162f9c-d122-430c-b6e9-ac8024b7b6c6" providerId="ADAL" clId="{5C3D23FC-3187-CF4E-92B7-91605870A461}" dt="2025-09-12T01:35:35.776" v="93" actId="2696"/>
        <pc:sldMkLst>
          <pc:docMk/>
          <pc:sldMk cId="2943906399" sldId="1119"/>
        </pc:sldMkLst>
      </pc:sldChg>
      <pc:sldChg chg="add del">
        <pc:chgData name="Said Nabi Lecturer FCSE" userId="22162f9c-d122-430c-b6e9-ac8024b7b6c6" providerId="ADAL" clId="{5C3D23FC-3187-CF4E-92B7-91605870A461}" dt="2025-09-12T01:35:35.791" v="95" actId="2696"/>
        <pc:sldMkLst>
          <pc:docMk/>
          <pc:sldMk cId="250426232" sldId="1120"/>
        </pc:sldMkLst>
      </pc:sldChg>
      <pc:sldChg chg="add del">
        <pc:chgData name="Said Nabi Lecturer FCSE" userId="22162f9c-d122-430c-b6e9-ac8024b7b6c6" providerId="ADAL" clId="{5C3D23FC-3187-CF4E-92B7-91605870A461}" dt="2025-09-12T01:35:35.762" v="91" actId="2696"/>
        <pc:sldMkLst>
          <pc:docMk/>
          <pc:sldMk cId="3780248084" sldId="1121"/>
        </pc:sldMkLst>
      </pc:sldChg>
      <pc:sldChg chg="add del">
        <pc:chgData name="Said Nabi Lecturer FCSE" userId="22162f9c-d122-430c-b6e9-ac8024b7b6c6" providerId="ADAL" clId="{5C3D23FC-3187-CF4E-92B7-91605870A461}" dt="2025-09-12T01:35:35.786" v="94" actId="2696"/>
        <pc:sldMkLst>
          <pc:docMk/>
          <pc:sldMk cId="329633590" sldId="1122"/>
        </pc:sldMkLst>
      </pc:sldChg>
      <pc:sldChg chg="add del">
        <pc:chgData name="Said Nabi Lecturer FCSE" userId="22162f9c-d122-430c-b6e9-ac8024b7b6c6" providerId="ADAL" clId="{5C3D23FC-3187-CF4E-92B7-91605870A461}" dt="2025-09-12T01:35:35.803" v="96" actId="2696"/>
        <pc:sldMkLst>
          <pc:docMk/>
          <pc:sldMk cId="3855118072" sldId="1123"/>
        </pc:sldMkLst>
      </pc:sldChg>
      <pc:sldChg chg="modSp mod modAnim">
        <pc:chgData name="Said Nabi Lecturer FCSE" userId="22162f9c-d122-430c-b6e9-ac8024b7b6c6" providerId="ADAL" clId="{5C3D23FC-3187-CF4E-92B7-91605870A461}" dt="2025-09-12T05:20:15.872" v="699" actId="1076"/>
        <pc:sldMkLst>
          <pc:docMk/>
          <pc:sldMk cId="3364439907" sldId="1124"/>
        </pc:sldMkLst>
      </pc:sldChg>
      <pc:sldChg chg="add del">
        <pc:chgData name="Said Nabi Lecturer FCSE" userId="22162f9c-d122-430c-b6e9-ac8024b7b6c6" providerId="ADAL" clId="{5C3D23FC-3187-CF4E-92B7-91605870A461}" dt="2025-09-12T01:35:35.681" v="83" actId="2696"/>
        <pc:sldMkLst>
          <pc:docMk/>
          <pc:sldMk cId="1891952884" sldId="1125"/>
        </pc:sldMkLst>
      </pc:sldChg>
      <pc:sldChg chg="add del">
        <pc:chgData name="Said Nabi Lecturer FCSE" userId="22162f9c-d122-430c-b6e9-ac8024b7b6c6" providerId="ADAL" clId="{5C3D23FC-3187-CF4E-92B7-91605870A461}" dt="2025-09-12T01:35:35.813" v="97" actId="2696"/>
        <pc:sldMkLst>
          <pc:docMk/>
          <pc:sldMk cId="241760437" sldId="1126"/>
        </pc:sldMkLst>
      </pc:sldChg>
      <pc:sldChg chg="add del">
        <pc:chgData name="Said Nabi Lecturer FCSE" userId="22162f9c-d122-430c-b6e9-ac8024b7b6c6" providerId="ADAL" clId="{5C3D23FC-3187-CF4E-92B7-91605870A461}" dt="2025-09-12T01:35:35.824" v="98" actId="2696"/>
        <pc:sldMkLst>
          <pc:docMk/>
          <pc:sldMk cId="2896715979" sldId="1128"/>
        </pc:sldMkLst>
      </pc:sldChg>
      <pc:sldChg chg="add del">
        <pc:chgData name="Said Nabi Lecturer FCSE" userId="22162f9c-d122-430c-b6e9-ac8024b7b6c6" providerId="ADAL" clId="{5C3D23FC-3187-CF4E-92B7-91605870A461}" dt="2025-09-12T01:35:35.833" v="99" actId="2696"/>
        <pc:sldMkLst>
          <pc:docMk/>
          <pc:sldMk cId="593302822" sldId="1129"/>
        </pc:sldMkLst>
      </pc:sldChg>
      <pc:sldChg chg="add del">
        <pc:chgData name="Said Nabi Lecturer FCSE" userId="22162f9c-d122-430c-b6e9-ac8024b7b6c6" providerId="ADAL" clId="{5C3D23FC-3187-CF4E-92B7-91605870A461}" dt="2025-09-12T01:35:35.846" v="100" actId="2696"/>
        <pc:sldMkLst>
          <pc:docMk/>
          <pc:sldMk cId="3178279793" sldId="1130"/>
        </pc:sldMkLst>
      </pc:sldChg>
      <pc:sldChg chg="add del">
        <pc:chgData name="Said Nabi Lecturer FCSE" userId="22162f9c-d122-430c-b6e9-ac8024b7b6c6" providerId="ADAL" clId="{5C3D23FC-3187-CF4E-92B7-91605870A461}" dt="2025-09-12T01:35:35.850" v="101" actId="2696"/>
        <pc:sldMkLst>
          <pc:docMk/>
          <pc:sldMk cId="2303797746" sldId="1131"/>
        </pc:sldMkLst>
      </pc:sldChg>
      <pc:sldChg chg="add del">
        <pc:chgData name="Said Nabi Lecturer FCSE" userId="22162f9c-d122-430c-b6e9-ac8024b7b6c6" providerId="ADAL" clId="{5C3D23FC-3187-CF4E-92B7-91605870A461}" dt="2025-09-12T01:35:35.858" v="102" actId="2696"/>
        <pc:sldMkLst>
          <pc:docMk/>
          <pc:sldMk cId="2144598065" sldId="1132"/>
        </pc:sldMkLst>
      </pc:sldChg>
      <pc:sldChg chg="add del">
        <pc:chgData name="Said Nabi Lecturer FCSE" userId="22162f9c-d122-430c-b6e9-ac8024b7b6c6" providerId="ADAL" clId="{5C3D23FC-3187-CF4E-92B7-91605870A461}" dt="2025-09-12T01:35:35.869" v="103" actId="2696"/>
        <pc:sldMkLst>
          <pc:docMk/>
          <pc:sldMk cId="3198496999" sldId="1133"/>
        </pc:sldMkLst>
      </pc:sldChg>
      <pc:sldChg chg="add del">
        <pc:chgData name="Said Nabi Lecturer FCSE" userId="22162f9c-d122-430c-b6e9-ac8024b7b6c6" providerId="ADAL" clId="{5C3D23FC-3187-CF4E-92B7-91605870A461}" dt="2025-09-12T01:35:35.879" v="104" actId="2696"/>
        <pc:sldMkLst>
          <pc:docMk/>
          <pc:sldMk cId="1218247055" sldId="1134"/>
        </pc:sldMkLst>
      </pc:sldChg>
      <pc:sldChg chg="add del">
        <pc:chgData name="Said Nabi Lecturer FCSE" userId="22162f9c-d122-430c-b6e9-ac8024b7b6c6" providerId="ADAL" clId="{5C3D23FC-3187-CF4E-92B7-91605870A461}" dt="2025-09-12T01:35:35.889" v="105" actId="2696"/>
        <pc:sldMkLst>
          <pc:docMk/>
          <pc:sldMk cId="872205297" sldId="1135"/>
        </pc:sldMkLst>
      </pc:sldChg>
      <pc:sldChg chg="add del">
        <pc:chgData name="Said Nabi Lecturer FCSE" userId="22162f9c-d122-430c-b6e9-ac8024b7b6c6" providerId="ADAL" clId="{5C3D23FC-3187-CF4E-92B7-91605870A461}" dt="2025-09-12T01:35:21.912" v="37" actId="2696"/>
        <pc:sldMkLst>
          <pc:docMk/>
          <pc:sldMk cId="403607528" sldId="1136"/>
        </pc:sldMkLst>
      </pc:sldChg>
      <pc:sldChg chg="delSp modSp mod delAnim">
        <pc:chgData name="Said Nabi Lecturer FCSE" userId="22162f9c-d122-430c-b6e9-ac8024b7b6c6" providerId="ADAL" clId="{5C3D23FC-3187-CF4E-92B7-91605870A461}" dt="2025-09-12T05:21:35.404" v="701" actId="1076"/>
        <pc:sldMkLst>
          <pc:docMk/>
          <pc:sldMk cId="248812704" sldId="1137"/>
        </pc:sldMkLst>
      </pc:sldChg>
      <pc:sldChg chg="addSp delSp modSp add mod delAnim modAnim">
        <pc:chgData name="Said Nabi Lecturer FCSE" userId="22162f9c-d122-430c-b6e9-ac8024b7b6c6" providerId="ADAL" clId="{5C3D23FC-3187-CF4E-92B7-91605870A461}" dt="2025-09-12T05:21:44.138" v="704" actId="1076"/>
        <pc:sldMkLst>
          <pc:docMk/>
          <pc:sldMk cId="1938970744" sldId="1138"/>
        </pc:sldMkLst>
      </pc:sldChg>
      <pc:sldChg chg="addSp modSp add mod modAnim">
        <pc:chgData name="Said Nabi Lecturer FCSE" userId="22162f9c-d122-430c-b6e9-ac8024b7b6c6" providerId="ADAL" clId="{5C3D23FC-3187-CF4E-92B7-91605870A461}" dt="2025-09-12T05:22:50.666" v="713" actId="113"/>
        <pc:sldMkLst>
          <pc:docMk/>
          <pc:sldMk cId="1566437426" sldId="1139"/>
        </pc:sldMkLst>
      </pc:sldChg>
      <pc:sldChg chg="addSp delSp modSp add mod delAnim modAnim">
        <pc:chgData name="Said Nabi Lecturer FCSE" userId="22162f9c-d122-430c-b6e9-ac8024b7b6c6" providerId="ADAL" clId="{5C3D23FC-3187-CF4E-92B7-91605870A461}" dt="2025-09-12T05:24:54.392" v="724" actId="5793"/>
        <pc:sldMkLst>
          <pc:docMk/>
          <pc:sldMk cId="3780307356" sldId="1140"/>
        </pc:sldMkLst>
      </pc:sldChg>
      <pc:sldChg chg="addSp delSp modSp new mod addAnim delAnim modAnim">
        <pc:chgData name="Said Nabi Lecturer FCSE" userId="22162f9c-d122-430c-b6e9-ac8024b7b6c6" providerId="ADAL" clId="{5C3D23FC-3187-CF4E-92B7-91605870A461}" dt="2025-09-12T05:28:42.104" v="760" actId="20577"/>
        <pc:sldMkLst>
          <pc:docMk/>
          <pc:sldMk cId="580909099" sldId="1141"/>
        </pc:sldMkLst>
      </pc:sldChg>
      <pc:sldChg chg="delSp modSp add mod modNotesTx">
        <pc:chgData name="Said Nabi Lecturer FCSE" userId="22162f9c-d122-430c-b6e9-ac8024b7b6c6" providerId="ADAL" clId="{5C3D23FC-3187-CF4E-92B7-91605870A461}" dt="2025-09-12T05:26:40.700" v="742" actId="207"/>
        <pc:sldMkLst>
          <pc:docMk/>
          <pc:sldMk cId="1849588551" sldId="1142"/>
        </pc:sldMkLst>
      </pc:sldChg>
      <pc:sldChg chg="delSp modSp add mod">
        <pc:chgData name="Said Nabi Lecturer FCSE" userId="22162f9c-d122-430c-b6e9-ac8024b7b6c6" providerId="ADAL" clId="{5C3D23FC-3187-CF4E-92B7-91605870A461}" dt="2025-09-12T05:46:41.849" v="897" actId="5793"/>
        <pc:sldMkLst>
          <pc:docMk/>
          <pc:sldMk cId="2474882224" sldId="1143"/>
        </pc:sldMkLst>
      </pc:sldChg>
      <pc:sldChg chg="addSp delSp modSp add mod modAnim">
        <pc:chgData name="Said Nabi Lecturer FCSE" userId="22162f9c-d122-430c-b6e9-ac8024b7b6c6" providerId="ADAL" clId="{5C3D23FC-3187-CF4E-92B7-91605870A461}" dt="2025-09-12T06:18:20.019" v="1074" actId="1076"/>
        <pc:sldMkLst>
          <pc:docMk/>
          <pc:sldMk cId="4248586032" sldId="1144"/>
        </pc:sldMkLst>
      </pc:sldChg>
      <pc:sldChg chg="delSp modSp add mod">
        <pc:chgData name="Said Nabi Lecturer FCSE" userId="22162f9c-d122-430c-b6e9-ac8024b7b6c6" providerId="ADAL" clId="{5C3D23FC-3187-CF4E-92B7-91605870A461}" dt="2025-09-12T05:59:51.729" v="1017" actId="1076"/>
        <pc:sldMkLst>
          <pc:docMk/>
          <pc:sldMk cId="589527899" sldId="1145"/>
        </pc:sldMkLst>
      </pc:sldChg>
      <pc:sldChg chg="addSp delSp modSp add mod modAnim">
        <pc:chgData name="Said Nabi Lecturer FCSE" userId="22162f9c-d122-430c-b6e9-ac8024b7b6c6" providerId="ADAL" clId="{5C3D23FC-3187-CF4E-92B7-91605870A461}" dt="2025-09-12T06:21:59.413" v="1083" actId="1076"/>
        <pc:sldMkLst>
          <pc:docMk/>
          <pc:sldMk cId="4008382073" sldId="1146"/>
        </pc:sldMkLst>
      </pc:sldChg>
      <pc:sldChg chg="delSp modSp add mod">
        <pc:chgData name="Said Nabi Lecturer FCSE" userId="22162f9c-d122-430c-b6e9-ac8024b7b6c6" providerId="ADAL" clId="{5C3D23FC-3187-CF4E-92B7-91605870A461}" dt="2025-09-12T07:17:37.248" v="1149" actId="5793"/>
        <pc:sldMkLst>
          <pc:docMk/>
          <pc:sldMk cId="1622355600" sldId="1147"/>
        </pc:sldMkLst>
      </pc:sldChg>
    </pc:docChg>
  </pc:docChgLst>
  <pc:docChgLst>
    <pc:chgData name="Said Nabi Lecturer FCSE" userId="22162f9c-d122-430c-b6e9-ac8024b7b6c6" providerId="ADAL" clId="{4D02BC02-CA40-0145-8FAF-6BE3E7D9936D}"/>
    <pc:docChg chg="undo custSel addSld delSld modSld">
      <pc:chgData name="Said Nabi Lecturer FCSE" userId="22162f9c-d122-430c-b6e9-ac8024b7b6c6" providerId="ADAL" clId="{4D02BC02-CA40-0145-8FAF-6BE3E7D9936D}" dt="2025-09-18T06:13:14.080" v="279"/>
      <pc:docMkLst>
        <pc:docMk/>
      </pc:docMkLst>
      <pc:sldChg chg="modNotesTx">
        <pc:chgData name="Said Nabi Lecturer FCSE" userId="22162f9c-d122-430c-b6e9-ac8024b7b6c6" providerId="ADAL" clId="{4D02BC02-CA40-0145-8FAF-6BE3E7D9936D}" dt="2025-09-15T01:23:29.240" v="1" actId="20577"/>
        <pc:sldMkLst>
          <pc:docMk/>
          <pc:sldMk cId="1096063026" sldId="337"/>
        </pc:sldMkLst>
      </pc:sldChg>
      <pc:sldChg chg="modSp modNotesTx">
        <pc:chgData name="Said Nabi Lecturer FCSE" userId="22162f9c-d122-430c-b6e9-ac8024b7b6c6" providerId="ADAL" clId="{4D02BC02-CA40-0145-8FAF-6BE3E7D9936D}" dt="2025-09-16T04:59:56.066" v="18" actId="5793"/>
        <pc:sldMkLst>
          <pc:docMk/>
          <pc:sldMk cId="1782271132" sldId="338"/>
        </pc:sldMkLst>
      </pc:sldChg>
      <pc:sldChg chg="modAnim">
        <pc:chgData name="Said Nabi Lecturer FCSE" userId="22162f9c-d122-430c-b6e9-ac8024b7b6c6" providerId="ADAL" clId="{4D02BC02-CA40-0145-8FAF-6BE3E7D9936D}" dt="2025-09-18T06:13:14.080" v="279"/>
        <pc:sldMkLst>
          <pc:docMk/>
          <pc:sldMk cId="580909099" sldId="1141"/>
        </pc:sldMkLst>
      </pc:sldChg>
      <pc:sldChg chg="addSp modSp mod">
        <pc:chgData name="Said Nabi Lecturer FCSE" userId="22162f9c-d122-430c-b6e9-ac8024b7b6c6" providerId="ADAL" clId="{4D02BC02-CA40-0145-8FAF-6BE3E7D9936D}" dt="2025-09-16T05:31:28.156" v="24" actId="14100"/>
        <pc:sldMkLst>
          <pc:docMk/>
          <pc:sldMk cId="2474882224" sldId="1143"/>
        </pc:sldMkLst>
      </pc:sldChg>
      <pc:sldChg chg="modNotesTx">
        <pc:chgData name="Said Nabi Lecturer FCSE" userId="22162f9c-d122-430c-b6e9-ac8024b7b6c6" providerId="ADAL" clId="{4D02BC02-CA40-0145-8FAF-6BE3E7D9936D}" dt="2025-09-16T02:37:32.298" v="2" actId="20577"/>
        <pc:sldMkLst>
          <pc:docMk/>
          <pc:sldMk cId="1622355600" sldId="1147"/>
        </pc:sldMkLst>
      </pc:sldChg>
      <pc:sldChg chg="new del">
        <pc:chgData name="Said Nabi Lecturer FCSE" userId="22162f9c-d122-430c-b6e9-ac8024b7b6c6" providerId="ADAL" clId="{4D02BC02-CA40-0145-8FAF-6BE3E7D9936D}" dt="2025-09-17T13:21:52.286" v="26" actId="680"/>
        <pc:sldMkLst>
          <pc:docMk/>
          <pc:sldMk cId="12593894" sldId="1148"/>
        </pc:sldMkLst>
      </pc:sldChg>
      <pc:sldChg chg="add">
        <pc:chgData name="Said Nabi Lecturer FCSE" userId="22162f9c-d122-430c-b6e9-ac8024b7b6c6" providerId="ADAL" clId="{4D02BC02-CA40-0145-8FAF-6BE3E7D9936D}" dt="2025-09-17T13:21:56.879" v="27" actId="2890"/>
        <pc:sldMkLst>
          <pc:docMk/>
          <pc:sldMk cId="110779487" sldId="1148"/>
        </pc:sldMkLst>
      </pc:sldChg>
      <pc:sldChg chg="modAnim">
        <pc:chgData name="Said Nabi Lecturer FCSE" userId="22162f9c-d122-430c-b6e9-ac8024b7b6c6" providerId="ADAL" clId="{4D02BC02-CA40-0145-8FAF-6BE3E7D9936D}" dt="2025-09-18T03:43:58.719" v="29"/>
        <pc:sldMkLst>
          <pc:docMk/>
          <pc:sldMk cId="2951669984" sldId="1149"/>
        </pc:sldMkLst>
      </pc:sldChg>
      <pc:sldChg chg="delSp modSp mod delAnim modAnim">
        <pc:chgData name="Said Nabi Lecturer FCSE" userId="22162f9c-d122-430c-b6e9-ac8024b7b6c6" providerId="ADAL" clId="{4D02BC02-CA40-0145-8FAF-6BE3E7D9936D}" dt="2025-09-18T04:22:50.146" v="102" actId="14100"/>
        <pc:sldMkLst>
          <pc:docMk/>
          <pc:sldMk cId="2984414478" sldId="1150"/>
        </pc:sldMkLst>
      </pc:sldChg>
      <pc:sldChg chg="modSp add mod modAnim">
        <pc:chgData name="Said Nabi Lecturer FCSE" userId="22162f9c-d122-430c-b6e9-ac8024b7b6c6" providerId="ADAL" clId="{4D02BC02-CA40-0145-8FAF-6BE3E7D9936D}" dt="2025-09-18T04:28:48.010" v="199" actId="207"/>
        <pc:sldMkLst>
          <pc:docMk/>
          <pc:sldMk cId="1774331541" sldId="1151"/>
        </pc:sldMkLst>
      </pc:sldChg>
      <pc:sldChg chg="modSp add mod">
        <pc:chgData name="Said Nabi Lecturer FCSE" userId="22162f9c-d122-430c-b6e9-ac8024b7b6c6" providerId="ADAL" clId="{4D02BC02-CA40-0145-8FAF-6BE3E7D9936D}" dt="2025-09-18T04:34:04.769" v="257" actId="15"/>
        <pc:sldMkLst>
          <pc:docMk/>
          <pc:sldMk cId="1409692786" sldId="1152"/>
        </pc:sldMkLst>
      </pc:sldChg>
      <pc:sldChg chg="delSp modSp new mod">
        <pc:chgData name="Said Nabi Lecturer FCSE" userId="22162f9c-d122-430c-b6e9-ac8024b7b6c6" providerId="ADAL" clId="{4D02BC02-CA40-0145-8FAF-6BE3E7D9936D}" dt="2025-09-18T06:09:33.716" v="275" actId="1076"/>
        <pc:sldMkLst>
          <pc:docMk/>
          <pc:sldMk cId="1046561435" sldId="1153"/>
        </pc:sldMkLst>
      </pc:sldChg>
    </pc:docChg>
  </pc:docChgLst>
  <pc:docChgLst>
    <pc:chgData name="Said Nabi Lecturer FCSE" userId="22162f9c-d122-430c-b6e9-ac8024b7b6c6" providerId="ADAL" clId="{CF2FA538-86AF-B840-B249-4D5E586FE115}"/>
    <pc:docChg chg="undo custSel addSld delSld modSld sldOrd">
      <pc:chgData name="Said Nabi Lecturer FCSE" userId="22162f9c-d122-430c-b6e9-ac8024b7b6c6" providerId="ADAL" clId="{CF2FA538-86AF-B840-B249-4D5E586FE115}" dt="2025-09-11T06:21:58.765" v="933" actId="113"/>
      <pc:docMkLst>
        <pc:docMk/>
      </pc:docMkLst>
      <pc:sldChg chg="modNotesTx">
        <pc:chgData name="Said Nabi Lecturer FCSE" userId="22162f9c-d122-430c-b6e9-ac8024b7b6c6" providerId="ADAL" clId="{CF2FA538-86AF-B840-B249-4D5E586FE115}" dt="2025-09-08T04:54:35.017" v="139" actId="20577"/>
        <pc:sldMkLst>
          <pc:docMk/>
          <pc:sldMk cId="4279825855" sldId="1101"/>
        </pc:sldMkLst>
      </pc:sldChg>
      <pc:sldChg chg="modAnim">
        <pc:chgData name="Said Nabi Lecturer FCSE" userId="22162f9c-d122-430c-b6e9-ac8024b7b6c6" providerId="ADAL" clId="{CF2FA538-86AF-B840-B249-4D5E586FE115}" dt="2025-09-08T04:54:55.666" v="140"/>
        <pc:sldMkLst>
          <pc:docMk/>
          <pc:sldMk cId="599551991" sldId="1102"/>
        </pc:sldMkLst>
      </pc:sldChg>
      <pc:sldChg chg="modSp modNotesTx">
        <pc:chgData name="Said Nabi Lecturer FCSE" userId="22162f9c-d122-430c-b6e9-ac8024b7b6c6" providerId="ADAL" clId="{CF2FA538-86AF-B840-B249-4D5E586FE115}" dt="2025-09-08T05:04:47.032" v="253" actId="20577"/>
        <pc:sldMkLst>
          <pc:docMk/>
          <pc:sldMk cId="2514025918" sldId="1103"/>
        </pc:sldMkLst>
      </pc:sldChg>
      <pc:sldChg chg="modNotesTx">
        <pc:chgData name="Said Nabi Lecturer FCSE" userId="22162f9c-d122-430c-b6e9-ac8024b7b6c6" providerId="ADAL" clId="{CF2FA538-86AF-B840-B249-4D5E586FE115}" dt="2025-09-08T05:07:50.096" v="268" actId="20577"/>
        <pc:sldMkLst>
          <pc:docMk/>
          <pc:sldMk cId="3344359515" sldId="1105"/>
        </pc:sldMkLst>
      </pc:sldChg>
      <pc:sldChg chg="modNotesTx">
        <pc:chgData name="Said Nabi Lecturer FCSE" userId="22162f9c-d122-430c-b6e9-ac8024b7b6c6" providerId="ADAL" clId="{CF2FA538-86AF-B840-B249-4D5E586FE115}" dt="2025-09-08T04:44:54.257" v="25" actId="20577"/>
        <pc:sldMkLst>
          <pc:docMk/>
          <pc:sldMk cId="3263338990" sldId="1107"/>
        </pc:sldMkLst>
      </pc:sldChg>
      <pc:sldChg chg="del">
        <pc:chgData name="Said Nabi Lecturer FCSE" userId="22162f9c-d122-430c-b6e9-ac8024b7b6c6" providerId="ADAL" clId="{CF2FA538-86AF-B840-B249-4D5E586FE115}" dt="2025-09-08T04:45:22.695" v="26" actId="2696"/>
        <pc:sldMkLst>
          <pc:docMk/>
          <pc:sldMk cId="301422720" sldId="1108"/>
        </pc:sldMkLst>
      </pc:sldChg>
      <pc:sldChg chg="modNotesTx">
        <pc:chgData name="Said Nabi Lecturer FCSE" userId="22162f9c-d122-430c-b6e9-ac8024b7b6c6" providerId="ADAL" clId="{CF2FA538-86AF-B840-B249-4D5E586FE115}" dt="2025-09-11T05:52:48.423" v="926" actId="113"/>
        <pc:sldMkLst>
          <pc:docMk/>
          <pc:sldMk cId="1358618617" sldId="1118"/>
        </pc:sldMkLst>
      </pc:sldChg>
      <pc:sldChg chg="modSp">
        <pc:chgData name="Said Nabi Lecturer FCSE" userId="22162f9c-d122-430c-b6e9-ac8024b7b6c6" providerId="ADAL" clId="{CF2FA538-86AF-B840-B249-4D5E586FE115}" dt="2025-09-11T06:17:04.961" v="930" actId="207"/>
        <pc:sldMkLst>
          <pc:docMk/>
          <pc:sldMk cId="250426232" sldId="1120"/>
        </pc:sldMkLst>
      </pc:sldChg>
      <pc:sldChg chg="modNotesTx">
        <pc:chgData name="Said Nabi Lecturer FCSE" userId="22162f9c-d122-430c-b6e9-ac8024b7b6c6" providerId="ADAL" clId="{CF2FA538-86AF-B840-B249-4D5E586FE115}" dt="2025-09-11T06:21:58.765" v="933" actId="113"/>
        <pc:sldMkLst>
          <pc:docMk/>
          <pc:sldMk cId="3855118072" sldId="1123"/>
        </pc:sldMkLst>
      </pc:sldChg>
      <pc:sldChg chg="modSp add mod ord modAnim">
        <pc:chgData name="Said Nabi Lecturer FCSE" userId="22162f9c-d122-430c-b6e9-ac8024b7b6c6" providerId="ADAL" clId="{CF2FA538-86AF-B840-B249-4D5E586FE115}" dt="2025-09-10T04:34:57.907" v="359" actId="207"/>
        <pc:sldMkLst>
          <pc:docMk/>
          <pc:sldMk cId="241760437" sldId="1126"/>
        </pc:sldMkLst>
      </pc:sldChg>
      <pc:sldChg chg="add">
        <pc:chgData name="Said Nabi Lecturer FCSE" userId="22162f9c-d122-430c-b6e9-ac8024b7b6c6" providerId="ADAL" clId="{CF2FA538-86AF-B840-B249-4D5E586FE115}" dt="2025-09-10T04:23:12.612" v="271" actId="2890"/>
        <pc:sldMkLst>
          <pc:docMk/>
          <pc:sldMk cId="2422897736" sldId="1127"/>
        </pc:sldMkLst>
      </pc:sldChg>
      <pc:sldChg chg="modSp add mod modAnim">
        <pc:chgData name="Said Nabi Lecturer FCSE" userId="22162f9c-d122-430c-b6e9-ac8024b7b6c6" providerId="ADAL" clId="{CF2FA538-86AF-B840-B249-4D5E586FE115}" dt="2025-09-10T04:43:19.982" v="391" actId="207"/>
        <pc:sldMkLst>
          <pc:docMk/>
          <pc:sldMk cId="2896715979" sldId="1128"/>
        </pc:sldMkLst>
      </pc:sldChg>
      <pc:sldChg chg="addSp delSp modSp new mod">
        <pc:chgData name="Said Nabi Lecturer FCSE" userId="22162f9c-d122-430c-b6e9-ac8024b7b6c6" providerId="ADAL" clId="{CF2FA538-86AF-B840-B249-4D5E586FE115}" dt="2025-09-10T04:54:38.475" v="456" actId="20577"/>
        <pc:sldMkLst>
          <pc:docMk/>
          <pc:sldMk cId="593302822" sldId="1129"/>
        </pc:sldMkLst>
      </pc:sldChg>
      <pc:sldChg chg="addSp delSp modSp add mod modAnim">
        <pc:chgData name="Said Nabi Lecturer FCSE" userId="22162f9c-d122-430c-b6e9-ac8024b7b6c6" providerId="ADAL" clId="{CF2FA538-86AF-B840-B249-4D5E586FE115}" dt="2025-09-10T06:41:44.041" v="576"/>
        <pc:sldMkLst>
          <pc:docMk/>
          <pc:sldMk cId="3178279793" sldId="1130"/>
        </pc:sldMkLst>
      </pc:sldChg>
      <pc:sldChg chg="add del">
        <pc:chgData name="Said Nabi Lecturer FCSE" userId="22162f9c-d122-430c-b6e9-ac8024b7b6c6" providerId="ADAL" clId="{CF2FA538-86AF-B840-B249-4D5E586FE115}" dt="2025-09-10T04:56:22.174" v="458" actId="2696"/>
        <pc:sldMkLst>
          <pc:docMk/>
          <pc:sldMk cId="3339245197" sldId="1130"/>
        </pc:sldMkLst>
      </pc:sldChg>
      <pc:sldChg chg="addSp modSp add mod modAnim">
        <pc:chgData name="Said Nabi Lecturer FCSE" userId="22162f9c-d122-430c-b6e9-ac8024b7b6c6" providerId="ADAL" clId="{CF2FA538-86AF-B840-B249-4D5E586FE115}" dt="2025-09-10T06:49:02.099" v="612" actId="1076"/>
        <pc:sldMkLst>
          <pc:docMk/>
          <pc:sldMk cId="2303797746" sldId="1131"/>
        </pc:sldMkLst>
      </pc:sldChg>
      <pc:sldChg chg="add del">
        <pc:chgData name="Said Nabi Lecturer FCSE" userId="22162f9c-d122-430c-b6e9-ac8024b7b6c6" providerId="ADAL" clId="{CF2FA538-86AF-B840-B249-4D5E586FE115}" dt="2025-09-10T06:42:49.970" v="578" actId="2696"/>
        <pc:sldMkLst>
          <pc:docMk/>
          <pc:sldMk cId="3937952297" sldId="1131"/>
        </pc:sldMkLst>
      </pc:sldChg>
      <pc:sldChg chg="addSp delSp modSp new mod">
        <pc:chgData name="Said Nabi Lecturer FCSE" userId="22162f9c-d122-430c-b6e9-ac8024b7b6c6" providerId="ADAL" clId="{CF2FA538-86AF-B840-B249-4D5E586FE115}" dt="2025-09-10T09:16:58.472" v="631" actId="14100"/>
        <pc:sldMkLst>
          <pc:docMk/>
          <pc:sldMk cId="2144598065" sldId="1132"/>
        </pc:sldMkLst>
      </pc:sldChg>
      <pc:sldChg chg="add del">
        <pc:chgData name="Said Nabi Lecturer FCSE" userId="22162f9c-d122-430c-b6e9-ac8024b7b6c6" providerId="ADAL" clId="{CF2FA538-86AF-B840-B249-4D5E586FE115}" dt="2025-09-10T06:43:10.956" v="583"/>
        <pc:sldMkLst>
          <pc:docMk/>
          <pc:sldMk cId="3566018581" sldId="1132"/>
        </pc:sldMkLst>
      </pc:sldChg>
      <pc:sldChg chg="addSp modSp add mod modAnim">
        <pc:chgData name="Said Nabi Lecturer FCSE" userId="22162f9c-d122-430c-b6e9-ac8024b7b6c6" providerId="ADAL" clId="{CF2FA538-86AF-B840-B249-4D5E586FE115}" dt="2025-09-11T04:27:07.649" v="834" actId="1076"/>
        <pc:sldMkLst>
          <pc:docMk/>
          <pc:sldMk cId="3198496999" sldId="1133"/>
        </pc:sldMkLst>
      </pc:sldChg>
      <pc:sldChg chg="addSp modSp add mod">
        <pc:chgData name="Said Nabi Lecturer FCSE" userId="22162f9c-d122-430c-b6e9-ac8024b7b6c6" providerId="ADAL" clId="{CF2FA538-86AF-B840-B249-4D5E586FE115}" dt="2025-09-11T04:33:15.433" v="853" actId="1076"/>
        <pc:sldMkLst>
          <pc:docMk/>
          <pc:sldMk cId="1218247055" sldId="1134"/>
        </pc:sldMkLst>
      </pc:sldChg>
      <pc:sldChg chg="addSp delSp modSp add mod modAnim">
        <pc:chgData name="Said Nabi Lecturer FCSE" userId="22162f9c-d122-430c-b6e9-ac8024b7b6c6" providerId="ADAL" clId="{CF2FA538-86AF-B840-B249-4D5E586FE115}" dt="2025-09-11T04:35:00.367" v="856" actId="1076"/>
        <pc:sldMkLst>
          <pc:docMk/>
          <pc:sldMk cId="872205297" sldId="1135"/>
        </pc:sldMkLst>
      </pc:sldChg>
      <pc:sldChg chg="addSp delSp modSp add mod modAnim">
        <pc:chgData name="Said Nabi Lecturer FCSE" userId="22162f9c-d122-430c-b6e9-ac8024b7b6c6" providerId="ADAL" clId="{CF2FA538-86AF-B840-B249-4D5E586FE115}" dt="2025-09-11T04:37:36.586" v="872" actId="14100"/>
        <pc:sldMkLst>
          <pc:docMk/>
          <pc:sldMk cId="403607528" sldId="1136"/>
        </pc:sldMkLst>
      </pc:sldChg>
      <pc:sldChg chg="addSp delSp modSp add mod">
        <pc:chgData name="Said Nabi Lecturer FCSE" userId="22162f9c-d122-430c-b6e9-ac8024b7b6c6" providerId="ADAL" clId="{CF2FA538-86AF-B840-B249-4D5E586FE115}" dt="2025-09-11T04:52:19.778" v="884" actId="113"/>
        <pc:sldMkLst>
          <pc:docMk/>
          <pc:sldMk cId="248812704" sldId="1137"/>
        </pc:sldMkLst>
      </pc:sldChg>
      <pc:sldChg chg="add del">
        <pc:chgData name="Said Nabi Lecturer FCSE" userId="22162f9c-d122-430c-b6e9-ac8024b7b6c6" providerId="ADAL" clId="{CF2FA538-86AF-B840-B249-4D5E586FE115}" dt="2025-09-11T04:33:37.575" v="854" actId="2696"/>
        <pc:sldMkLst>
          <pc:docMk/>
          <pc:sldMk cId="2608253588" sldId="1138"/>
        </pc:sldMkLst>
      </pc:sldChg>
    </pc:docChg>
  </pc:docChgLst>
  <pc:docChgLst>
    <pc:chgData name="Said Nabi Lecturer FCSE" userId="S::said.nabi@giki.edu.pk::22162f9c-d122-430c-b6e9-ac8024b7b6c6" providerId="AD" clId="Web-{757F4177-8241-6F18-5838-D89D6286101F}"/>
    <pc:docChg chg="addSld delSld">
      <pc:chgData name="Said Nabi Lecturer FCSE" userId="S::said.nabi@giki.edu.pk::22162f9c-d122-430c-b6e9-ac8024b7b6c6" providerId="AD" clId="Web-{757F4177-8241-6F18-5838-D89D6286101F}" dt="2025-09-19T06:49:24.481" v="19"/>
      <pc:docMkLst>
        <pc:docMk/>
      </pc:docMkLst>
      <pc:sldChg chg="del">
        <pc:chgData name="Said Nabi Lecturer FCSE" userId="S::said.nabi@giki.edu.pk::22162f9c-d122-430c-b6e9-ac8024b7b6c6" providerId="AD" clId="Web-{757F4177-8241-6F18-5838-D89D6286101F}" dt="2025-09-19T06:49:07.746" v="9"/>
        <pc:sldMkLst>
          <pc:docMk/>
          <pc:sldMk cId="1096063026" sldId="337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46" v="10"/>
        <pc:sldMkLst>
          <pc:docMk/>
          <pc:sldMk cId="1782271132" sldId="338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62" v="17"/>
        <pc:sldMkLst>
          <pc:docMk/>
          <pc:sldMk cId="403607528" sldId="1136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62" v="16"/>
        <pc:sldMkLst>
          <pc:docMk/>
          <pc:sldMk cId="248812704" sldId="1137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62" v="15"/>
        <pc:sldMkLst>
          <pc:docMk/>
          <pc:sldMk cId="1938970744" sldId="1138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62" v="14"/>
        <pc:sldMkLst>
          <pc:docMk/>
          <pc:sldMk cId="1566437426" sldId="1139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62" v="13"/>
        <pc:sldMkLst>
          <pc:docMk/>
          <pc:sldMk cId="3780307356" sldId="1140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46" v="11"/>
        <pc:sldMkLst>
          <pc:docMk/>
          <pc:sldMk cId="580909099" sldId="1141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46" v="12"/>
        <pc:sldMkLst>
          <pc:docMk/>
          <pc:sldMk cId="1849588551" sldId="1142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46" v="8"/>
        <pc:sldMkLst>
          <pc:docMk/>
          <pc:sldMk cId="2474882224" sldId="1143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46" v="7"/>
        <pc:sldMkLst>
          <pc:docMk/>
          <pc:sldMk cId="4248586032" sldId="1144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46" v="6"/>
        <pc:sldMkLst>
          <pc:docMk/>
          <pc:sldMk cId="589527899" sldId="1145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30" v="5"/>
        <pc:sldMkLst>
          <pc:docMk/>
          <pc:sldMk cId="4008382073" sldId="1146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30" v="4"/>
        <pc:sldMkLst>
          <pc:docMk/>
          <pc:sldMk cId="1622355600" sldId="1147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30" v="3"/>
        <pc:sldMkLst>
          <pc:docMk/>
          <pc:sldMk cId="110779487" sldId="1148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30" v="2"/>
        <pc:sldMkLst>
          <pc:docMk/>
          <pc:sldMk cId="2951669984" sldId="1149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15" v="1"/>
        <pc:sldMkLst>
          <pc:docMk/>
          <pc:sldMk cId="2984414478" sldId="1150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15" v="0"/>
        <pc:sldMkLst>
          <pc:docMk/>
          <pc:sldMk cId="1774331541" sldId="1151"/>
        </pc:sldMkLst>
      </pc:sldChg>
      <pc:sldChg chg="new">
        <pc:chgData name="Said Nabi Lecturer FCSE" userId="S::said.nabi@giki.edu.pk::22162f9c-d122-430c-b6e9-ac8024b7b6c6" providerId="AD" clId="Web-{757F4177-8241-6F18-5838-D89D6286101F}" dt="2025-09-19T06:49:18.512" v="18"/>
        <pc:sldMkLst>
          <pc:docMk/>
          <pc:sldMk cId="788360388" sldId="1154"/>
        </pc:sldMkLst>
      </pc:sldChg>
      <pc:sldChg chg="add replId">
        <pc:chgData name="Said Nabi Lecturer FCSE" userId="S::said.nabi@giki.edu.pk::22162f9c-d122-430c-b6e9-ac8024b7b6c6" providerId="AD" clId="Web-{757F4177-8241-6F18-5838-D89D6286101F}" dt="2025-09-19T06:49:24.481" v="19"/>
        <pc:sldMkLst>
          <pc:docMk/>
          <pc:sldMk cId="2769336207" sldId="1155"/>
        </pc:sldMkLst>
      </pc:sldChg>
    </pc:docChg>
  </pc:docChgLst>
  <pc:docChgLst>
    <pc:chgData name="Said Nabi Lecturer FCSE" userId="S::said.nabi@giki.edu.pk::22162f9c-d122-430c-b6e9-ac8024b7b6c6" providerId="AD" clId="Web-{06EEF7CD-A962-AD0A-A0D6-919BFD3CEA14}"/>
    <pc:docChg chg="modSld">
      <pc:chgData name="Said Nabi Lecturer FCSE" userId="S::said.nabi@giki.edu.pk::22162f9c-d122-430c-b6e9-ac8024b7b6c6" providerId="AD" clId="Web-{06EEF7CD-A962-AD0A-A0D6-919BFD3CEA14}" dt="2025-09-01T02:37:03.383" v="35"/>
      <pc:docMkLst>
        <pc:docMk/>
      </pc:docMkLst>
      <pc:sldChg chg="addAnim">
        <pc:chgData name="Said Nabi Lecturer FCSE" userId="S::said.nabi@giki.edu.pk::22162f9c-d122-430c-b6e9-ac8024b7b6c6" providerId="AD" clId="Web-{06EEF7CD-A962-AD0A-A0D6-919BFD3CEA14}" dt="2025-09-01T02:23:28.041" v="18"/>
        <pc:sldMkLst>
          <pc:docMk/>
          <pc:sldMk cId="4168114847" sldId="259"/>
        </pc:sldMkLst>
      </pc:sldChg>
      <pc:sldChg chg="modNotes">
        <pc:chgData name="Said Nabi Lecturer FCSE" userId="S::said.nabi@giki.edu.pk::22162f9c-d122-430c-b6e9-ac8024b7b6c6" providerId="AD" clId="Web-{06EEF7CD-A962-AD0A-A0D6-919BFD3CEA14}" dt="2025-09-01T02:12:43.094" v="4"/>
        <pc:sldMkLst>
          <pc:docMk/>
          <pc:sldMk cId="939810064" sldId="626"/>
        </pc:sldMkLst>
      </pc:sldChg>
      <pc:sldChg chg="modSp">
        <pc:chgData name="Said Nabi Lecturer FCSE" userId="S::said.nabi@giki.edu.pk::22162f9c-d122-430c-b6e9-ac8024b7b6c6" providerId="AD" clId="Web-{06EEF7CD-A962-AD0A-A0D6-919BFD3CEA14}" dt="2025-09-01T02:16:10.056" v="5" actId="1076"/>
        <pc:sldMkLst>
          <pc:docMk/>
          <pc:sldMk cId="3174868455" sldId="679"/>
        </pc:sldMkLst>
      </pc:sldChg>
      <pc:sldChg chg="modSp addAnim modAnim">
        <pc:chgData name="Said Nabi Lecturer FCSE" userId="S::said.nabi@giki.edu.pk::22162f9c-d122-430c-b6e9-ac8024b7b6c6" providerId="AD" clId="Web-{06EEF7CD-A962-AD0A-A0D6-919BFD3CEA14}" dt="2025-09-01T02:18:53.843" v="13"/>
        <pc:sldMkLst>
          <pc:docMk/>
          <pc:sldMk cId="4084291170" sldId="680"/>
        </pc:sldMkLst>
      </pc:sldChg>
      <pc:sldChg chg="addAnim">
        <pc:chgData name="Said Nabi Lecturer FCSE" userId="S::said.nabi@giki.edu.pk::22162f9c-d122-430c-b6e9-ac8024b7b6c6" providerId="AD" clId="Web-{06EEF7CD-A962-AD0A-A0D6-919BFD3CEA14}" dt="2025-09-01T02:23:46.494" v="20"/>
        <pc:sldMkLst>
          <pc:docMk/>
          <pc:sldMk cId="2648876072" sldId="800"/>
        </pc:sldMkLst>
      </pc:sldChg>
      <pc:sldChg chg="modTransition addAnim modNotes">
        <pc:chgData name="Said Nabi Lecturer FCSE" userId="S::said.nabi@giki.edu.pk::22162f9c-d122-430c-b6e9-ac8024b7b6c6" providerId="AD" clId="Web-{06EEF7CD-A962-AD0A-A0D6-919BFD3CEA14}" dt="2025-09-01T02:37:03.383" v="35"/>
        <pc:sldMkLst>
          <pc:docMk/>
          <pc:sldMk cId="1385171943" sldId="973"/>
        </pc:sldMkLst>
      </pc:sldChg>
      <pc:sldChg chg="addAnim modAnim">
        <pc:chgData name="Said Nabi Lecturer FCSE" userId="S::said.nabi@giki.edu.pk::22162f9c-d122-430c-b6e9-ac8024b7b6c6" providerId="AD" clId="Web-{06EEF7CD-A962-AD0A-A0D6-919BFD3CEA14}" dt="2025-09-01T02:22:53.164" v="16"/>
        <pc:sldMkLst>
          <pc:docMk/>
          <pc:sldMk cId="0" sldId="1086"/>
        </pc:sldMkLst>
      </pc:sldChg>
    </pc:docChg>
  </pc:docChgLst>
  <pc:docChgLst>
    <pc:chgData name="Said Nabi Lecturer FCSE" userId="22162f9c-d122-430c-b6e9-ac8024b7b6c6" providerId="ADAL" clId="{67A4F9F5-779B-5943-B14E-B85497A2BF22}"/>
    <pc:docChg chg="undo redo custSel addSld delSld modSld sldOrd">
      <pc:chgData name="Said Nabi Lecturer FCSE" userId="22162f9c-d122-430c-b6e9-ac8024b7b6c6" providerId="ADAL" clId="{67A4F9F5-779B-5943-B14E-B85497A2BF22}" dt="2025-10-15T14:53:33.749" v="9668" actId="20577"/>
      <pc:docMkLst>
        <pc:docMk/>
      </pc:docMkLst>
      <pc:sldChg chg="del">
        <pc:chgData name="Said Nabi Lecturer FCSE" userId="22162f9c-d122-430c-b6e9-ac8024b7b6c6" providerId="ADAL" clId="{67A4F9F5-779B-5943-B14E-B85497A2BF22}" dt="2025-10-02T09:32:38.802" v="8019" actId="2696"/>
        <pc:sldMkLst>
          <pc:docMk/>
          <pc:sldMk cId="2858188275" sldId="328"/>
        </pc:sldMkLst>
      </pc:sldChg>
      <pc:sldChg chg="del">
        <pc:chgData name="Said Nabi Lecturer FCSE" userId="22162f9c-d122-430c-b6e9-ac8024b7b6c6" providerId="ADAL" clId="{67A4F9F5-779B-5943-B14E-B85497A2BF22}" dt="2025-10-02T09:32:38.990" v="8024" actId="2696"/>
        <pc:sldMkLst>
          <pc:docMk/>
          <pc:sldMk cId="990652252" sldId="329"/>
        </pc:sldMkLst>
      </pc:sldChg>
      <pc:sldChg chg="del">
        <pc:chgData name="Said Nabi Lecturer FCSE" userId="22162f9c-d122-430c-b6e9-ac8024b7b6c6" providerId="ADAL" clId="{67A4F9F5-779B-5943-B14E-B85497A2BF22}" dt="2025-10-02T09:32:38.839" v="8020" actId="2696"/>
        <pc:sldMkLst>
          <pc:docMk/>
          <pc:sldMk cId="3509597669" sldId="330"/>
        </pc:sldMkLst>
      </pc:sldChg>
      <pc:sldChg chg="del">
        <pc:chgData name="Said Nabi Lecturer FCSE" userId="22162f9c-d122-430c-b6e9-ac8024b7b6c6" providerId="ADAL" clId="{67A4F9F5-779B-5943-B14E-B85497A2BF22}" dt="2025-10-02T09:32:38.952" v="8023" actId="2696"/>
        <pc:sldMkLst>
          <pc:docMk/>
          <pc:sldMk cId="1953087460" sldId="331"/>
        </pc:sldMkLst>
      </pc:sldChg>
      <pc:sldChg chg="del">
        <pc:chgData name="Said Nabi Lecturer FCSE" userId="22162f9c-d122-430c-b6e9-ac8024b7b6c6" providerId="ADAL" clId="{67A4F9F5-779B-5943-B14E-B85497A2BF22}" dt="2025-10-02T09:32:39.022" v="8025" actId="2696"/>
        <pc:sldMkLst>
          <pc:docMk/>
          <pc:sldMk cId="751434356" sldId="333"/>
        </pc:sldMkLst>
      </pc:sldChg>
      <pc:sldChg chg="del">
        <pc:chgData name="Said Nabi Lecturer FCSE" userId="22162f9c-d122-430c-b6e9-ac8024b7b6c6" providerId="ADAL" clId="{67A4F9F5-779B-5943-B14E-B85497A2BF22}" dt="2025-10-02T09:32:39.077" v="8026" actId="2696"/>
        <pc:sldMkLst>
          <pc:docMk/>
          <pc:sldMk cId="1619987553" sldId="334"/>
        </pc:sldMkLst>
      </pc:sldChg>
      <pc:sldChg chg="del">
        <pc:chgData name="Said Nabi Lecturer FCSE" userId="22162f9c-d122-430c-b6e9-ac8024b7b6c6" providerId="ADAL" clId="{67A4F9F5-779B-5943-B14E-B85497A2BF22}" dt="2025-10-02T09:32:39.104" v="8027" actId="2696"/>
        <pc:sldMkLst>
          <pc:docMk/>
          <pc:sldMk cId="3765017993" sldId="336"/>
        </pc:sldMkLst>
      </pc:sldChg>
      <pc:sldChg chg="del">
        <pc:chgData name="Said Nabi Lecturer FCSE" userId="22162f9c-d122-430c-b6e9-ac8024b7b6c6" providerId="ADAL" clId="{67A4F9F5-779B-5943-B14E-B85497A2BF22}" dt="2025-10-02T09:32:39.140" v="8028" actId="2696"/>
        <pc:sldMkLst>
          <pc:docMk/>
          <pc:sldMk cId="1791934114" sldId="344"/>
        </pc:sldMkLst>
      </pc:sldChg>
      <pc:sldChg chg="del">
        <pc:chgData name="Said Nabi Lecturer FCSE" userId="22162f9c-d122-430c-b6e9-ac8024b7b6c6" providerId="ADAL" clId="{67A4F9F5-779B-5943-B14E-B85497A2BF22}" dt="2025-10-02T09:32:39.176" v="8029" actId="2696"/>
        <pc:sldMkLst>
          <pc:docMk/>
          <pc:sldMk cId="2797636470" sldId="345"/>
        </pc:sldMkLst>
      </pc:sldChg>
      <pc:sldChg chg="del">
        <pc:chgData name="Said Nabi Lecturer FCSE" userId="22162f9c-d122-430c-b6e9-ac8024b7b6c6" providerId="ADAL" clId="{67A4F9F5-779B-5943-B14E-B85497A2BF22}" dt="2025-10-02T09:32:39.202" v="8030" actId="2696"/>
        <pc:sldMkLst>
          <pc:docMk/>
          <pc:sldMk cId="1347031470" sldId="346"/>
        </pc:sldMkLst>
      </pc:sldChg>
      <pc:sldChg chg="del">
        <pc:chgData name="Said Nabi Lecturer FCSE" userId="22162f9c-d122-430c-b6e9-ac8024b7b6c6" providerId="ADAL" clId="{67A4F9F5-779B-5943-B14E-B85497A2BF22}" dt="2025-10-02T09:32:39.235" v="8031" actId="2696"/>
        <pc:sldMkLst>
          <pc:docMk/>
          <pc:sldMk cId="1316958519" sldId="347"/>
        </pc:sldMkLst>
      </pc:sldChg>
      <pc:sldChg chg="del">
        <pc:chgData name="Said Nabi Lecturer FCSE" userId="22162f9c-d122-430c-b6e9-ac8024b7b6c6" providerId="ADAL" clId="{67A4F9F5-779B-5943-B14E-B85497A2BF22}" dt="2025-10-02T09:32:39.268" v="8032" actId="2696"/>
        <pc:sldMkLst>
          <pc:docMk/>
          <pc:sldMk cId="3054701163" sldId="348"/>
        </pc:sldMkLst>
      </pc:sldChg>
      <pc:sldChg chg="del">
        <pc:chgData name="Said Nabi Lecturer FCSE" userId="22162f9c-d122-430c-b6e9-ac8024b7b6c6" providerId="ADAL" clId="{67A4F9F5-779B-5943-B14E-B85497A2BF22}" dt="2025-10-02T09:32:39.297" v="8033" actId="2696"/>
        <pc:sldMkLst>
          <pc:docMk/>
          <pc:sldMk cId="3239235408" sldId="349"/>
        </pc:sldMkLst>
      </pc:sldChg>
      <pc:sldChg chg="del">
        <pc:chgData name="Said Nabi Lecturer FCSE" userId="22162f9c-d122-430c-b6e9-ac8024b7b6c6" providerId="ADAL" clId="{67A4F9F5-779B-5943-B14E-B85497A2BF22}" dt="2025-10-02T09:32:39.322" v="8034" actId="2696"/>
        <pc:sldMkLst>
          <pc:docMk/>
          <pc:sldMk cId="2163567084" sldId="350"/>
        </pc:sldMkLst>
      </pc:sldChg>
      <pc:sldChg chg="del">
        <pc:chgData name="Said Nabi Lecturer FCSE" userId="22162f9c-d122-430c-b6e9-ac8024b7b6c6" providerId="ADAL" clId="{67A4F9F5-779B-5943-B14E-B85497A2BF22}" dt="2025-10-02T09:32:39.354" v="8035" actId="2696"/>
        <pc:sldMkLst>
          <pc:docMk/>
          <pc:sldMk cId="4055917273" sldId="351"/>
        </pc:sldMkLst>
      </pc:sldChg>
      <pc:sldChg chg="del">
        <pc:chgData name="Said Nabi Lecturer FCSE" userId="22162f9c-d122-430c-b6e9-ac8024b7b6c6" providerId="ADAL" clId="{67A4F9F5-779B-5943-B14E-B85497A2BF22}" dt="2025-10-02T09:32:39.383" v="8036" actId="2696"/>
        <pc:sldMkLst>
          <pc:docMk/>
          <pc:sldMk cId="2210807550" sldId="352"/>
        </pc:sldMkLst>
      </pc:sldChg>
      <pc:sldChg chg="del">
        <pc:chgData name="Said Nabi Lecturer FCSE" userId="22162f9c-d122-430c-b6e9-ac8024b7b6c6" providerId="ADAL" clId="{67A4F9F5-779B-5943-B14E-B85497A2BF22}" dt="2025-10-02T09:32:39.411" v="8037" actId="2696"/>
        <pc:sldMkLst>
          <pc:docMk/>
          <pc:sldMk cId="1060181222" sldId="353"/>
        </pc:sldMkLst>
      </pc:sldChg>
      <pc:sldChg chg="del">
        <pc:chgData name="Said Nabi Lecturer FCSE" userId="22162f9c-d122-430c-b6e9-ac8024b7b6c6" providerId="ADAL" clId="{67A4F9F5-779B-5943-B14E-B85497A2BF22}" dt="2025-10-02T09:32:39.437" v="8038" actId="2696"/>
        <pc:sldMkLst>
          <pc:docMk/>
          <pc:sldMk cId="3278994052" sldId="354"/>
        </pc:sldMkLst>
      </pc:sldChg>
      <pc:sldChg chg="del">
        <pc:chgData name="Said Nabi Lecturer FCSE" userId="22162f9c-d122-430c-b6e9-ac8024b7b6c6" providerId="ADAL" clId="{67A4F9F5-779B-5943-B14E-B85497A2BF22}" dt="2025-10-02T09:32:39.467" v="8039" actId="2696"/>
        <pc:sldMkLst>
          <pc:docMk/>
          <pc:sldMk cId="3136741884" sldId="355"/>
        </pc:sldMkLst>
      </pc:sldChg>
      <pc:sldChg chg="del">
        <pc:chgData name="Said Nabi Lecturer FCSE" userId="22162f9c-d122-430c-b6e9-ac8024b7b6c6" providerId="ADAL" clId="{67A4F9F5-779B-5943-B14E-B85497A2BF22}" dt="2025-10-02T09:32:39.487" v="8040" actId="2696"/>
        <pc:sldMkLst>
          <pc:docMk/>
          <pc:sldMk cId="2634003420" sldId="356"/>
        </pc:sldMkLst>
      </pc:sldChg>
      <pc:sldChg chg="del">
        <pc:chgData name="Said Nabi Lecturer FCSE" userId="22162f9c-d122-430c-b6e9-ac8024b7b6c6" providerId="ADAL" clId="{67A4F9F5-779B-5943-B14E-B85497A2BF22}" dt="2025-10-02T09:32:39.513" v="8041" actId="2696"/>
        <pc:sldMkLst>
          <pc:docMk/>
          <pc:sldMk cId="2157595783" sldId="357"/>
        </pc:sldMkLst>
      </pc:sldChg>
      <pc:sldChg chg="del">
        <pc:chgData name="Said Nabi Lecturer FCSE" userId="22162f9c-d122-430c-b6e9-ac8024b7b6c6" providerId="ADAL" clId="{67A4F9F5-779B-5943-B14E-B85497A2BF22}" dt="2025-10-02T09:32:39.676" v="8047" actId="2696"/>
        <pc:sldMkLst>
          <pc:docMk/>
          <pc:sldMk cId="1530755639" sldId="358"/>
        </pc:sldMkLst>
      </pc:sldChg>
      <pc:sldChg chg="del">
        <pc:chgData name="Said Nabi Lecturer FCSE" userId="22162f9c-d122-430c-b6e9-ac8024b7b6c6" providerId="ADAL" clId="{67A4F9F5-779B-5943-B14E-B85497A2BF22}" dt="2025-10-02T09:32:39.732" v="8049" actId="2696"/>
        <pc:sldMkLst>
          <pc:docMk/>
          <pc:sldMk cId="3410389809" sldId="359"/>
        </pc:sldMkLst>
      </pc:sldChg>
      <pc:sldChg chg="del">
        <pc:chgData name="Said Nabi Lecturer FCSE" userId="22162f9c-d122-430c-b6e9-ac8024b7b6c6" providerId="ADAL" clId="{67A4F9F5-779B-5943-B14E-B85497A2BF22}" dt="2025-10-02T09:32:39.760" v="8050" actId="2696"/>
        <pc:sldMkLst>
          <pc:docMk/>
          <pc:sldMk cId="4031174492" sldId="360"/>
        </pc:sldMkLst>
      </pc:sldChg>
      <pc:sldChg chg="del">
        <pc:chgData name="Said Nabi Lecturer FCSE" userId="22162f9c-d122-430c-b6e9-ac8024b7b6c6" providerId="ADAL" clId="{67A4F9F5-779B-5943-B14E-B85497A2BF22}" dt="2025-10-02T09:32:39.786" v="8051" actId="2696"/>
        <pc:sldMkLst>
          <pc:docMk/>
          <pc:sldMk cId="299346224" sldId="361"/>
        </pc:sldMkLst>
      </pc:sldChg>
      <pc:sldChg chg="del">
        <pc:chgData name="Said Nabi Lecturer FCSE" userId="22162f9c-d122-430c-b6e9-ac8024b7b6c6" providerId="ADAL" clId="{67A4F9F5-779B-5943-B14E-B85497A2BF22}" dt="2025-10-02T09:32:39.820" v="8052" actId="2696"/>
        <pc:sldMkLst>
          <pc:docMk/>
          <pc:sldMk cId="772503155" sldId="362"/>
        </pc:sldMkLst>
      </pc:sldChg>
      <pc:sldChg chg="del">
        <pc:chgData name="Said Nabi Lecturer FCSE" userId="22162f9c-d122-430c-b6e9-ac8024b7b6c6" providerId="ADAL" clId="{67A4F9F5-779B-5943-B14E-B85497A2BF22}" dt="2025-10-02T09:32:39.851" v="8053" actId="2696"/>
        <pc:sldMkLst>
          <pc:docMk/>
          <pc:sldMk cId="1341245696" sldId="363"/>
        </pc:sldMkLst>
      </pc:sldChg>
      <pc:sldChg chg="del">
        <pc:chgData name="Said Nabi Lecturer FCSE" userId="22162f9c-d122-430c-b6e9-ac8024b7b6c6" providerId="ADAL" clId="{67A4F9F5-779B-5943-B14E-B85497A2BF22}" dt="2025-10-02T09:32:39.884" v="8054" actId="2696"/>
        <pc:sldMkLst>
          <pc:docMk/>
          <pc:sldMk cId="2730024350" sldId="364"/>
        </pc:sldMkLst>
      </pc:sldChg>
      <pc:sldChg chg="del">
        <pc:chgData name="Said Nabi Lecturer FCSE" userId="22162f9c-d122-430c-b6e9-ac8024b7b6c6" providerId="ADAL" clId="{67A4F9F5-779B-5943-B14E-B85497A2BF22}" dt="2025-10-02T09:32:39.960" v="8055" actId="2696"/>
        <pc:sldMkLst>
          <pc:docMk/>
          <pc:sldMk cId="1105316595" sldId="365"/>
        </pc:sldMkLst>
      </pc:sldChg>
      <pc:sldChg chg="del">
        <pc:chgData name="Said Nabi Lecturer FCSE" userId="22162f9c-d122-430c-b6e9-ac8024b7b6c6" providerId="ADAL" clId="{67A4F9F5-779B-5943-B14E-B85497A2BF22}" dt="2025-10-02T09:32:40.005" v="8056" actId="2696"/>
        <pc:sldMkLst>
          <pc:docMk/>
          <pc:sldMk cId="341172810" sldId="366"/>
        </pc:sldMkLst>
      </pc:sldChg>
      <pc:sldChg chg="del">
        <pc:chgData name="Said Nabi Lecturer FCSE" userId="22162f9c-d122-430c-b6e9-ac8024b7b6c6" providerId="ADAL" clId="{67A4F9F5-779B-5943-B14E-B85497A2BF22}" dt="2025-10-02T09:32:40.055" v="8057" actId="2696"/>
        <pc:sldMkLst>
          <pc:docMk/>
          <pc:sldMk cId="985818955" sldId="367"/>
        </pc:sldMkLst>
      </pc:sldChg>
      <pc:sldChg chg="del">
        <pc:chgData name="Said Nabi Lecturer FCSE" userId="22162f9c-d122-430c-b6e9-ac8024b7b6c6" providerId="ADAL" clId="{67A4F9F5-779B-5943-B14E-B85497A2BF22}" dt="2025-10-02T09:32:40.092" v="8058" actId="2696"/>
        <pc:sldMkLst>
          <pc:docMk/>
          <pc:sldMk cId="3009867033" sldId="368"/>
        </pc:sldMkLst>
      </pc:sldChg>
      <pc:sldChg chg="del">
        <pc:chgData name="Said Nabi Lecturer FCSE" userId="22162f9c-d122-430c-b6e9-ac8024b7b6c6" providerId="ADAL" clId="{67A4F9F5-779B-5943-B14E-B85497A2BF22}" dt="2025-10-02T09:32:40.127" v="8059" actId="2696"/>
        <pc:sldMkLst>
          <pc:docMk/>
          <pc:sldMk cId="2443715781" sldId="369"/>
        </pc:sldMkLst>
      </pc:sldChg>
      <pc:sldChg chg="del">
        <pc:chgData name="Said Nabi Lecturer FCSE" userId="22162f9c-d122-430c-b6e9-ac8024b7b6c6" providerId="ADAL" clId="{67A4F9F5-779B-5943-B14E-B85497A2BF22}" dt="2025-10-02T09:32:40.167" v="8060" actId="2696"/>
        <pc:sldMkLst>
          <pc:docMk/>
          <pc:sldMk cId="1494972583" sldId="370"/>
        </pc:sldMkLst>
      </pc:sldChg>
      <pc:sldChg chg="del">
        <pc:chgData name="Said Nabi Lecturer FCSE" userId="22162f9c-d122-430c-b6e9-ac8024b7b6c6" providerId="ADAL" clId="{67A4F9F5-779B-5943-B14E-B85497A2BF22}" dt="2025-10-02T09:32:40.196" v="8061" actId="2696"/>
        <pc:sldMkLst>
          <pc:docMk/>
          <pc:sldMk cId="2520946812" sldId="371"/>
        </pc:sldMkLst>
      </pc:sldChg>
      <pc:sldChg chg="del">
        <pc:chgData name="Said Nabi Lecturer FCSE" userId="22162f9c-d122-430c-b6e9-ac8024b7b6c6" providerId="ADAL" clId="{67A4F9F5-779B-5943-B14E-B85497A2BF22}" dt="2025-10-02T09:32:40.220" v="8062" actId="2696"/>
        <pc:sldMkLst>
          <pc:docMk/>
          <pc:sldMk cId="1395159004" sldId="372"/>
        </pc:sldMkLst>
      </pc:sldChg>
      <pc:sldChg chg="del">
        <pc:chgData name="Said Nabi Lecturer FCSE" userId="22162f9c-d122-430c-b6e9-ac8024b7b6c6" providerId="ADAL" clId="{67A4F9F5-779B-5943-B14E-B85497A2BF22}" dt="2025-10-02T09:32:40.248" v="8063" actId="2696"/>
        <pc:sldMkLst>
          <pc:docMk/>
          <pc:sldMk cId="3840381346" sldId="373"/>
        </pc:sldMkLst>
      </pc:sldChg>
      <pc:sldChg chg="del">
        <pc:chgData name="Said Nabi Lecturer FCSE" userId="22162f9c-d122-430c-b6e9-ac8024b7b6c6" providerId="ADAL" clId="{67A4F9F5-779B-5943-B14E-B85497A2BF22}" dt="2025-10-02T09:32:40.269" v="8064" actId="2696"/>
        <pc:sldMkLst>
          <pc:docMk/>
          <pc:sldMk cId="313620583" sldId="374"/>
        </pc:sldMkLst>
      </pc:sldChg>
      <pc:sldChg chg="del">
        <pc:chgData name="Said Nabi Lecturer FCSE" userId="22162f9c-d122-430c-b6e9-ac8024b7b6c6" providerId="ADAL" clId="{67A4F9F5-779B-5943-B14E-B85497A2BF22}" dt="2025-10-02T09:32:40.299" v="8065" actId="2696"/>
        <pc:sldMkLst>
          <pc:docMk/>
          <pc:sldMk cId="4038431162" sldId="375"/>
        </pc:sldMkLst>
      </pc:sldChg>
      <pc:sldChg chg="del">
        <pc:chgData name="Said Nabi Lecturer FCSE" userId="22162f9c-d122-430c-b6e9-ac8024b7b6c6" providerId="ADAL" clId="{67A4F9F5-779B-5943-B14E-B85497A2BF22}" dt="2025-10-02T09:32:40.327" v="8066" actId="2696"/>
        <pc:sldMkLst>
          <pc:docMk/>
          <pc:sldMk cId="1083104651" sldId="376"/>
        </pc:sldMkLst>
      </pc:sldChg>
      <pc:sldChg chg="del">
        <pc:chgData name="Said Nabi Lecturer FCSE" userId="22162f9c-d122-430c-b6e9-ac8024b7b6c6" providerId="ADAL" clId="{67A4F9F5-779B-5943-B14E-B85497A2BF22}" dt="2025-10-02T09:32:40.353" v="8067" actId="2696"/>
        <pc:sldMkLst>
          <pc:docMk/>
          <pc:sldMk cId="1971644592" sldId="377"/>
        </pc:sldMkLst>
      </pc:sldChg>
      <pc:sldChg chg="del">
        <pc:chgData name="Said Nabi Lecturer FCSE" userId="22162f9c-d122-430c-b6e9-ac8024b7b6c6" providerId="ADAL" clId="{67A4F9F5-779B-5943-B14E-B85497A2BF22}" dt="2025-10-02T09:32:40.384" v="8068" actId="2696"/>
        <pc:sldMkLst>
          <pc:docMk/>
          <pc:sldMk cId="3616486474" sldId="378"/>
        </pc:sldMkLst>
      </pc:sldChg>
      <pc:sldChg chg="del">
        <pc:chgData name="Said Nabi Lecturer FCSE" userId="22162f9c-d122-430c-b6e9-ac8024b7b6c6" providerId="ADAL" clId="{67A4F9F5-779B-5943-B14E-B85497A2BF22}" dt="2025-10-02T09:32:40.410" v="8069" actId="2696"/>
        <pc:sldMkLst>
          <pc:docMk/>
          <pc:sldMk cId="3311277269" sldId="379"/>
        </pc:sldMkLst>
      </pc:sldChg>
      <pc:sldChg chg="del">
        <pc:chgData name="Said Nabi Lecturer FCSE" userId="22162f9c-d122-430c-b6e9-ac8024b7b6c6" providerId="ADAL" clId="{67A4F9F5-779B-5943-B14E-B85497A2BF22}" dt="2025-10-02T09:32:40.438" v="8070" actId="2696"/>
        <pc:sldMkLst>
          <pc:docMk/>
          <pc:sldMk cId="2737593081" sldId="380"/>
        </pc:sldMkLst>
      </pc:sldChg>
      <pc:sldChg chg="del">
        <pc:chgData name="Said Nabi Lecturer FCSE" userId="22162f9c-d122-430c-b6e9-ac8024b7b6c6" providerId="ADAL" clId="{67A4F9F5-779B-5943-B14E-B85497A2BF22}" dt="2025-10-02T09:32:40.464" v="8071" actId="2696"/>
        <pc:sldMkLst>
          <pc:docMk/>
          <pc:sldMk cId="2592197823" sldId="381"/>
        </pc:sldMkLst>
      </pc:sldChg>
      <pc:sldChg chg="del">
        <pc:chgData name="Said Nabi Lecturer FCSE" userId="22162f9c-d122-430c-b6e9-ac8024b7b6c6" providerId="ADAL" clId="{67A4F9F5-779B-5943-B14E-B85497A2BF22}" dt="2025-10-02T09:32:40.511" v="8072" actId="2696"/>
        <pc:sldMkLst>
          <pc:docMk/>
          <pc:sldMk cId="421580266" sldId="382"/>
        </pc:sldMkLst>
      </pc:sldChg>
      <pc:sldChg chg="del">
        <pc:chgData name="Said Nabi Lecturer FCSE" userId="22162f9c-d122-430c-b6e9-ac8024b7b6c6" providerId="ADAL" clId="{67A4F9F5-779B-5943-B14E-B85497A2BF22}" dt="2025-10-02T09:32:40.522" v="8073" actId="2696"/>
        <pc:sldMkLst>
          <pc:docMk/>
          <pc:sldMk cId="3261006498" sldId="383"/>
        </pc:sldMkLst>
      </pc:sldChg>
      <pc:sldChg chg="modSp mod">
        <pc:chgData name="Said Nabi Lecturer FCSE" userId="22162f9c-d122-430c-b6e9-ac8024b7b6c6" providerId="ADAL" clId="{67A4F9F5-779B-5943-B14E-B85497A2BF22}" dt="2025-10-11T01:40:06.935" v="9073" actId="20577"/>
        <pc:sldMkLst>
          <pc:docMk/>
          <pc:sldMk cId="1696953445" sldId="384"/>
        </pc:sldMkLst>
        <pc:spChg chg="mod">
          <ac:chgData name="Said Nabi Lecturer FCSE" userId="22162f9c-d122-430c-b6e9-ac8024b7b6c6" providerId="ADAL" clId="{67A4F9F5-779B-5943-B14E-B85497A2BF22}" dt="2025-10-11T01:40:06.935" v="9073" actId="20577"/>
          <ac:spMkLst>
            <pc:docMk/>
            <pc:sldMk cId="1696953445" sldId="384"/>
            <ac:spMk id="2" creationId="{00000000-0000-0000-0000-000000000000}"/>
          </ac:spMkLst>
        </pc:spChg>
        <pc:spChg chg="mod">
          <ac:chgData name="Said Nabi Lecturer FCSE" userId="22162f9c-d122-430c-b6e9-ac8024b7b6c6" providerId="ADAL" clId="{67A4F9F5-779B-5943-B14E-B85497A2BF22}" dt="2025-10-10T02:27:01.247" v="8753" actId="20577"/>
          <ac:spMkLst>
            <pc:docMk/>
            <pc:sldMk cId="1696953445" sldId="384"/>
            <ac:spMk id="4" creationId="{00000000-0000-0000-0000-000000000000}"/>
          </ac:spMkLst>
        </pc:spChg>
      </pc:sldChg>
      <pc:sldChg chg="del">
        <pc:chgData name="Said Nabi Lecturer FCSE" userId="22162f9c-d122-430c-b6e9-ac8024b7b6c6" providerId="ADAL" clId="{67A4F9F5-779B-5943-B14E-B85497A2BF22}" dt="2025-10-02T09:32:38.911" v="8022" actId="2696"/>
        <pc:sldMkLst>
          <pc:docMk/>
          <pc:sldMk cId="3453442248" sldId="969"/>
        </pc:sldMkLst>
      </pc:sldChg>
      <pc:sldChg chg="del">
        <pc:chgData name="Said Nabi Lecturer FCSE" userId="22162f9c-d122-430c-b6e9-ac8024b7b6c6" providerId="ADAL" clId="{67A4F9F5-779B-5943-B14E-B85497A2BF22}" dt="2025-10-02T09:32:38.873" v="8021" actId="2696"/>
        <pc:sldMkLst>
          <pc:docMk/>
          <pc:sldMk cId="375550395" sldId="1013"/>
        </pc:sldMkLst>
      </pc:sldChg>
      <pc:sldChg chg="del">
        <pc:chgData name="Said Nabi Lecturer FCSE" userId="22162f9c-d122-430c-b6e9-ac8024b7b6c6" providerId="ADAL" clId="{67A4F9F5-779B-5943-B14E-B85497A2BF22}" dt="2025-10-02T09:32:38.752" v="8017" actId="2696"/>
        <pc:sldMkLst>
          <pc:docMk/>
          <pc:sldMk cId="1890934650" sldId="1019"/>
        </pc:sldMkLst>
      </pc:sldChg>
      <pc:sldChg chg="del">
        <pc:chgData name="Said Nabi Lecturer FCSE" userId="22162f9c-d122-430c-b6e9-ac8024b7b6c6" providerId="ADAL" clId="{67A4F9F5-779B-5943-B14E-B85497A2BF22}" dt="2025-10-02T09:32:38.774" v="8018" actId="2696"/>
        <pc:sldMkLst>
          <pc:docMk/>
          <pc:sldMk cId="3376524402" sldId="1020"/>
        </pc:sldMkLst>
      </pc:sldChg>
      <pc:sldChg chg="del">
        <pc:chgData name="Said Nabi Lecturer FCSE" userId="22162f9c-d122-430c-b6e9-ac8024b7b6c6" providerId="ADAL" clId="{67A4F9F5-779B-5943-B14E-B85497A2BF22}" dt="2025-10-02T09:32:39.621" v="8045" actId="2696"/>
        <pc:sldMkLst>
          <pc:docMk/>
          <pc:sldMk cId="1349168126" sldId="1021"/>
        </pc:sldMkLst>
      </pc:sldChg>
      <pc:sldChg chg="del">
        <pc:chgData name="Said Nabi Lecturer FCSE" userId="22162f9c-d122-430c-b6e9-ac8024b7b6c6" providerId="ADAL" clId="{67A4F9F5-779B-5943-B14E-B85497A2BF22}" dt="2025-10-02T09:32:39.540" v="8042" actId="2696"/>
        <pc:sldMkLst>
          <pc:docMk/>
          <pc:sldMk cId="450650213" sldId="1022"/>
        </pc:sldMkLst>
      </pc:sldChg>
      <pc:sldChg chg="del">
        <pc:chgData name="Said Nabi Lecturer FCSE" userId="22162f9c-d122-430c-b6e9-ac8024b7b6c6" providerId="ADAL" clId="{67A4F9F5-779B-5943-B14E-B85497A2BF22}" dt="2025-10-02T09:32:39.566" v="8043" actId="2696"/>
        <pc:sldMkLst>
          <pc:docMk/>
          <pc:sldMk cId="1324433328" sldId="1023"/>
        </pc:sldMkLst>
      </pc:sldChg>
      <pc:sldChg chg="del">
        <pc:chgData name="Said Nabi Lecturer FCSE" userId="22162f9c-d122-430c-b6e9-ac8024b7b6c6" providerId="ADAL" clId="{67A4F9F5-779B-5943-B14E-B85497A2BF22}" dt="2025-10-02T09:32:39.591" v="8044" actId="2696"/>
        <pc:sldMkLst>
          <pc:docMk/>
          <pc:sldMk cId="806405078" sldId="1024"/>
        </pc:sldMkLst>
      </pc:sldChg>
      <pc:sldChg chg="del">
        <pc:chgData name="Said Nabi Lecturer FCSE" userId="22162f9c-d122-430c-b6e9-ac8024b7b6c6" providerId="ADAL" clId="{67A4F9F5-779B-5943-B14E-B85497A2BF22}" dt="2025-10-02T09:32:39.651" v="8046" actId="2696"/>
        <pc:sldMkLst>
          <pc:docMk/>
          <pc:sldMk cId="260821971" sldId="1025"/>
        </pc:sldMkLst>
      </pc:sldChg>
      <pc:sldChg chg="del">
        <pc:chgData name="Said Nabi Lecturer FCSE" userId="22162f9c-d122-430c-b6e9-ac8024b7b6c6" providerId="ADAL" clId="{67A4F9F5-779B-5943-B14E-B85497A2BF22}" dt="2025-10-02T09:32:39.707" v="8048" actId="2696"/>
        <pc:sldMkLst>
          <pc:docMk/>
          <pc:sldMk cId="3238853379" sldId="1026"/>
        </pc:sldMkLst>
      </pc:sldChg>
      <pc:sldChg chg="modSp mod modAnim">
        <pc:chgData name="Said Nabi Lecturer FCSE" userId="22162f9c-d122-430c-b6e9-ac8024b7b6c6" providerId="ADAL" clId="{67A4F9F5-779B-5943-B14E-B85497A2BF22}" dt="2025-10-07T05:51:54.882" v="8223" actId="20577"/>
        <pc:sldMkLst>
          <pc:docMk/>
          <pc:sldMk cId="3364439907" sldId="1124"/>
        </pc:sldMkLst>
        <pc:spChg chg="mod">
          <ac:chgData name="Said Nabi Lecturer FCSE" userId="22162f9c-d122-430c-b6e9-ac8024b7b6c6" providerId="ADAL" clId="{67A4F9F5-779B-5943-B14E-B85497A2BF22}" dt="2025-10-07T05:51:54.882" v="8223" actId="20577"/>
          <ac:spMkLst>
            <pc:docMk/>
            <pc:sldMk cId="3364439907" sldId="1124"/>
            <ac:spMk id="3" creationId="{3A2DEC95-DCE2-DE72-424C-58584EE884C8}"/>
          </ac:spMkLst>
        </pc:spChg>
      </pc:sldChg>
      <pc:sldChg chg="addSp delSp modSp mod modAnim">
        <pc:chgData name="Said Nabi Lecturer FCSE" userId="22162f9c-d122-430c-b6e9-ac8024b7b6c6" providerId="ADAL" clId="{67A4F9F5-779B-5943-B14E-B85497A2BF22}" dt="2025-09-18T01:52:46.378" v="46"/>
        <pc:sldMkLst>
          <pc:docMk/>
          <pc:sldMk cId="110779487" sldId="1148"/>
        </pc:sldMkLst>
      </pc:sldChg>
      <pc:sldChg chg="addSp delSp modSp add mod delAnim modAnim">
        <pc:chgData name="Said Nabi Lecturer FCSE" userId="22162f9c-d122-430c-b6e9-ac8024b7b6c6" providerId="ADAL" clId="{67A4F9F5-779B-5943-B14E-B85497A2BF22}" dt="2025-09-18T02:14:37.565" v="158"/>
        <pc:sldMkLst>
          <pc:docMk/>
          <pc:sldMk cId="2951669984" sldId="1149"/>
        </pc:sldMkLst>
      </pc:sldChg>
      <pc:sldChg chg="add">
        <pc:chgData name="Said Nabi Lecturer FCSE" userId="22162f9c-d122-430c-b6e9-ac8024b7b6c6" providerId="ADAL" clId="{67A4F9F5-779B-5943-B14E-B85497A2BF22}" dt="2025-09-18T02:14:52.681" v="159" actId="2890"/>
        <pc:sldMkLst>
          <pc:docMk/>
          <pc:sldMk cId="2984414478" sldId="1150"/>
        </pc:sldMkLst>
      </pc:sldChg>
      <pc:sldChg chg="del">
        <pc:chgData name="Said Nabi Lecturer FCSE" userId="22162f9c-d122-430c-b6e9-ac8024b7b6c6" providerId="ADAL" clId="{67A4F9F5-779B-5943-B14E-B85497A2BF22}" dt="2025-09-26T01:12:15.549" v="5583" actId="2696"/>
        <pc:sldMkLst>
          <pc:docMk/>
          <pc:sldMk cId="1409692786" sldId="1152"/>
        </pc:sldMkLst>
      </pc:sldChg>
      <pc:sldChg chg="del">
        <pc:chgData name="Said Nabi Lecturer FCSE" userId="22162f9c-d122-430c-b6e9-ac8024b7b6c6" providerId="ADAL" clId="{67A4F9F5-779B-5943-B14E-B85497A2BF22}" dt="2025-09-26T01:17:57.703" v="5636" actId="2696"/>
        <pc:sldMkLst>
          <pc:docMk/>
          <pc:sldMk cId="1046561435" sldId="1153"/>
        </pc:sldMkLst>
      </pc:sldChg>
      <pc:sldChg chg="add del">
        <pc:chgData name="Said Nabi Lecturer FCSE" userId="22162f9c-d122-430c-b6e9-ac8024b7b6c6" providerId="ADAL" clId="{67A4F9F5-779B-5943-B14E-B85497A2BF22}" dt="2025-10-02T09:32:40.558" v="8074" actId="2696"/>
        <pc:sldMkLst>
          <pc:docMk/>
          <pc:sldMk cId="2495780681" sldId="1153"/>
        </pc:sldMkLst>
      </pc:sldChg>
      <pc:sldChg chg="addSp delSp modSp mod delAnim modAnim">
        <pc:chgData name="Said Nabi Lecturer FCSE" userId="22162f9c-d122-430c-b6e9-ac8024b7b6c6" providerId="ADAL" clId="{67A4F9F5-779B-5943-B14E-B85497A2BF22}" dt="2025-09-20T01:31:35.080" v="677" actId="14100"/>
        <pc:sldMkLst>
          <pc:docMk/>
          <pc:sldMk cId="788360388" sldId="1154"/>
        </pc:sldMkLst>
      </pc:sldChg>
      <pc:sldChg chg="addSp delSp modSp del mod setBg delAnim modAnim">
        <pc:chgData name="Said Nabi Lecturer FCSE" userId="22162f9c-d122-430c-b6e9-ac8024b7b6c6" providerId="ADAL" clId="{67A4F9F5-779B-5943-B14E-B85497A2BF22}" dt="2025-09-26T01:12:15.585" v="5584" actId="2696"/>
        <pc:sldMkLst>
          <pc:docMk/>
          <pc:sldMk cId="2769336207" sldId="1155"/>
        </pc:sldMkLst>
      </pc:sldChg>
      <pc:sldChg chg="addSp delSp modSp add del mod modAnim modNotesTx">
        <pc:chgData name="Said Nabi Lecturer FCSE" userId="22162f9c-d122-430c-b6e9-ac8024b7b6c6" providerId="ADAL" clId="{67A4F9F5-779B-5943-B14E-B85497A2BF22}" dt="2025-09-26T01:12:15.671" v="5587" actId="2696"/>
        <pc:sldMkLst>
          <pc:docMk/>
          <pc:sldMk cId="163271293" sldId="1156"/>
        </pc:sldMkLst>
      </pc:sldChg>
      <pc:sldChg chg="addSp delSp modSp add del mod ord modAnim">
        <pc:chgData name="Said Nabi Lecturer FCSE" userId="22162f9c-d122-430c-b6e9-ac8024b7b6c6" providerId="ADAL" clId="{67A4F9F5-779B-5943-B14E-B85497A2BF22}" dt="2025-09-26T01:12:15.644" v="5586" actId="2696"/>
        <pc:sldMkLst>
          <pc:docMk/>
          <pc:sldMk cId="4237262992" sldId="1157"/>
        </pc:sldMkLst>
      </pc:sldChg>
      <pc:sldChg chg="addSp delSp modSp add del mod ord modAnim modNotesTx">
        <pc:chgData name="Said Nabi Lecturer FCSE" userId="22162f9c-d122-430c-b6e9-ac8024b7b6c6" providerId="ADAL" clId="{67A4F9F5-779B-5943-B14E-B85497A2BF22}" dt="2025-09-26T01:12:15.750" v="5590" actId="2696"/>
        <pc:sldMkLst>
          <pc:docMk/>
          <pc:sldMk cId="74689808" sldId="1158"/>
        </pc:sldMkLst>
      </pc:sldChg>
      <pc:sldChg chg="addSp modSp add del mod modAnim">
        <pc:chgData name="Said Nabi Lecturer FCSE" userId="22162f9c-d122-430c-b6e9-ac8024b7b6c6" providerId="ADAL" clId="{67A4F9F5-779B-5943-B14E-B85497A2BF22}" dt="2025-09-26T01:12:15.855" v="5593" actId="2696"/>
        <pc:sldMkLst>
          <pc:docMk/>
          <pc:sldMk cId="1425749561" sldId="1159"/>
        </pc:sldMkLst>
      </pc:sldChg>
      <pc:sldChg chg="delSp modSp add del mod delAnim">
        <pc:chgData name="Said Nabi Lecturer FCSE" userId="22162f9c-d122-430c-b6e9-ac8024b7b6c6" providerId="ADAL" clId="{67A4F9F5-779B-5943-B14E-B85497A2BF22}" dt="2025-09-26T01:12:15.919" v="5595" actId="2696"/>
        <pc:sldMkLst>
          <pc:docMk/>
          <pc:sldMk cId="3734291625" sldId="1160"/>
        </pc:sldMkLst>
      </pc:sldChg>
      <pc:sldChg chg="modSp add del mod">
        <pc:chgData name="Said Nabi Lecturer FCSE" userId="22162f9c-d122-430c-b6e9-ac8024b7b6c6" providerId="ADAL" clId="{67A4F9F5-779B-5943-B14E-B85497A2BF22}" dt="2025-09-26T01:12:15.952" v="5596" actId="2696"/>
        <pc:sldMkLst>
          <pc:docMk/>
          <pc:sldMk cId="4240381332" sldId="1161"/>
        </pc:sldMkLst>
      </pc:sldChg>
      <pc:sldChg chg="addSp delSp modSp add del mod modNotesTx">
        <pc:chgData name="Said Nabi Lecturer FCSE" userId="22162f9c-d122-430c-b6e9-ac8024b7b6c6" providerId="ADAL" clId="{67A4F9F5-779B-5943-B14E-B85497A2BF22}" dt="2025-09-26T01:12:15.980" v="5597" actId="2696"/>
        <pc:sldMkLst>
          <pc:docMk/>
          <pc:sldMk cId="2269444026" sldId="1162"/>
        </pc:sldMkLst>
      </pc:sldChg>
      <pc:sldChg chg="new del">
        <pc:chgData name="Said Nabi Lecturer FCSE" userId="22162f9c-d122-430c-b6e9-ac8024b7b6c6" providerId="ADAL" clId="{67A4F9F5-779B-5943-B14E-B85497A2BF22}" dt="2025-09-20T05:50:23.349" v="1249" actId="680"/>
        <pc:sldMkLst>
          <pc:docMk/>
          <pc:sldMk cId="968935115" sldId="1163"/>
        </pc:sldMkLst>
      </pc:sldChg>
      <pc:sldChg chg="addSp delSp modSp add del mod delAnim modAnim modNotesTx">
        <pc:chgData name="Said Nabi Lecturer FCSE" userId="22162f9c-d122-430c-b6e9-ac8024b7b6c6" providerId="ADAL" clId="{67A4F9F5-779B-5943-B14E-B85497A2BF22}" dt="2025-09-26T01:12:16.007" v="5598" actId="2696"/>
        <pc:sldMkLst>
          <pc:docMk/>
          <pc:sldMk cId="3967535283" sldId="1163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09-26T01:12:16.047" v="5599" actId="2696"/>
        <pc:sldMkLst>
          <pc:docMk/>
          <pc:sldMk cId="2044897221" sldId="1164"/>
        </pc:sldMkLst>
      </pc:sldChg>
      <pc:sldChg chg="modSp add del mod modAnim">
        <pc:chgData name="Said Nabi Lecturer FCSE" userId="22162f9c-d122-430c-b6e9-ac8024b7b6c6" providerId="ADAL" clId="{67A4F9F5-779B-5943-B14E-B85497A2BF22}" dt="2025-09-26T01:12:15.819" v="5592" actId="2696"/>
        <pc:sldMkLst>
          <pc:docMk/>
          <pc:sldMk cId="27947101" sldId="1165"/>
        </pc:sldMkLst>
      </pc:sldChg>
      <pc:sldChg chg="addSp delSp modSp add del mod delAnim">
        <pc:chgData name="Said Nabi Lecturer FCSE" userId="22162f9c-d122-430c-b6e9-ac8024b7b6c6" providerId="ADAL" clId="{67A4F9F5-779B-5943-B14E-B85497A2BF22}" dt="2025-09-26T01:12:15.781" v="5591" actId="2696"/>
        <pc:sldMkLst>
          <pc:docMk/>
          <pc:sldMk cId="3478326373" sldId="1166"/>
        </pc:sldMkLst>
      </pc:sldChg>
      <pc:sldChg chg="modSp add del modAnim">
        <pc:chgData name="Said Nabi Lecturer FCSE" userId="22162f9c-d122-430c-b6e9-ac8024b7b6c6" providerId="ADAL" clId="{67A4F9F5-779B-5943-B14E-B85497A2BF22}" dt="2025-09-26T01:12:15.612" v="5585" actId="2696"/>
        <pc:sldMkLst>
          <pc:docMk/>
          <pc:sldMk cId="3099307452" sldId="1167"/>
        </pc:sldMkLst>
      </pc:sldChg>
      <pc:sldChg chg="addSp delSp modSp new del mod delAnim modAnim">
        <pc:chgData name="Said Nabi Lecturer FCSE" userId="22162f9c-d122-430c-b6e9-ac8024b7b6c6" providerId="ADAL" clId="{67A4F9F5-779B-5943-B14E-B85497A2BF22}" dt="2025-09-26T01:12:15.704" v="5588" actId="2696"/>
        <pc:sldMkLst>
          <pc:docMk/>
          <pc:sldMk cId="6191096" sldId="1168"/>
        </pc:sldMkLst>
      </pc:sldChg>
      <pc:sldChg chg="addSp delSp modSp new del mod setBg delAnim modAnim">
        <pc:chgData name="Said Nabi Lecturer FCSE" userId="22162f9c-d122-430c-b6e9-ac8024b7b6c6" providerId="ADAL" clId="{67A4F9F5-779B-5943-B14E-B85497A2BF22}" dt="2025-09-26T01:12:15.732" v="5589" actId="2696"/>
        <pc:sldMkLst>
          <pc:docMk/>
          <pc:sldMk cId="2302639237" sldId="1169"/>
        </pc:sldMkLst>
      </pc:sldChg>
      <pc:sldChg chg="del">
        <pc:chgData name="Said Nabi Lecturer FCSE" userId="22162f9c-d122-430c-b6e9-ac8024b7b6c6" providerId="ADAL" clId="{67A4F9F5-779B-5943-B14E-B85497A2BF22}" dt="2025-09-26T01:12:15.890" v="5594" actId="2696"/>
        <pc:sldMkLst>
          <pc:docMk/>
          <pc:sldMk cId="2929290793" sldId="1171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09-26T01:12:16.261" v="5608" actId="2696"/>
        <pc:sldMkLst>
          <pc:docMk/>
          <pc:sldMk cId="1227360099" sldId="1172"/>
        </pc:sldMkLst>
      </pc:sldChg>
      <pc:sldChg chg="addSp modSp add del mod modAnim">
        <pc:chgData name="Said Nabi Lecturer FCSE" userId="22162f9c-d122-430c-b6e9-ac8024b7b6c6" providerId="ADAL" clId="{67A4F9F5-779B-5943-B14E-B85497A2BF22}" dt="2025-10-06T12:44:43.220" v="8182" actId="2696"/>
        <pc:sldMkLst>
          <pc:docMk/>
          <pc:sldMk cId="3152522218" sldId="1173"/>
        </pc:sldMkLst>
      </pc:sldChg>
      <pc:sldChg chg="addSp delSp modSp add del mod modAnim">
        <pc:chgData name="Said Nabi Lecturer FCSE" userId="22162f9c-d122-430c-b6e9-ac8024b7b6c6" providerId="ADAL" clId="{67A4F9F5-779B-5943-B14E-B85497A2BF22}" dt="2025-10-06T12:44:43.249" v="8183" actId="2696"/>
        <pc:sldMkLst>
          <pc:docMk/>
          <pc:sldMk cId="821310038" sldId="1174"/>
        </pc:sldMkLst>
      </pc:sldChg>
      <pc:sldChg chg="delSp modSp add del mod modAnim">
        <pc:chgData name="Said Nabi Lecturer FCSE" userId="22162f9c-d122-430c-b6e9-ac8024b7b6c6" providerId="ADAL" clId="{67A4F9F5-779B-5943-B14E-B85497A2BF22}" dt="2025-10-06T12:44:43.273" v="8184" actId="2696"/>
        <pc:sldMkLst>
          <pc:docMk/>
          <pc:sldMk cId="2927742798" sldId="1175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09-26T01:12:16.114" v="5601" actId="2696"/>
        <pc:sldMkLst>
          <pc:docMk/>
          <pc:sldMk cId="1540875323" sldId="1176"/>
        </pc:sldMkLst>
      </pc:sldChg>
      <pc:sldChg chg="modSp add del ord modAnim">
        <pc:chgData name="Said Nabi Lecturer FCSE" userId="22162f9c-d122-430c-b6e9-ac8024b7b6c6" providerId="ADAL" clId="{67A4F9F5-779B-5943-B14E-B85497A2BF22}" dt="2025-09-26T01:12:16.094" v="5600" actId="2696"/>
        <pc:sldMkLst>
          <pc:docMk/>
          <pc:sldMk cId="1661240093" sldId="1177"/>
        </pc:sldMkLst>
      </pc:sldChg>
      <pc:sldChg chg="addSp delSp modSp new del mod modAnim">
        <pc:chgData name="Said Nabi Lecturer FCSE" userId="22162f9c-d122-430c-b6e9-ac8024b7b6c6" providerId="ADAL" clId="{67A4F9F5-779B-5943-B14E-B85497A2BF22}" dt="2025-09-26T01:12:16.153" v="5602" actId="2696"/>
        <pc:sldMkLst>
          <pc:docMk/>
          <pc:sldMk cId="2495003156" sldId="1178"/>
        </pc:sldMkLst>
      </pc:sldChg>
      <pc:sldChg chg="modSp add del mod ord">
        <pc:chgData name="Said Nabi Lecturer FCSE" userId="22162f9c-d122-430c-b6e9-ac8024b7b6c6" providerId="ADAL" clId="{67A4F9F5-779B-5943-B14E-B85497A2BF22}" dt="2025-09-26T01:12:16.168" v="5603" actId="2696"/>
        <pc:sldMkLst>
          <pc:docMk/>
          <pc:sldMk cId="2850505882" sldId="1179"/>
        </pc:sldMkLst>
      </pc:sldChg>
      <pc:sldChg chg="addSp delSp modSp add del mod delAnim">
        <pc:chgData name="Said Nabi Lecturer FCSE" userId="22162f9c-d122-430c-b6e9-ac8024b7b6c6" providerId="ADAL" clId="{67A4F9F5-779B-5943-B14E-B85497A2BF22}" dt="2025-09-26T01:12:16.188" v="5604" actId="2696"/>
        <pc:sldMkLst>
          <pc:docMk/>
          <pc:sldMk cId="570475063" sldId="1180"/>
        </pc:sldMkLst>
      </pc:sldChg>
      <pc:sldChg chg="addSp delSp modSp new del mod modAnim">
        <pc:chgData name="Said Nabi Lecturer FCSE" userId="22162f9c-d122-430c-b6e9-ac8024b7b6c6" providerId="ADAL" clId="{67A4F9F5-779B-5943-B14E-B85497A2BF22}" dt="2025-09-23T03:04:53.023" v="4392" actId="2696"/>
        <pc:sldMkLst>
          <pc:docMk/>
          <pc:sldMk cId="2666743986" sldId="1181"/>
        </pc:sldMkLst>
      </pc:sldChg>
      <pc:sldChg chg="addSp modSp add del mod modAnim">
        <pc:chgData name="Said Nabi Lecturer FCSE" userId="22162f9c-d122-430c-b6e9-ac8024b7b6c6" providerId="ADAL" clId="{67A4F9F5-779B-5943-B14E-B85497A2BF22}" dt="2025-09-26T01:12:16.201" v="5605" actId="2696"/>
        <pc:sldMkLst>
          <pc:docMk/>
          <pc:sldMk cId="4102497048" sldId="1181"/>
        </pc:sldMkLst>
      </pc:sldChg>
      <pc:sldChg chg="addSp delSp modSp add del mod modAnim">
        <pc:chgData name="Said Nabi Lecturer FCSE" userId="22162f9c-d122-430c-b6e9-ac8024b7b6c6" providerId="ADAL" clId="{67A4F9F5-779B-5943-B14E-B85497A2BF22}" dt="2025-09-26T01:12:16.235" v="5606" actId="2696"/>
        <pc:sldMkLst>
          <pc:docMk/>
          <pc:sldMk cId="1170202438" sldId="1182"/>
        </pc:sldMkLst>
      </pc:sldChg>
      <pc:sldChg chg="addSp delSp modSp add del mod ord">
        <pc:chgData name="Said Nabi Lecturer FCSE" userId="22162f9c-d122-430c-b6e9-ac8024b7b6c6" providerId="ADAL" clId="{67A4F9F5-779B-5943-B14E-B85497A2BF22}" dt="2025-09-26T01:12:16.249" v="5607" actId="2696"/>
        <pc:sldMkLst>
          <pc:docMk/>
          <pc:sldMk cId="2555083029" sldId="1183"/>
        </pc:sldMkLst>
      </pc:sldChg>
      <pc:sldChg chg="addSp delSp modSp add del mod">
        <pc:chgData name="Said Nabi Lecturer FCSE" userId="22162f9c-d122-430c-b6e9-ac8024b7b6c6" providerId="ADAL" clId="{67A4F9F5-779B-5943-B14E-B85497A2BF22}" dt="2025-09-26T01:12:16.324" v="5611" actId="2696"/>
        <pc:sldMkLst>
          <pc:docMk/>
          <pc:sldMk cId="1270443854" sldId="1184"/>
        </pc:sldMkLst>
      </pc:sldChg>
      <pc:sldChg chg="addSp delSp modSp new del mod modAnim">
        <pc:chgData name="Said Nabi Lecturer FCSE" userId="22162f9c-d122-430c-b6e9-ac8024b7b6c6" providerId="ADAL" clId="{67A4F9F5-779B-5943-B14E-B85497A2BF22}" dt="2025-09-26T01:12:16.273" v="5609" actId="2696"/>
        <pc:sldMkLst>
          <pc:docMk/>
          <pc:sldMk cId="955244743" sldId="1185"/>
        </pc:sldMkLst>
      </pc:sldChg>
      <pc:sldChg chg="addSp delSp modSp new del mod delAnim modAnim">
        <pc:chgData name="Said Nabi Lecturer FCSE" userId="22162f9c-d122-430c-b6e9-ac8024b7b6c6" providerId="ADAL" clId="{67A4F9F5-779B-5943-B14E-B85497A2BF22}" dt="2025-09-26T01:12:16.312" v="5610" actId="2696"/>
        <pc:sldMkLst>
          <pc:docMk/>
          <pc:sldMk cId="3806193296" sldId="1186"/>
        </pc:sldMkLst>
      </pc:sldChg>
      <pc:sldChg chg="addSp delSp modSp new del mod ord">
        <pc:chgData name="Said Nabi Lecturer FCSE" userId="22162f9c-d122-430c-b6e9-ac8024b7b6c6" providerId="ADAL" clId="{67A4F9F5-779B-5943-B14E-B85497A2BF22}" dt="2025-09-26T01:12:16.363" v="5612" actId="2696"/>
        <pc:sldMkLst>
          <pc:docMk/>
          <pc:sldMk cId="2840946376" sldId="1187"/>
        </pc:sldMkLst>
      </pc:sldChg>
      <pc:sldChg chg="addSp delSp modSp add del mod">
        <pc:chgData name="Said Nabi Lecturer FCSE" userId="22162f9c-d122-430c-b6e9-ac8024b7b6c6" providerId="ADAL" clId="{67A4F9F5-779B-5943-B14E-B85497A2BF22}" dt="2025-09-26T01:12:16.391" v="5613" actId="2696"/>
        <pc:sldMkLst>
          <pc:docMk/>
          <pc:sldMk cId="988249927" sldId="1188"/>
        </pc:sldMkLst>
      </pc:sldChg>
      <pc:sldChg chg="addSp delSp modSp add del mod">
        <pc:chgData name="Said Nabi Lecturer FCSE" userId="22162f9c-d122-430c-b6e9-ac8024b7b6c6" providerId="ADAL" clId="{67A4F9F5-779B-5943-B14E-B85497A2BF22}" dt="2025-09-26T01:12:16.456" v="5615" actId="2696"/>
        <pc:sldMkLst>
          <pc:docMk/>
          <pc:sldMk cId="2381879136" sldId="1189"/>
        </pc:sldMkLst>
      </pc:sldChg>
      <pc:sldChg chg="addSp delSp modSp new del mod ord delAnim modAnim">
        <pc:chgData name="Said Nabi Lecturer FCSE" userId="22162f9c-d122-430c-b6e9-ac8024b7b6c6" providerId="ADAL" clId="{67A4F9F5-779B-5943-B14E-B85497A2BF22}" dt="2025-09-26T01:12:16.440" v="5614" actId="2696"/>
        <pc:sldMkLst>
          <pc:docMk/>
          <pc:sldMk cId="667624197" sldId="1190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09-26T01:12:16.473" v="5616" actId="2696"/>
        <pc:sldMkLst>
          <pc:docMk/>
          <pc:sldMk cId="4161259661" sldId="1191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09-26T01:12:16.496" v="5617" actId="2696"/>
        <pc:sldMkLst>
          <pc:docMk/>
          <pc:sldMk cId="2658398296" sldId="1192"/>
        </pc:sldMkLst>
      </pc:sldChg>
      <pc:sldChg chg="modSp add del mod ord modAnim">
        <pc:chgData name="Said Nabi Lecturer FCSE" userId="22162f9c-d122-430c-b6e9-ac8024b7b6c6" providerId="ADAL" clId="{67A4F9F5-779B-5943-B14E-B85497A2BF22}" dt="2025-10-10T02:27:28.240" v="8755" actId="2696"/>
        <pc:sldMkLst>
          <pc:docMk/>
          <pc:sldMk cId="386339959" sldId="1193"/>
        </pc:sldMkLst>
      </pc:sldChg>
      <pc:sldChg chg="modSp add del mod modAnim">
        <pc:chgData name="Said Nabi Lecturer FCSE" userId="22162f9c-d122-430c-b6e9-ac8024b7b6c6" providerId="ADAL" clId="{67A4F9F5-779B-5943-B14E-B85497A2BF22}" dt="2025-10-06T12:44:43.311" v="8186" actId="2696"/>
        <pc:sldMkLst>
          <pc:docMk/>
          <pc:sldMk cId="1193271379" sldId="1194"/>
        </pc:sldMkLst>
      </pc:sldChg>
      <pc:sldChg chg="modSp add del mod">
        <pc:chgData name="Said Nabi Lecturer FCSE" userId="22162f9c-d122-430c-b6e9-ac8024b7b6c6" providerId="ADAL" clId="{67A4F9F5-779B-5943-B14E-B85497A2BF22}" dt="2025-09-26T01:12:16.509" v="5618" actId="2696"/>
        <pc:sldMkLst>
          <pc:docMk/>
          <pc:sldMk cId="3371569509" sldId="1194"/>
        </pc:sldMkLst>
      </pc:sldChg>
      <pc:sldChg chg="delSp modSp new del mod">
        <pc:chgData name="Said Nabi Lecturer FCSE" userId="22162f9c-d122-430c-b6e9-ac8024b7b6c6" providerId="ADAL" clId="{67A4F9F5-779B-5943-B14E-B85497A2BF22}" dt="2025-09-26T01:12:16.533" v="5619" actId="2696"/>
        <pc:sldMkLst>
          <pc:docMk/>
          <pc:sldMk cId="2619624186" sldId="1195"/>
        </pc:sldMkLst>
      </pc:sldChg>
      <pc:sldChg chg="modSp add del mod modAnim">
        <pc:chgData name="Said Nabi Lecturer FCSE" userId="22162f9c-d122-430c-b6e9-ac8024b7b6c6" providerId="ADAL" clId="{67A4F9F5-779B-5943-B14E-B85497A2BF22}" dt="2025-10-06T12:44:43.295" v="8185" actId="2696"/>
        <pc:sldMkLst>
          <pc:docMk/>
          <pc:sldMk cId="2759835045" sldId="1195"/>
        </pc:sldMkLst>
      </pc:sldChg>
      <pc:sldChg chg="del modAnim">
        <pc:chgData name="Said Nabi Lecturer FCSE" userId="22162f9c-d122-430c-b6e9-ac8024b7b6c6" providerId="ADAL" clId="{67A4F9F5-779B-5943-B14E-B85497A2BF22}" dt="2025-10-06T12:44:43.334" v="8187" actId="2696"/>
        <pc:sldMkLst>
          <pc:docMk/>
          <pc:sldMk cId="3568530517" sldId="1196"/>
        </pc:sldMkLst>
      </pc:sldChg>
      <pc:sldChg chg="modSp del modAnim">
        <pc:chgData name="Said Nabi Lecturer FCSE" userId="22162f9c-d122-430c-b6e9-ac8024b7b6c6" providerId="ADAL" clId="{67A4F9F5-779B-5943-B14E-B85497A2BF22}" dt="2025-10-06T12:44:43.366" v="8188" actId="2696"/>
        <pc:sldMkLst>
          <pc:docMk/>
          <pc:sldMk cId="593065879" sldId="1197"/>
        </pc:sldMkLst>
      </pc:sldChg>
      <pc:sldChg chg="del modAnim">
        <pc:chgData name="Said Nabi Lecturer FCSE" userId="22162f9c-d122-430c-b6e9-ac8024b7b6c6" providerId="ADAL" clId="{67A4F9F5-779B-5943-B14E-B85497A2BF22}" dt="2025-10-06T12:44:43.399" v="8189" actId="2696"/>
        <pc:sldMkLst>
          <pc:docMk/>
          <pc:sldMk cId="2356197765" sldId="1198"/>
        </pc:sldMkLst>
      </pc:sldChg>
      <pc:sldChg chg="del modAnim">
        <pc:chgData name="Said Nabi Lecturer FCSE" userId="22162f9c-d122-430c-b6e9-ac8024b7b6c6" providerId="ADAL" clId="{67A4F9F5-779B-5943-B14E-B85497A2BF22}" dt="2025-10-06T12:44:43.430" v="8190" actId="2696"/>
        <pc:sldMkLst>
          <pc:docMk/>
          <pc:sldMk cId="2431197673" sldId="1199"/>
        </pc:sldMkLst>
      </pc:sldChg>
      <pc:sldChg chg="del modAnim">
        <pc:chgData name="Said Nabi Lecturer FCSE" userId="22162f9c-d122-430c-b6e9-ac8024b7b6c6" providerId="ADAL" clId="{67A4F9F5-779B-5943-B14E-B85497A2BF22}" dt="2025-10-06T12:44:43.461" v="8191" actId="2696"/>
        <pc:sldMkLst>
          <pc:docMk/>
          <pc:sldMk cId="1452619793" sldId="1200"/>
        </pc:sldMkLst>
      </pc:sldChg>
      <pc:sldChg chg="del modAnim">
        <pc:chgData name="Said Nabi Lecturer FCSE" userId="22162f9c-d122-430c-b6e9-ac8024b7b6c6" providerId="ADAL" clId="{67A4F9F5-779B-5943-B14E-B85497A2BF22}" dt="2025-10-06T12:44:43.495" v="8192" actId="2696"/>
        <pc:sldMkLst>
          <pc:docMk/>
          <pc:sldMk cId="3322202993" sldId="1201"/>
        </pc:sldMkLst>
      </pc:sldChg>
      <pc:sldChg chg="del modAnim">
        <pc:chgData name="Said Nabi Lecturer FCSE" userId="22162f9c-d122-430c-b6e9-ac8024b7b6c6" providerId="ADAL" clId="{67A4F9F5-779B-5943-B14E-B85497A2BF22}" dt="2025-10-06T12:44:43.530" v="8193" actId="2696"/>
        <pc:sldMkLst>
          <pc:docMk/>
          <pc:sldMk cId="2150135870" sldId="1202"/>
        </pc:sldMkLst>
      </pc:sldChg>
      <pc:sldChg chg="del modAnim">
        <pc:chgData name="Said Nabi Lecturer FCSE" userId="22162f9c-d122-430c-b6e9-ac8024b7b6c6" providerId="ADAL" clId="{67A4F9F5-779B-5943-B14E-B85497A2BF22}" dt="2025-10-06T12:44:43.566" v="8194" actId="2696"/>
        <pc:sldMkLst>
          <pc:docMk/>
          <pc:sldMk cId="2621485592" sldId="1203"/>
        </pc:sldMkLst>
      </pc:sldChg>
      <pc:sldChg chg="del modAnim">
        <pc:chgData name="Said Nabi Lecturer FCSE" userId="22162f9c-d122-430c-b6e9-ac8024b7b6c6" providerId="ADAL" clId="{67A4F9F5-779B-5943-B14E-B85497A2BF22}" dt="2025-10-06T12:44:43.603" v="8195" actId="2696"/>
        <pc:sldMkLst>
          <pc:docMk/>
          <pc:sldMk cId="2142708989" sldId="1204"/>
        </pc:sldMkLst>
      </pc:sldChg>
      <pc:sldChg chg="del modAnim">
        <pc:chgData name="Said Nabi Lecturer FCSE" userId="22162f9c-d122-430c-b6e9-ac8024b7b6c6" providerId="ADAL" clId="{67A4F9F5-779B-5943-B14E-B85497A2BF22}" dt="2025-10-06T12:44:43.636" v="8196" actId="2696"/>
        <pc:sldMkLst>
          <pc:docMk/>
          <pc:sldMk cId="390659462" sldId="1205"/>
        </pc:sldMkLst>
      </pc:sldChg>
      <pc:sldChg chg="modSp add del mod modAnim">
        <pc:chgData name="Said Nabi Lecturer FCSE" userId="22162f9c-d122-430c-b6e9-ac8024b7b6c6" providerId="ADAL" clId="{67A4F9F5-779B-5943-B14E-B85497A2BF22}" dt="2025-10-06T12:44:43.679" v="8197" actId="2696"/>
        <pc:sldMkLst>
          <pc:docMk/>
          <pc:sldMk cId="374944398" sldId="1206"/>
        </pc:sldMkLst>
      </pc:sldChg>
      <pc:sldChg chg="addSp modSp add del mod modAnim">
        <pc:chgData name="Said Nabi Lecturer FCSE" userId="22162f9c-d122-430c-b6e9-ac8024b7b6c6" providerId="ADAL" clId="{67A4F9F5-779B-5943-B14E-B85497A2BF22}" dt="2025-10-06T12:44:43.694" v="8198" actId="2696"/>
        <pc:sldMkLst>
          <pc:docMk/>
          <pc:sldMk cId="1842431676" sldId="1207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10-06T12:44:43.819" v="8203" actId="2696"/>
        <pc:sldMkLst>
          <pc:docMk/>
          <pc:sldMk cId="2548327898" sldId="1208"/>
        </pc:sldMkLst>
      </pc:sldChg>
      <pc:sldChg chg="delSp modSp add del mod ord delAnim modAnim">
        <pc:chgData name="Said Nabi Lecturer FCSE" userId="22162f9c-d122-430c-b6e9-ac8024b7b6c6" providerId="ADAL" clId="{67A4F9F5-779B-5943-B14E-B85497A2BF22}" dt="2025-10-06T12:44:43.741" v="8200" actId="2696"/>
        <pc:sldMkLst>
          <pc:docMk/>
          <pc:sldMk cId="3123115456" sldId="1209"/>
        </pc:sldMkLst>
      </pc:sldChg>
      <pc:sldChg chg="delSp modSp add del mod delAnim modAnim">
        <pc:chgData name="Said Nabi Lecturer FCSE" userId="22162f9c-d122-430c-b6e9-ac8024b7b6c6" providerId="ADAL" clId="{67A4F9F5-779B-5943-B14E-B85497A2BF22}" dt="2025-09-29T13:59:33.595" v="6398" actId="2696"/>
        <pc:sldMkLst>
          <pc:docMk/>
          <pc:sldMk cId="2666946918" sldId="1210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10-06T12:44:43.901" v="8205" actId="2696"/>
        <pc:sldMkLst>
          <pc:docMk/>
          <pc:sldMk cId="3441244026" sldId="1211"/>
        </pc:sldMkLst>
      </pc:sldChg>
      <pc:sldChg chg="addSp delSp modSp new del mod ord addAnim delAnim modAnim">
        <pc:chgData name="Said Nabi Lecturer FCSE" userId="22162f9c-d122-430c-b6e9-ac8024b7b6c6" providerId="ADAL" clId="{67A4F9F5-779B-5943-B14E-B85497A2BF22}" dt="2025-10-06T12:44:43.721" v="8199" actId="2696"/>
        <pc:sldMkLst>
          <pc:docMk/>
          <pc:sldMk cId="2994534611" sldId="1212"/>
        </pc:sldMkLst>
      </pc:sldChg>
      <pc:sldChg chg="del">
        <pc:chgData name="Said Nabi Lecturer FCSE" userId="22162f9c-d122-430c-b6e9-ac8024b7b6c6" providerId="ADAL" clId="{67A4F9F5-779B-5943-B14E-B85497A2BF22}" dt="2025-10-06T12:44:43.762" v="8201" actId="2696"/>
        <pc:sldMkLst>
          <pc:docMk/>
          <pc:sldMk cId="404614129" sldId="1213"/>
        </pc:sldMkLst>
      </pc:sldChg>
      <pc:sldChg chg="addSp delSp modSp new del mod delAnim modAnim">
        <pc:chgData name="Said Nabi Lecturer FCSE" userId="22162f9c-d122-430c-b6e9-ac8024b7b6c6" providerId="ADAL" clId="{67A4F9F5-779B-5943-B14E-B85497A2BF22}" dt="2025-10-06T12:44:43.799" v="8202" actId="2696"/>
        <pc:sldMkLst>
          <pc:docMk/>
          <pc:sldMk cId="2550740950" sldId="1214"/>
        </pc:sldMkLst>
      </pc:sldChg>
      <pc:sldChg chg="add del">
        <pc:chgData name="Said Nabi Lecturer FCSE" userId="22162f9c-d122-430c-b6e9-ac8024b7b6c6" providerId="ADAL" clId="{67A4F9F5-779B-5943-B14E-B85497A2BF22}" dt="2025-10-06T12:44:43.951" v="8207" actId="2696"/>
        <pc:sldMkLst>
          <pc:docMk/>
          <pc:sldMk cId="162301287" sldId="1215"/>
        </pc:sldMkLst>
      </pc:sldChg>
      <pc:sldChg chg="add del ord modTransition">
        <pc:chgData name="Said Nabi Lecturer FCSE" userId="22162f9c-d122-430c-b6e9-ac8024b7b6c6" providerId="ADAL" clId="{67A4F9F5-779B-5943-B14E-B85497A2BF22}" dt="2025-10-06T12:44:43.856" v="8204" actId="2696"/>
        <pc:sldMkLst>
          <pc:docMk/>
          <pc:sldMk cId="4146431570" sldId="1216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10-06T12:44:43.940" v="8206" actId="2696"/>
        <pc:sldMkLst>
          <pc:docMk/>
          <pc:sldMk cId="1399622901" sldId="1217"/>
        </pc:sldMkLst>
      </pc:sldChg>
      <pc:sldChg chg="delSp modSp new mod">
        <pc:chgData name="Said Nabi Lecturer FCSE" userId="22162f9c-d122-430c-b6e9-ac8024b7b6c6" providerId="ADAL" clId="{67A4F9F5-779B-5943-B14E-B85497A2BF22}" dt="2025-10-02T02:16:20.131" v="8012" actId="1076"/>
        <pc:sldMkLst>
          <pc:docMk/>
          <pc:sldMk cId="1185452636" sldId="1218"/>
        </pc:sldMkLst>
        <pc:spChg chg="mod">
          <ac:chgData name="Said Nabi Lecturer FCSE" userId="22162f9c-d122-430c-b6e9-ac8024b7b6c6" providerId="ADAL" clId="{67A4F9F5-779B-5943-B14E-B85497A2BF22}" dt="2025-10-02T02:16:20.131" v="8012" actId="1076"/>
          <ac:spMkLst>
            <pc:docMk/>
            <pc:sldMk cId="1185452636" sldId="1218"/>
            <ac:spMk id="3" creationId="{5ADCB9A8-8EA1-448E-3B2A-09FB867826A2}"/>
          </ac:spMkLst>
        </pc:spChg>
      </pc:sldChg>
      <pc:sldChg chg="del">
        <pc:chgData name="Said Nabi Lecturer FCSE" userId="22162f9c-d122-430c-b6e9-ac8024b7b6c6" providerId="ADAL" clId="{67A4F9F5-779B-5943-B14E-B85497A2BF22}" dt="2025-10-10T02:27:28.240" v="8755" actId="2696"/>
        <pc:sldMkLst>
          <pc:docMk/>
          <pc:sldMk cId="2481751389" sldId="1219"/>
        </pc:sldMkLst>
      </pc:sldChg>
      <pc:sldChg chg="modSp del mod">
        <pc:chgData name="Said Nabi Lecturer FCSE" userId="22162f9c-d122-430c-b6e9-ac8024b7b6c6" providerId="ADAL" clId="{67A4F9F5-779B-5943-B14E-B85497A2BF22}" dt="2025-10-10T02:27:28.240" v="8755" actId="2696"/>
        <pc:sldMkLst>
          <pc:docMk/>
          <pc:sldMk cId="1709720613" sldId="1220"/>
        </pc:sldMkLst>
      </pc:sldChg>
      <pc:sldChg chg="modSp del mod">
        <pc:chgData name="Said Nabi Lecturer FCSE" userId="22162f9c-d122-430c-b6e9-ac8024b7b6c6" providerId="ADAL" clId="{67A4F9F5-779B-5943-B14E-B85497A2BF22}" dt="2025-10-10T02:27:28.240" v="8755" actId="2696"/>
        <pc:sldMkLst>
          <pc:docMk/>
          <pc:sldMk cId="2099166459" sldId="1221"/>
        </pc:sldMkLst>
      </pc:sldChg>
      <pc:sldChg chg="addSp modSp del mod">
        <pc:chgData name="Said Nabi Lecturer FCSE" userId="22162f9c-d122-430c-b6e9-ac8024b7b6c6" providerId="ADAL" clId="{67A4F9F5-779B-5943-B14E-B85497A2BF22}" dt="2025-10-10T02:27:28.240" v="8755" actId="2696"/>
        <pc:sldMkLst>
          <pc:docMk/>
          <pc:sldMk cId="641485893" sldId="1222"/>
        </pc:sldMkLst>
      </pc:sldChg>
      <pc:sldChg chg="modSp add del mod">
        <pc:chgData name="Said Nabi Lecturer FCSE" userId="22162f9c-d122-430c-b6e9-ac8024b7b6c6" providerId="ADAL" clId="{67A4F9F5-779B-5943-B14E-B85497A2BF22}" dt="2025-10-10T02:27:28.240" v="8755" actId="2696"/>
        <pc:sldMkLst>
          <pc:docMk/>
          <pc:sldMk cId="3222165966" sldId="1223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10-10T02:27:28.240" v="8755" actId="2696"/>
        <pc:sldMkLst>
          <pc:docMk/>
          <pc:sldMk cId="4032314364" sldId="1224"/>
        </pc:sldMkLst>
      </pc:sldChg>
      <pc:sldChg chg="modSp add del mod modAnim">
        <pc:chgData name="Said Nabi Lecturer FCSE" userId="22162f9c-d122-430c-b6e9-ac8024b7b6c6" providerId="ADAL" clId="{67A4F9F5-779B-5943-B14E-B85497A2BF22}" dt="2025-10-10T02:27:28.240" v="8755" actId="2696"/>
        <pc:sldMkLst>
          <pc:docMk/>
          <pc:sldMk cId="820482098" sldId="1225"/>
        </pc:sldMkLst>
      </pc:sldChg>
      <pc:sldChg chg="addSp delSp modSp new del mod ord modAnim">
        <pc:chgData name="Said Nabi Lecturer FCSE" userId="22162f9c-d122-430c-b6e9-ac8024b7b6c6" providerId="ADAL" clId="{67A4F9F5-779B-5943-B14E-B85497A2BF22}" dt="2025-10-10T02:27:28.240" v="8755" actId="2696"/>
        <pc:sldMkLst>
          <pc:docMk/>
          <pc:sldMk cId="2575822331" sldId="1226"/>
        </pc:sldMkLst>
      </pc:sldChg>
      <pc:sldChg chg="addSp delSp modSp add mod delAnim">
        <pc:chgData name="Said Nabi Lecturer FCSE" userId="22162f9c-d122-430c-b6e9-ac8024b7b6c6" providerId="ADAL" clId="{67A4F9F5-779B-5943-B14E-B85497A2BF22}" dt="2025-10-09T03:15:45.078" v="8665" actId="5793"/>
        <pc:sldMkLst>
          <pc:docMk/>
          <pc:sldMk cId="2588758423" sldId="1227"/>
        </pc:sldMkLst>
        <pc:spChg chg="add mod">
          <ac:chgData name="Said Nabi Lecturer FCSE" userId="22162f9c-d122-430c-b6e9-ac8024b7b6c6" providerId="ADAL" clId="{67A4F9F5-779B-5943-B14E-B85497A2BF22}" dt="2025-10-09T03:15:34.946" v="8655" actId="1076"/>
          <ac:spMkLst>
            <pc:docMk/>
            <pc:sldMk cId="2588758423" sldId="1227"/>
            <ac:spMk id="3" creationId="{890D074B-DC85-9414-B04D-6F449F9248EE}"/>
          </ac:spMkLst>
        </pc:spChg>
        <pc:spChg chg="mod">
          <ac:chgData name="Said Nabi Lecturer FCSE" userId="22162f9c-d122-430c-b6e9-ac8024b7b6c6" providerId="ADAL" clId="{67A4F9F5-779B-5943-B14E-B85497A2BF22}" dt="2025-10-09T03:15:45.078" v="8665" actId="5793"/>
          <ac:spMkLst>
            <pc:docMk/>
            <pc:sldMk cId="2588758423" sldId="1227"/>
            <ac:spMk id="28" creationId="{4FDF8A9E-B5F9-1873-57E4-C09454E1D350}"/>
          </ac:spMkLst>
        </pc:spChg>
      </pc:sldChg>
      <pc:sldChg chg="addSp delSp modSp new mod modAnim">
        <pc:chgData name="Said Nabi Lecturer FCSE" userId="22162f9c-d122-430c-b6e9-ac8024b7b6c6" providerId="ADAL" clId="{67A4F9F5-779B-5943-B14E-B85497A2BF22}" dt="2025-10-09T03:09:33.067" v="8609" actId="207"/>
        <pc:sldMkLst>
          <pc:docMk/>
          <pc:sldMk cId="4121899737" sldId="1228"/>
        </pc:sldMkLst>
        <pc:spChg chg="add mod">
          <ac:chgData name="Said Nabi Lecturer FCSE" userId="22162f9c-d122-430c-b6e9-ac8024b7b6c6" providerId="ADAL" clId="{67A4F9F5-779B-5943-B14E-B85497A2BF22}" dt="2025-10-09T03:09:33.067" v="8609" actId="207"/>
          <ac:spMkLst>
            <pc:docMk/>
            <pc:sldMk cId="4121899737" sldId="1228"/>
            <ac:spMk id="5" creationId="{ABAC7852-B9D1-1D9A-40F2-FD307C9D6102}"/>
          </ac:spMkLst>
        </pc:spChg>
        <pc:spChg chg="add mod">
          <ac:chgData name="Said Nabi Lecturer FCSE" userId="22162f9c-d122-430c-b6e9-ac8024b7b6c6" providerId="ADAL" clId="{67A4F9F5-779B-5943-B14E-B85497A2BF22}" dt="2025-10-09T03:07:24.718" v="8598" actId="1076"/>
          <ac:spMkLst>
            <pc:docMk/>
            <pc:sldMk cId="4121899737" sldId="1228"/>
            <ac:spMk id="6" creationId="{D9C02244-A215-0215-383E-E83D556F55AA}"/>
          </ac:spMkLst>
        </pc:spChg>
      </pc:sldChg>
      <pc:sldChg chg="addSp delSp modSp add mod ord delAnim">
        <pc:chgData name="Said Nabi Lecturer FCSE" userId="22162f9c-d122-430c-b6e9-ac8024b7b6c6" providerId="ADAL" clId="{67A4F9F5-779B-5943-B14E-B85497A2BF22}" dt="2025-10-09T03:11:30.943" v="8620" actId="20578"/>
        <pc:sldMkLst>
          <pc:docMk/>
          <pc:sldMk cId="1353146355" sldId="1229"/>
        </pc:sldMkLst>
        <pc:spChg chg="add mod">
          <ac:chgData name="Said Nabi Lecturer FCSE" userId="22162f9c-d122-430c-b6e9-ac8024b7b6c6" providerId="ADAL" clId="{67A4F9F5-779B-5943-B14E-B85497A2BF22}" dt="2025-10-09T03:11:12.760" v="8619" actId="1076"/>
          <ac:spMkLst>
            <pc:docMk/>
            <pc:sldMk cId="1353146355" sldId="1229"/>
            <ac:spMk id="2" creationId="{D807E866-402E-778D-92B6-153AA2B3779B}"/>
          </ac:spMkLst>
        </pc:spChg>
        <pc:picChg chg="add mod">
          <ac:chgData name="Said Nabi Lecturer FCSE" userId="22162f9c-d122-430c-b6e9-ac8024b7b6c6" providerId="ADAL" clId="{67A4F9F5-779B-5943-B14E-B85497A2BF22}" dt="2025-10-09T03:10:23.206" v="8615" actId="1076"/>
          <ac:picMkLst>
            <pc:docMk/>
            <pc:sldMk cId="1353146355" sldId="1229"/>
            <ac:picMk id="1026" creationId="{9DCA7A61-F390-359C-6697-AC1EE99B98C4}"/>
          </ac:picMkLst>
        </pc:picChg>
      </pc:sldChg>
      <pc:sldChg chg="modSp add del">
        <pc:chgData name="Said Nabi Lecturer FCSE" userId="22162f9c-d122-430c-b6e9-ac8024b7b6c6" providerId="ADAL" clId="{67A4F9F5-779B-5943-B14E-B85497A2BF22}" dt="2025-10-10T02:27:28.240" v="8755" actId="2696"/>
        <pc:sldMkLst>
          <pc:docMk/>
          <pc:sldMk cId="1092460063" sldId="1230"/>
        </pc:sldMkLst>
      </pc:sldChg>
      <pc:sldChg chg="modSp">
        <pc:chgData name="Said Nabi Lecturer FCSE" userId="22162f9c-d122-430c-b6e9-ac8024b7b6c6" providerId="ADAL" clId="{67A4F9F5-779B-5943-B14E-B85497A2BF22}" dt="2025-10-13T16:42:18.246" v="9076" actId="20577"/>
        <pc:sldMkLst>
          <pc:docMk/>
          <pc:sldMk cId="2479506630" sldId="1230"/>
        </pc:sldMkLst>
        <pc:spChg chg="mod">
          <ac:chgData name="Said Nabi Lecturer FCSE" userId="22162f9c-d122-430c-b6e9-ac8024b7b6c6" providerId="ADAL" clId="{67A4F9F5-779B-5943-B14E-B85497A2BF22}" dt="2025-10-13T16:42:18.246" v="9076" actId="20577"/>
          <ac:spMkLst>
            <pc:docMk/>
            <pc:sldMk cId="2479506630" sldId="1230"/>
            <ac:spMk id="26" creationId="{53CEF39A-4A90-FED2-C0D0-3A3CA6F1ABF9}"/>
          </ac:spMkLst>
        </pc:spChg>
      </pc:sldChg>
      <pc:sldChg chg="addSp delSp modSp mod modAnim">
        <pc:chgData name="Said Nabi Lecturer FCSE" userId="22162f9c-d122-430c-b6e9-ac8024b7b6c6" providerId="ADAL" clId="{67A4F9F5-779B-5943-B14E-B85497A2BF22}" dt="2025-10-13T16:47:30.718" v="9093" actId="20577"/>
        <pc:sldMkLst>
          <pc:docMk/>
          <pc:sldMk cId="1678258991" sldId="1236"/>
        </pc:sldMkLst>
        <pc:spChg chg="add mod">
          <ac:chgData name="Said Nabi Lecturer FCSE" userId="22162f9c-d122-430c-b6e9-ac8024b7b6c6" providerId="ADAL" clId="{67A4F9F5-779B-5943-B14E-B85497A2BF22}" dt="2025-10-13T16:47:30.718" v="9093" actId="20577"/>
          <ac:spMkLst>
            <pc:docMk/>
            <pc:sldMk cId="1678258991" sldId="1236"/>
            <ac:spMk id="13" creationId="{C44A33FB-1E50-F52D-DAD3-93EB68B1CDEB}"/>
          </ac:spMkLst>
        </pc:spChg>
        <pc:spChg chg="add mod">
          <ac:chgData name="Said Nabi Lecturer FCSE" userId="22162f9c-d122-430c-b6e9-ac8024b7b6c6" providerId="ADAL" clId="{67A4F9F5-779B-5943-B14E-B85497A2BF22}" dt="2025-10-11T01:32:37.146" v="9038" actId="1076"/>
          <ac:spMkLst>
            <pc:docMk/>
            <pc:sldMk cId="1678258991" sldId="1236"/>
            <ac:spMk id="29" creationId="{5A6566CE-63AB-CFE3-1E7B-A2C3998AB270}"/>
          </ac:spMkLst>
        </pc:spChg>
        <pc:spChg chg="add mod">
          <ac:chgData name="Said Nabi Lecturer FCSE" userId="22162f9c-d122-430c-b6e9-ac8024b7b6c6" providerId="ADAL" clId="{67A4F9F5-779B-5943-B14E-B85497A2BF22}" dt="2025-10-11T01:34:05.608" v="9060" actId="20577"/>
          <ac:spMkLst>
            <pc:docMk/>
            <pc:sldMk cId="1678258991" sldId="1236"/>
            <ac:spMk id="30" creationId="{C8F633EF-65CA-17F1-9C3D-BFFE1D940A00}"/>
          </ac:spMkLst>
        </pc:spChg>
        <pc:spChg chg="add mod">
          <ac:chgData name="Said Nabi Lecturer FCSE" userId="22162f9c-d122-430c-b6e9-ac8024b7b6c6" providerId="ADAL" clId="{67A4F9F5-779B-5943-B14E-B85497A2BF22}" dt="2025-10-11T01:34:23.800" v="9071" actId="20577"/>
          <ac:spMkLst>
            <pc:docMk/>
            <pc:sldMk cId="1678258991" sldId="1236"/>
            <ac:spMk id="31" creationId="{7DF7BA03-7439-4575-7E51-869A677AD9E7}"/>
          </ac:spMkLst>
        </pc:spChg>
        <pc:graphicFrameChg chg="add mod modGraphic">
          <ac:chgData name="Said Nabi Lecturer FCSE" userId="22162f9c-d122-430c-b6e9-ac8024b7b6c6" providerId="ADAL" clId="{67A4F9F5-779B-5943-B14E-B85497A2BF22}" dt="2025-10-11T01:22:49.257" v="8767" actId="1076"/>
          <ac:graphicFrameMkLst>
            <pc:docMk/>
            <pc:sldMk cId="1678258991" sldId="1236"/>
            <ac:graphicFrameMk id="2" creationId="{B74A5D93-44AD-DB5C-6398-3226CAA72C5C}"/>
          </ac:graphicFrameMkLst>
        </pc:graphicFrameChg>
        <pc:graphicFrameChg chg="mod">
          <ac:chgData name="Said Nabi Lecturer FCSE" userId="22162f9c-d122-430c-b6e9-ac8024b7b6c6" providerId="ADAL" clId="{67A4F9F5-779B-5943-B14E-B85497A2BF22}" dt="2025-10-11T01:30:28.441" v="9000" actId="1036"/>
          <ac:graphicFrameMkLst>
            <pc:docMk/>
            <pc:sldMk cId="1678258991" sldId="1236"/>
            <ac:graphicFrameMk id="6" creationId="{90189EB5-AE11-779B-ABB4-2951B14F41FB}"/>
          </ac:graphicFrameMkLst>
        </pc:graphicFrameChg>
        <pc:graphicFrameChg chg="add mod modGraphic">
          <ac:chgData name="Said Nabi Lecturer FCSE" userId="22162f9c-d122-430c-b6e9-ac8024b7b6c6" providerId="ADAL" clId="{67A4F9F5-779B-5943-B14E-B85497A2BF22}" dt="2025-10-11T01:32:00.937" v="9023" actId="20577"/>
          <ac:graphicFrameMkLst>
            <pc:docMk/>
            <pc:sldMk cId="1678258991" sldId="1236"/>
            <ac:graphicFrameMk id="7" creationId="{795B9BEF-E2AA-0622-17C2-8B54DA0C7FCB}"/>
          </ac:graphicFrameMkLst>
        </pc:graphicFrameChg>
        <pc:graphicFrameChg chg="add mod modGraphic">
          <ac:chgData name="Said Nabi Lecturer FCSE" userId="22162f9c-d122-430c-b6e9-ac8024b7b6c6" providerId="ADAL" clId="{67A4F9F5-779B-5943-B14E-B85497A2BF22}" dt="2025-10-11T01:30:28.441" v="9000" actId="1036"/>
          <ac:graphicFrameMkLst>
            <pc:docMk/>
            <pc:sldMk cId="1678258991" sldId="1236"/>
            <ac:graphicFrameMk id="8" creationId="{D85447E4-D9D5-9602-D17A-EF54FD4AEE74}"/>
          </ac:graphicFrameMkLst>
        </pc:graphicFrameChg>
        <pc:cxnChg chg="add mod">
          <ac:chgData name="Said Nabi Lecturer FCSE" userId="22162f9c-d122-430c-b6e9-ac8024b7b6c6" providerId="ADAL" clId="{67A4F9F5-779B-5943-B14E-B85497A2BF22}" dt="2025-10-13T16:47:14.493" v="9079" actId="14100"/>
          <ac:cxnSpMkLst>
            <pc:docMk/>
            <pc:sldMk cId="1678258991" sldId="1236"/>
            <ac:cxnSpMk id="3" creationId="{6148AE24-BE03-495E-1007-BCDF24E14DB6}"/>
          </ac:cxnSpMkLst>
        </pc:cxnChg>
        <pc:cxnChg chg="add mod">
          <ac:chgData name="Said Nabi Lecturer FCSE" userId="22162f9c-d122-430c-b6e9-ac8024b7b6c6" providerId="ADAL" clId="{67A4F9F5-779B-5943-B14E-B85497A2BF22}" dt="2025-10-11T01:23:25.915" v="8795" actId="692"/>
          <ac:cxnSpMkLst>
            <pc:docMk/>
            <pc:sldMk cId="1678258991" sldId="1236"/>
            <ac:cxnSpMk id="5" creationId="{BA61EAAA-3F46-719A-DA54-0F8398D87E2B}"/>
          </ac:cxnSpMkLst>
        </pc:cxnChg>
        <pc:cxnChg chg="add mod">
          <ac:chgData name="Said Nabi Lecturer FCSE" userId="22162f9c-d122-430c-b6e9-ac8024b7b6c6" providerId="ADAL" clId="{67A4F9F5-779B-5943-B14E-B85497A2BF22}" dt="2025-10-11T01:30:28.441" v="9000" actId="1036"/>
          <ac:cxnSpMkLst>
            <pc:docMk/>
            <pc:sldMk cId="1678258991" sldId="1236"/>
            <ac:cxnSpMk id="10" creationId="{08EBEB51-1A16-767E-7D90-FAB9476D022E}"/>
          </ac:cxnSpMkLst>
        </pc:cxnChg>
        <pc:cxnChg chg="add mod">
          <ac:chgData name="Said Nabi Lecturer FCSE" userId="22162f9c-d122-430c-b6e9-ac8024b7b6c6" providerId="ADAL" clId="{67A4F9F5-779B-5943-B14E-B85497A2BF22}" dt="2025-10-11T01:30:28.441" v="9000" actId="1036"/>
          <ac:cxnSpMkLst>
            <pc:docMk/>
            <pc:sldMk cId="1678258991" sldId="1236"/>
            <ac:cxnSpMk id="11" creationId="{9BF553AE-70EE-0E9E-E75D-9B593D1D4588}"/>
          </ac:cxnSpMkLst>
        </pc:cxnChg>
        <pc:cxnChg chg="add mod">
          <ac:chgData name="Said Nabi Lecturer FCSE" userId="22162f9c-d122-430c-b6e9-ac8024b7b6c6" providerId="ADAL" clId="{67A4F9F5-779B-5943-B14E-B85497A2BF22}" dt="2025-10-11T01:30:28.441" v="9000" actId="1036"/>
          <ac:cxnSpMkLst>
            <pc:docMk/>
            <pc:sldMk cId="1678258991" sldId="1236"/>
            <ac:cxnSpMk id="12" creationId="{F227740C-998D-EE20-E20F-E2859E196005}"/>
          </ac:cxnSpMkLst>
        </pc:cxnChg>
        <pc:cxnChg chg="add mod">
          <ac:chgData name="Said Nabi Lecturer FCSE" userId="22162f9c-d122-430c-b6e9-ac8024b7b6c6" providerId="ADAL" clId="{67A4F9F5-779B-5943-B14E-B85497A2BF22}" dt="2025-10-11T01:30:28.441" v="9000" actId="1036"/>
          <ac:cxnSpMkLst>
            <pc:docMk/>
            <pc:sldMk cId="1678258991" sldId="1236"/>
            <ac:cxnSpMk id="16" creationId="{FF739F16-F9DD-AF4E-E26C-D932F58586DD}"/>
          </ac:cxnSpMkLst>
        </pc:cxnChg>
        <pc:cxnChg chg="add mod">
          <ac:chgData name="Said Nabi Lecturer FCSE" userId="22162f9c-d122-430c-b6e9-ac8024b7b6c6" providerId="ADAL" clId="{67A4F9F5-779B-5943-B14E-B85497A2BF22}" dt="2025-10-11T01:30:58.093" v="9006" actId="14100"/>
          <ac:cxnSpMkLst>
            <pc:docMk/>
            <pc:sldMk cId="1678258991" sldId="1236"/>
            <ac:cxnSpMk id="18" creationId="{69096592-2EF2-9DDD-889D-A2CA3BD93987}"/>
          </ac:cxnSpMkLst>
        </pc:cxnChg>
        <pc:cxnChg chg="add mod">
          <ac:chgData name="Said Nabi Lecturer FCSE" userId="22162f9c-d122-430c-b6e9-ac8024b7b6c6" providerId="ADAL" clId="{67A4F9F5-779B-5943-B14E-B85497A2BF22}" dt="2025-10-11T01:31:41.181" v="9022" actId="692"/>
          <ac:cxnSpMkLst>
            <pc:docMk/>
            <pc:sldMk cId="1678258991" sldId="1236"/>
            <ac:cxnSpMk id="28" creationId="{A80CBD67-ACEB-40D8-01BC-4D69CCEEE939}"/>
          </ac:cxnSpMkLst>
        </pc:cxnChg>
      </pc:sldChg>
      <pc:sldChg chg="addSp delSp modSp new mod modAnim">
        <pc:chgData name="Said Nabi Lecturer FCSE" userId="22162f9c-d122-430c-b6e9-ac8024b7b6c6" providerId="ADAL" clId="{67A4F9F5-779B-5943-B14E-B85497A2BF22}" dt="2025-10-15T06:13:54.207" v="9155" actId="207"/>
        <pc:sldMkLst>
          <pc:docMk/>
          <pc:sldMk cId="2315620896" sldId="1237"/>
        </pc:sldMkLst>
        <pc:spChg chg="del">
          <ac:chgData name="Said Nabi Lecturer FCSE" userId="22162f9c-d122-430c-b6e9-ac8024b7b6c6" providerId="ADAL" clId="{67A4F9F5-779B-5943-B14E-B85497A2BF22}" dt="2025-10-15T06:04:24.793" v="9095" actId="478"/>
          <ac:spMkLst>
            <pc:docMk/>
            <pc:sldMk cId="2315620896" sldId="1237"/>
            <ac:spMk id="2" creationId="{668B799A-B257-1AC7-449F-F43BE4FE003A}"/>
          </ac:spMkLst>
        </pc:spChg>
        <pc:spChg chg="del">
          <ac:chgData name="Said Nabi Lecturer FCSE" userId="22162f9c-d122-430c-b6e9-ac8024b7b6c6" providerId="ADAL" clId="{67A4F9F5-779B-5943-B14E-B85497A2BF22}" dt="2025-10-15T06:04:26.473" v="9096" actId="478"/>
          <ac:spMkLst>
            <pc:docMk/>
            <pc:sldMk cId="2315620896" sldId="1237"/>
            <ac:spMk id="3" creationId="{64DE7257-A574-EA13-9344-8EF49BB9F99B}"/>
          </ac:spMkLst>
        </pc:spChg>
        <pc:spChg chg="add del">
          <ac:chgData name="Said Nabi Lecturer FCSE" userId="22162f9c-d122-430c-b6e9-ac8024b7b6c6" providerId="ADAL" clId="{67A4F9F5-779B-5943-B14E-B85497A2BF22}" dt="2025-10-15T06:04:30.294" v="9098" actId="22"/>
          <ac:spMkLst>
            <pc:docMk/>
            <pc:sldMk cId="2315620896" sldId="1237"/>
            <ac:spMk id="5" creationId="{1D665C81-E927-90C1-D5F7-358887F4E1F0}"/>
          </ac:spMkLst>
        </pc:spChg>
        <pc:spChg chg="add mod">
          <ac:chgData name="Said Nabi Lecturer FCSE" userId="22162f9c-d122-430c-b6e9-ac8024b7b6c6" providerId="ADAL" clId="{67A4F9F5-779B-5943-B14E-B85497A2BF22}" dt="2025-10-15T06:13:54.207" v="9155" actId="207"/>
          <ac:spMkLst>
            <pc:docMk/>
            <pc:sldMk cId="2315620896" sldId="1237"/>
            <ac:spMk id="11" creationId="{3527227B-8516-16DB-4AAF-41598E06FE86}"/>
          </ac:spMkLst>
        </pc:spChg>
        <pc:picChg chg="add mod">
          <ac:chgData name="Said Nabi Lecturer FCSE" userId="22162f9c-d122-430c-b6e9-ac8024b7b6c6" providerId="ADAL" clId="{67A4F9F5-779B-5943-B14E-B85497A2BF22}" dt="2025-10-15T06:10:45.873" v="9127" actId="1076"/>
          <ac:picMkLst>
            <pc:docMk/>
            <pc:sldMk cId="2315620896" sldId="1237"/>
            <ac:picMk id="7" creationId="{38650988-7D5F-9D45-AEBD-E122E8028A19}"/>
          </ac:picMkLst>
        </pc:picChg>
        <pc:picChg chg="add del mod">
          <ac:chgData name="Said Nabi Lecturer FCSE" userId="22162f9c-d122-430c-b6e9-ac8024b7b6c6" providerId="ADAL" clId="{67A4F9F5-779B-5943-B14E-B85497A2BF22}" dt="2025-10-15T06:07:51.871" v="9107" actId="21"/>
          <ac:picMkLst>
            <pc:docMk/>
            <pc:sldMk cId="2315620896" sldId="1237"/>
            <ac:picMk id="9" creationId="{A552174D-9D3E-5275-38D5-0FDCFA0CCF05}"/>
          </ac:picMkLst>
        </pc:picChg>
      </pc:sldChg>
      <pc:sldChg chg="addSp delSp modSp new mod modAnim">
        <pc:chgData name="Said Nabi Lecturer FCSE" userId="22162f9c-d122-430c-b6e9-ac8024b7b6c6" providerId="ADAL" clId="{67A4F9F5-779B-5943-B14E-B85497A2BF22}" dt="2025-10-15T06:32:40.294" v="9252"/>
        <pc:sldMkLst>
          <pc:docMk/>
          <pc:sldMk cId="1622248042" sldId="1238"/>
        </pc:sldMkLst>
        <pc:spChg chg="del">
          <ac:chgData name="Said Nabi Lecturer FCSE" userId="22162f9c-d122-430c-b6e9-ac8024b7b6c6" providerId="ADAL" clId="{67A4F9F5-779B-5943-B14E-B85497A2BF22}" dt="2025-10-15T06:08:00.748" v="9109" actId="478"/>
          <ac:spMkLst>
            <pc:docMk/>
            <pc:sldMk cId="1622248042" sldId="1238"/>
            <ac:spMk id="2" creationId="{5E1FC095-42A5-CC81-DD8C-D128AEA510CD}"/>
          </ac:spMkLst>
        </pc:spChg>
        <pc:spChg chg="del">
          <ac:chgData name="Said Nabi Lecturer FCSE" userId="22162f9c-d122-430c-b6e9-ac8024b7b6c6" providerId="ADAL" clId="{67A4F9F5-779B-5943-B14E-B85497A2BF22}" dt="2025-10-15T06:08:02.488" v="9110" actId="478"/>
          <ac:spMkLst>
            <pc:docMk/>
            <pc:sldMk cId="1622248042" sldId="1238"/>
            <ac:spMk id="3" creationId="{E80345FD-62CD-6227-356F-B9335AC5099C}"/>
          </ac:spMkLst>
        </pc:spChg>
        <pc:spChg chg="add mod">
          <ac:chgData name="Said Nabi Lecturer FCSE" userId="22162f9c-d122-430c-b6e9-ac8024b7b6c6" providerId="ADAL" clId="{67A4F9F5-779B-5943-B14E-B85497A2BF22}" dt="2025-10-15T06:24:20.850" v="9185" actId="1076"/>
          <ac:spMkLst>
            <pc:docMk/>
            <pc:sldMk cId="1622248042" sldId="1238"/>
            <ac:spMk id="5" creationId="{4434D2C0-CBA0-3D1E-F6E4-AA5A1D30109E}"/>
          </ac:spMkLst>
        </pc:spChg>
        <pc:spChg chg="add mod">
          <ac:chgData name="Said Nabi Lecturer FCSE" userId="22162f9c-d122-430c-b6e9-ac8024b7b6c6" providerId="ADAL" clId="{67A4F9F5-779B-5943-B14E-B85497A2BF22}" dt="2025-10-15T06:24:05.498" v="9182" actId="1076"/>
          <ac:spMkLst>
            <pc:docMk/>
            <pc:sldMk cId="1622248042" sldId="1238"/>
            <ac:spMk id="6" creationId="{EDE3BE5D-8D91-73E9-97E4-77CE387B95D5}"/>
          </ac:spMkLst>
        </pc:spChg>
        <pc:spChg chg="add mod">
          <ac:chgData name="Said Nabi Lecturer FCSE" userId="22162f9c-d122-430c-b6e9-ac8024b7b6c6" providerId="ADAL" clId="{67A4F9F5-779B-5943-B14E-B85497A2BF22}" dt="2025-10-15T06:24:09.418" v="9183" actId="1076"/>
          <ac:spMkLst>
            <pc:docMk/>
            <pc:sldMk cId="1622248042" sldId="1238"/>
            <ac:spMk id="7" creationId="{8BB928B6-41A8-7FF9-07B2-CE934E8D889F}"/>
          </ac:spMkLst>
        </pc:spChg>
        <pc:spChg chg="add mod">
          <ac:chgData name="Said Nabi Lecturer FCSE" userId="22162f9c-d122-430c-b6e9-ac8024b7b6c6" providerId="ADAL" clId="{67A4F9F5-779B-5943-B14E-B85497A2BF22}" dt="2025-10-15T06:24:13.123" v="9184" actId="1076"/>
          <ac:spMkLst>
            <pc:docMk/>
            <pc:sldMk cId="1622248042" sldId="1238"/>
            <ac:spMk id="8" creationId="{CD4B3AC2-168B-55B2-BB04-B5097042E194}"/>
          </ac:spMkLst>
        </pc:spChg>
        <pc:spChg chg="add mod">
          <ac:chgData name="Said Nabi Lecturer FCSE" userId="22162f9c-d122-430c-b6e9-ac8024b7b6c6" providerId="ADAL" clId="{67A4F9F5-779B-5943-B14E-B85497A2BF22}" dt="2025-10-15T06:26:16.470" v="9211" actId="14100"/>
          <ac:spMkLst>
            <pc:docMk/>
            <pc:sldMk cId="1622248042" sldId="1238"/>
            <ac:spMk id="9" creationId="{79BD9B42-7826-A721-D538-F00D76FFD3F7}"/>
          </ac:spMkLst>
        </pc:spChg>
        <pc:spChg chg="add mod">
          <ac:chgData name="Said Nabi Lecturer FCSE" userId="22162f9c-d122-430c-b6e9-ac8024b7b6c6" providerId="ADAL" clId="{67A4F9F5-779B-5943-B14E-B85497A2BF22}" dt="2025-10-15T06:26:38.602" v="9216" actId="20577"/>
          <ac:spMkLst>
            <pc:docMk/>
            <pc:sldMk cId="1622248042" sldId="1238"/>
            <ac:spMk id="21" creationId="{7495F335-EC4E-0FA8-1007-9C3EA78278C4}"/>
          </ac:spMkLst>
        </pc:spChg>
        <pc:spChg chg="add mod">
          <ac:chgData name="Said Nabi Lecturer FCSE" userId="22162f9c-d122-430c-b6e9-ac8024b7b6c6" providerId="ADAL" clId="{67A4F9F5-779B-5943-B14E-B85497A2BF22}" dt="2025-10-15T06:27:29.061" v="9223" actId="20577"/>
          <ac:spMkLst>
            <pc:docMk/>
            <pc:sldMk cId="1622248042" sldId="1238"/>
            <ac:spMk id="24" creationId="{13C642DC-CE4B-CA16-C219-D704FB096A0D}"/>
          </ac:spMkLst>
        </pc:spChg>
        <pc:spChg chg="add mod">
          <ac:chgData name="Said Nabi Lecturer FCSE" userId="22162f9c-d122-430c-b6e9-ac8024b7b6c6" providerId="ADAL" clId="{67A4F9F5-779B-5943-B14E-B85497A2BF22}" dt="2025-10-15T06:30:10.769" v="9231" actId="20577"/>
          <ac:spMkLst>
            <pc:docMk/>
            <pc:sldMk cId="1622248042" sldId="1238"/>
            <ac:spMk id="28" creationId="{82CAEF2B-5822-A9F6-A03D-DBCA0E7DCE7A}"/>
          </ac:spMkLst>
        </pc:spChg>
        <pc:spChg chg="add mod">
          <ac:chgData name="Said Nabi Lecturer FCSE" userId="22162f9c-d122-430c-b6e9-ac8024b7b6c6" providerId="ADAL" clId="{67A4F9F5-779B-5943-B14E-B85497A2BF22}" dt="2025-10-15T06:32:30.306" v="9251" actId="113"/>
          <ac:spMkLst>
            <pc:docMk/>
            <pc:sldMk cId="1622248042" sldId="1238"/>
            <ac:spMk id="33" creationId="{17C65040-3495-4877-43BE-F40D4BAC7879}"/>
          </ac:spMkLst>
        </pc:spChg>
        <pc:picChg chg="add mod">
          <ac:chgData name="Said Nabi Lecturer FCSE" userId="22162f9c-d122-430c-b6e9-ac8024b7b6c6" providerId="ADAL" clId="{67A4F9F5-779B-5943-B14E-B85497A2BF22}" dt="2025-10-15T06:22:29.428" v="9156" actId="14100"/>
          <ac:picMkLst>
            <pc:docMk/>
            <pc:sldMk cId="1622248042" sldId="1238"/>
            <ac:picMk id="4" creationId="{46D0D933-E93C-342B-ADB4-CE782C88C265}"/>
          </ac:picMkLst>
        </pc:picChg>
        <pc:cxnChg chg="add mod">
          <ac:chgData name="Said Nabi Lecturer FCSE" userId="22162f9c-d122-430c-b6e9-ac8024b7b6c6" providerId="ADAL" clId="{67A4F9F5-779B-5943-B14E-B85497A2BF22}" dt="2025-10-15T06:25:34.424" v="9200" actId="692"/>
          <ac:cxnSpMkLst>
            <pc:docMk/>
            <pc:sldMk cId="1622248042" sldId="1238"/>
            <ac:cxnSpMk id="11" creationId="{74074279-79A8-7F67-D79C-C6DDA00FD3D8}"/>
          </ac:cxnSpMkLst>
        </pc:cxnChg>
        <pc:cxnChg chg="add mod">
          <ac:chgData name="Said Nabi Lecturer FCSE" userId="22162f9c-d122-430c-b6e9-ac8024b7b6c6" providerId="ADAL" clId="{67A4F9F5-779B-5943-B14E-B85497A2BF22}" dt="2025-10-15T06:25:44.361" v="9203" actId="14100"/>
          <ac:cxnSpMkLst>
            <pc:docMk/>
            <pc:sldMk cId="1622248042" sldId="1238"/>
            <ac:cxnSpMk id="13" creationId="{1B5A751C-50C7-D6F3-B10A-2CE14C13B325}"/>
          </ac:cxnSpMkLst>
        </pc:cxnChg>
        <pc:cxnChg chg="add mod">
          <ac:chgData name="Said Nabi Lecturer FCSE" userId="22162f9c-d122-430c-b6e9-ac8024b7b6c6" providerId="ADAL" clId="{67A4F9F5-779B-5943-B14E-B85497A2BF22}" dt="2025-10-15T06:25:52.541" v="9206" actId="14100"/>
          <ac:cxnSpMkLst>
            <pc:docMk/>
            <pc:sldMk cId="1622248042" sldId="1238"/>
            <ac:cxnSpMk id="16" creationId="{DA49CC10-F616-D550-660D-8C54E67CA494}"/>
          </ac:cxnSpMkLst>
        </pc:cxnChg>
        <pc:cxnChg chg="add mod">
          <ac:chgData name="Said Nabi Lecturer FCSE" userId="22162f9c-d122-430c-b6e9-ac8024b7b6c6" providerId="ADAL" clId="{67A4F9F5-779B-5943-B14E-B85497A2BF22}" dt="2025-10-15T06:26:21.988" v="9212" actId="14100"/>
          <ac:cxnSpMkLst>
            <pc:docMk/>
            <pc:sldMk cId="1622248042" sldId="1238"/>
            <ac:cxnSpMk id="18" creationId="{E856E484-E415-DFC1-62DF-B42BBA1745D2}"/>
          </ac:cxnSpMkLst>
        </pc:cxnChg>
        <pc:cxnChg chg="add mod">
          <ac:chgData name="Said Nabi Lecturer FCSE" userId="22162f9c-d122-430c-b6e9-ac8024b7b6c6" providerId="ADAL" clId="{67A4F9F5-779B-5943-B14E-B85497A2BF22}" dt="2025-10-15T06:26:47.495" v="9219" actId="14100"/>
          <ac:cxnSpMkLst>
            <pc:docMk/>
            <pc:sldMk cId="1622248042" sldId="1238"/>
            <ac:cxnSpMk id="22" creationId="{E0F41908-26A8-579B-4102-E6196A458EB9}"/>
          </ac:cxnSpMkLst>
        </pc:cxnChg>
        <pc:cxnChg chg="add mod">
          <ac:chgData name="Said Nabi Lecturer FCSE" userId="22162f9c-d122-430c-b6e9-ac8024b7b6c6" providerId="ADAL" clId="{67A4F9F5-779B-5943-B14E-B85497A2BF22}" dt="2025-10-15T06:27:58.582" v="9227" actId="14100"/>
          <ac:cxnSpMkLst>
            <pc:docMk/>
            <pc:sldMk cId="1622248042" sldId="1238"/>
            <ac:cxnSpMk id="25" creationId="{A78A3EC1-08E3-D95D-CAE2-E21E7E8FE385}"/>
          </ac:cxnSpMkLst>
        </pc:cxnChg>
        <pc:cxnChg chg="add mod">
          <ac:chgData name="Said Nabi Lecturer FCSE" userId="22162f9c-d122-430c-b6e9-ac8024b7b6c6" providerId="ADAL" clId="{67A4F9F5-779B-5943-B14E-B85497A2BF22}" dt="2025-10-15T06:30:23.729" v="9236" actId="14100"/>
          <ac:cxnSpMkLst>
            <pc:docMk/>
            <pc:sldMk cId="1622248042" sldId="1238"/>
            <ac:cxnSpMk id="29" creationId="{563B8B0B-2CDE-CBA2-1355-E21994B0AC74}"/>
          </ac:cxnSpMkLst>
        </pc:cxnChg>
      </pc:sldChg>
      <pc:sldChg chg="addSp delSp modSp new mod modAnim">
        <pc:chgData name="Said Nabi Lecturer FCSE" userId="22162f9c-d122-430c-b6e9-ac8024b7b6c6" providerId="ADAL" clId="{67A4F9F5-779B-5943-B14E-B85497A2BF22}" dt="2025-10-15T06:39:03.115" v="9305" actId="1076"/>
        <pc:sldMkLst>
          <pc:docMk/>
          <pc:sldMk cId="388550054" sldId="1239"/>
        </pc:sldMkLst>
        <pc:spChg chg="del">
          <ac:chgData name="Said Nabi Lecturer FCSE" userId="22162f9c-d122-430c-b6e9-ac8024b7b6c6" providerId="ADAL" clId="{67A4F9F5-779B-5943-B14E-B85497A2BF22}" dt="2025-10-15T06:08:42.738" v="9116" actId="478"/>
          <ac:spMkLst>
            <pc:docMk/>
            <pc:sldMk cId="388550054" sldId="1239"/>
            <ac:spMk id="2" creationId="{13381AA5-22AF-F69B-762D-65D703832C3F}"/>
          </ac:spMkLst>
        </pc:spChg>
        <pc:spChg chg="del">
          <ac:chgData name="Said Nabi Lecturer FCSE" userId="22162f9c-d122-430c-b6e9-ac8024b7b6c6" providerId="ADAL" clId="{67A4F9F5-779B-5943-B14E-B85497A2BF22}" dt="2025-10-15T06:08:44.162" v="9117" actId="478"/>
          <ac:spMkLst>
            <pc:docMk/>
            <pc:sldMk cId="388550054" sldId="1239"/>
            <ac:spMk id="3" creationId="{FE08E8F3-5E4C-EF43-4462-DC9E83316567}"/>
          </ac:spMkLst>
        </pc:spChg>
        <pc:spChg chg="add mod">
          <ac:chgData name="Said Nabi Lecturer FCSE" userId="22162f9c-d122-430c-b6e9-ac8024b7b6c6" providerId="ADAL" clId="{67A4F9F5-779B-5943-B14E-B85497A2BF22}" dt="2025-10-15T06:33:05.078" v="9276" actId="20577"/>
          <ac:spMkLst>
            <pc:docMk/>
            <pc:sldMk cId="388550054" sldId="1239"/>
            <ac:spMk id="4" creationId="{E667C590-45ED-92D3-A3A9-3C887BBBAF84}"/>
          </ac:spMkLst>
        </pc:spChg>
        <pc:spChg chg="add mod">
          <ac:chgData name="Said Nabi Lecturer FCSE" userId="22162f9c-d122-430c-b6e9-ac8024b7b6c6" providerId="ADAL" clId="{67A4F9F5-779B-5943-B14E-B85497A2BF22}" dt="2025-10-15T06:39:03.115" v="9305" actId="1076"/>
          <ac:spMkLst>
            <pc:docMk/>
            <pc:sldMk cId="388550054" sldId="1239"/>
            <ac:spMk id="5" creationId="{F380BF22-283D-41AA-043B-EAB4DD74FF40}"/>
          </ac:spMkLst>
        </pc:spChg>
        <pc:spChg chg="add del">
          <ac:chgData name="Said Nabi Lecturer FCSE" userId="22162f9c-d122-430c-b6e9-ac8024b7b6c6" providerId="ADAL" clId="{67A4F9F5-779B-5943-B14E-B85497A2BF22}" dt="2025-10-15T06:38:03.127" v="9292" actId="478"/>
          <ac:spMkLst>
            <pc:docMk/>
            <pc:sldMk cId="388550054" sldId="1239"/>
            <ac:spMk id="6" creationId="{B660D8DB-50C7-9ECD-63FB-04411BFD2D7A}"/>
          </ac:spMkLst>
        </pc:spChg>
        <pc:spChg chg="add del mod">
          <ac:chgData name="Said Nabi Lecturer FCSE" userId="22162f9c-d122-430c-b6e9-ac8024b7b6c6" providerId="ADAL" clId="{67A4F9F5-779B-5943-B14E-B85497A2BF22}" dt="2025-10-15T06:38:00.322" v="9291" actId="478"/>
          <ac:spMkLst>
            <pc:docMk/>
            <pc:sldMk cId="388550054" sldId="1239"/>
            <ac:spMk id="7" creationId="{B2D952C2-1CDA-8115-6904-E5F1004FB200}"/>
          </ac:spMkLst>
        </pc:spChg>
      </pc:sldChg>
      <pc:sldChg chg="addSp delSp modSp add mod">
        <pc:chgData name="Said Nabi Lecturer FCSE" userId="22162f9c-d122-430c-b6e9-ac8024b7b6c6" providerId="ADAL" clId="{67A4F9F5-779B-5943-B14E-B85497A2BF22}" dt="2025-10-15T06:42:55.852" v="9345" actId="207"/>
        <pc:sldMkLst>
          <pc:docMk/>
          <pc:sldMk cId="2339356816" sldId="1240"/>
        </pc:sldMkLst>
        <pc:spChg chg="add">
          <ac:chgData name="Said Nabi Lecturer FCSE" userId="22162f9c-d122-430c-b6e9-ac8024b7b6c6" providerId="ADAL" clId="{67A4F9F5-779B-5943-B14E-B85497A2BF22}" dt="2025-10-15T06:40:06.883" v="9316"/>
          <ac:spMkLst>
            <pc:docMk/>
            <pc:sldMk cId="2339356816" sldId="1240"/>
            <ac:spMk id="2" creationId="{53A0A397-FB3A-0FD7-91EE-B9E823962313}"/>
          </ac:spMkLst>
        </pc:spChg>
        <pc:spChg chg="add">
          <ac:chgData name="Said Nabi Lecturer FCSE" userId="22162f9c-d122-430c-b6e9-ac8024b7b6c6" providerId="ADAL" clId="{67A4F9F5-779B-5943-B14E-B85497A2BF22}" dt="2025-10-15T06:40:13.778" v="9318"/>
          <ac:spMkLst>
            <pc:docMk/>
            <pc:sldMk cId="2339356816" sldId="1240"/>
            <ac:spMk id="3" creationId="{8DBA0D4E-2D03-3A28-1F61-5C077FA10880}"/>
          </ac:spMkLst>
        </pc:spChg>
        <pc:spChg chg="mod">
          <ac:chgData name="Said Nabi Lecturer FCSE" userId="22162f9c-d122-430c-b6e9-ac8024b7b6c6" providerId="ADAL" clId="{67A4F9F5-779B-5943-B14E-B85497A2BF22}" dt="2025-10-15T06:39:18.419" v="9315" actId="5793"/>
          <ac:spMkLst>
            <pc:docMk/>
            <pc:sldMk cId="2339356816" sldId="1240"/>
            <ac:spMk id="4" creationId="{FA5913D2-9359-1105-D5BF-00EA7340DCC8}"/>
          </ac:spMkLst>
        </pc:spChg>
        <pc:spChg chg="add del mod">
          <ac:chgData name="Said Nabi Lecturer FCSE" userId="22162f9c-d122-430c-b6e9-ac8024b7b6c6" providerId="ADAL" clId="{67A4F9F5-779B-5943-B14E-B85497A2BF22}" dt="2025-10-15T06:42:55.852" v="9345" actId="207"/>
          <ac:spMkLst>
            <pc:docMk/>
            <pc:sldMk cId="2339356816" sldId="1240"/>
            <ac:spMk id="5" creationId="{26B8CEF6-7AE9-23A2-76F1-47E68A850996}"/>
          </ac:spMkLst>
        </pc:spChg>
        <pc:spChg chg="add mod">
          <ac:chgData name="Said Nabi Lecturer FCSE" userId="22162f9c-d122-430c-b6e9-ac8024b7b6c6" providerId="ADAL" clId="{67A4F9F5-779B-5943-B14E-B85497A2BF22}" dt="2025-10-15T06:40:58.870" v="9323" actId="1076"/>
          <ac:spMkLst>
            <pc:docMk/>
            <pc:sldMk cId="2339356816" sldId="1240"/>
            <ac:spMk id="6" creationId="{AD53B0DE-FBF6-2CB2-68F6-B1F486D2D0FC}"/>
          </ac:spMkLst>
        </pc:spChg>
      </pc:sldChg>
      <pc:sldChg chg="modSp add mod">
        <pc:chgData name="Said Nabi Lecturer FCSE" userId="22162f9c-d122-430c-b6e9-ac8024b7b6c6" providerId="ADAL" clId="{67A4F9F5-779B-5943-B14E-B85497A2BF22}" dt="2025-10-15T06:45:59.878" v="9397" actId="207"/>
        <pc:sldMkLst>
          <pc:docMk/>
          <pc:sldMk cId="1264902447" sldId="1241"/>
        </pc:sldMkLst>
        <pc:spChg chg="mod">
          <ac:chgData name="Said Nabi Lecturer FCSE" userId="22162f9c-d122-430c-b6e9-ac8024b7b6c6" providerId="ADAL" clId="{67A4F9F5-779B-5943-B14E-B85497A2BF22}" dt="2025-10-15T06:45:15.254" v="9372" actId="1035"/>
          <ac:spMkLst>
            <pc:docMk/>
            <pc:sldMk cId="1264902447" sldId="1241"/>
            <ac:spMk id="4" creationId="{0C444807-D2BF-B6F8-E1BB-01DA3E4746A6}"/>
          </ac:spMkLst>
        </pc:spChg>
        <pc:spChg chg="mod">
          <ac:chgData name="Said Nabi Lecturer FCSE" userId="22162f9c-d122-430c-b6e9-ac8024b7b6c6" providerId="ADAL" clId="{67A4F9F5-779B-5943-B14E-B85497A2BF22}" dt="2025-10-15T06:45:59.878" v="9397" actId="207"/>
          <ac:spMkLst>
            <pc:docMk/>
            <pc:sldMk cId="1264902447" sldId="1241"/>
            <ac:spMk id="5" creationId="{D1370EC1-F2E5-2498-D9BF-511837664719}"/>
          </ac:spMkLst>
        </pc:spChg>
      </pc:sldChg>
      <pc:sldChg chg="addSp delSp modSp new mod delAnim modAnim">
        <pc:chgData name="Said Nabi Lecturer FCSE" userId="22162f9c-d122-430c-b6e9-ac8024b7b6c6" providerId="ADAL" clId="{67A4F9F5-779B-5943-B14E-B85497A2BF22}" dt="2025-10-15T14:53:33.749" v="9668" actId="20577"/>
        <pc:sldMkLst>
          <pc:docMk/>
          <pc:sldMk cId="3128439861" sldId="1242"/>
        </pc:sldMkLst>
        <pc:spChg chg="del">
          <ac:chgData name="Said Nabi Lecturer FCSE" userId="22162f9c-d122-430c-b6e9-ac8024b7b6c6" providerId="ADAL" clId="{67A4F9F5-779B-5943-B14E-B85497A2BF22}" dt="2025-10-15T06:48:53.043" v="9399" actId="478"/>
          <ac:spMkLst>
            <pc:docMk/>
            <pc:sldMk cId="3128439861" sldId="1242"/>
            <ac:spMk id="2" creationId="{8EB90CD4-DDB1-D24A-E7B1-2105B2706299}"/>
          </ac:spMkLst>
        </pc:spChg>
        <pc:spChg chg="del">
          <ac:chgData name="Said Nabi Lecturer FCSE" userId="22162f9c-d122-430c-b6e9-ac8024b7b6c6" providerId="ADAL" clId="{67A4F9F5-779B-5943-B14E-B85497A2BF22}" dt="2025-10-15T06:48:54.578" v="9400" actId="478"/>
          <ac:spMkLst>
            <pc:docMk/>
            <pc:sldMk cId="3128439861" sldId="1242"/>
            <ac:spMk id="3" creationId="{A02EE26A-2F19-0802-5B55-4025FC37D5A0}"/>
          </ac:spMkLst>
        </pc:spChg>
        <pc:spChg chg="add mod">
          <ac:chgData name="Said Nabi Lecturer FCSE" userId="22162f9c-d122-430c-b6e9-ac8024b7b6c6" providerId="ADAL" clId="{67A4F9F5-779B-5943-B14E-B85497A2BF22}" dt="2025-10-15T07:02:28.349" v="9634" actId="14100"/>
          <ac:spMkLst>
            <pc:docMk/>
            <pc:sldMk cId="3128439861" sldId="1242"/>
            <ac:spMk id="48" creationId="{7A0F1404-6AF5-C590-5C4A-36A126D70960}"/>
          </ac:spMkLst>
        </pc:spChg>
        <pc:spChg chg="add mod">
          <ac:chgData name="Said Nabi Lecturer FCSE" userId="22162f9c-d122-430c-b6e9-ac8024b7b6c6" providerId="ADAL" clId="{67A4F9F5-779B-5943-B14E-B85497A2BF22}" dt="2025-10-15T07:02:34.871" v="9636" actId="1076"/>
          <ac:spMkLst>
            <pc:docMk/>
            <pc:sldMk cId="3128439861" sldId="1242"/>
            <ac:spMk id="49" creationId="{460A3A3E-78AE-A832-38DD-BFAAFDB58C07}"/>
          </ac:spMkLst>
        </pc:spChg>
        <pc:spChg chg="add mod">
          <ac:chgData name="Said Nabi Lecturer FCSE" userId="22162f9c-d122-430c-b6e9-ac8024b7b6c6" providerId="ADAL" clId="{67A4F9F5-779B-5943-B14E-B85497A2BF22}" dt="2025-10-15T14:53:08.596" v="9666" actId="207"/>
          <ac:spMkLst>
            <pc:docMk/>
            <pc:sldMk cId="3128439861" sldId="1242"/>
            <ac:spMk id="50" creationId="{3BCFA3F6-FAED-ECCF-D77E-42AA682C116C}"/>
          </ac:spMkLst>
        </pc:spChg>
        <pc:grpChg chg="add del mod">
          <ac:chgData name="Said Nabi Lecturer FCSE" userId="22162f9c-d122-430c-b6e9-ac8024b7b6c6" providerId="ADAL" clId="{67A4F9F5-779B-5943-B14E-B85497A2BF22}" dt="2025-10-15T07:01:15.553" v="9629"/>
          <ac:grpSpMkLst>
            <pc:docMk/>
            <pc:sldMk cId="3128439861" sldId="1242"/>
            <ac:grpSpMk id="13" creationId="{A6B70A89-863E-380D-EBB5-18A122AAC8DF}"/>
          </ac:grpSpMkLst>
        </pc:grpChg>
        <pc:grpChg chg="add del mod">
          <ac:chgData name="Said Nabi Lecturer FCSE" userId="22162f9c-d122-430c-b6e9-ac8024b7b6c6" providerId="ADAL" clId="{67A4F9F5-779B-5943-B14E-B85497A2BF22}" dt="2025-10-15T07:01:15.553" v="9629"/>
          <ac:grpSpMkLst>
            <pc:docMk/>
            <pc:sldMk cId="3128439861" sldId="1242"/>
            <ac:grpSpMk id="14" creationId="{BA9BDF9C-3C5A-B302-8E08-32EB5EB9FF31}"/>
          </ac:grpSpMkLst>
        </pc:grpChg>
        <pc:grpChg chg="add del mod">
          <ac:chgData name="Said Nabi Lecturer FCSE" userId="22162f9c-d122-430c-b6e9-ac8024b7b6c6" providerId="ADAL" clId="{67A4F9F5-779B-5943-B14E-B85497A2BF22}" dt="2025-10-15T07:01:15.094" v="9627"/>
          <ac:grpSpMkLst>
            <pc:docMk/>
            <pc:sldMk cId="3128439861" sldId="1242"/>
            <ac:grpSpMk id="16" creationId="{FF7BD14E-667C-E0B7-7E8A-161151994688}"/>
          </ac:grpSpMkLst>
        </pc:grpChg>
        <pc:grpChg chg="add del mod">
          <ac:chgData name="Said Nabi Lecturer FCSE" userId="22162f9c-d122-430c-b6e9-ac8024b7b6c6" providerId="ADAL" clId="{67A4F9F5-779B-5943-B14E-B85497A2BF22}" dt="2025-10-15T07:01:15.094" v="9627"/>
          <ac:grpSpMkLst>
            <pc:docMk/>
            <pc:sldMk cId="3128439861" sldId="1242"/>
            <ac:grpSpMk id="17" creationId="{6F29CB79-834C-C25A-9D9A-91AE0454A7C0}"/>
          </ac:grpSpMkLst>
        </pc:grpChg>
        <pc:grpChg chg="add del mod">
          <ac:chgData name="Said Nabi Lecturer FCSE" userId="22162f9c-d122-430c-b6e9-ac8024b7b6c6" providerId="ADAL" clId="{67A4F9F5-779B-5943-B14E-B85497A2BF22}" dt="2025-10-15T07:01:14.350" v="9624"/>
          <ac:grpSpMkLst>
            <pc:docMk/>
            <pc:sldMk cId="3128439861" sldId="1242"/>
            <ac:grpSpMk id="20" creationId="{F36691D7-43DF-24D8-2D7C-75B0A3D2DB08}"/>
          </ac:grpSpMkLst>
        </pc:grpChg>
        <pc:grpChg chg="add del mod">
          <ac:chgData name="Said Nabi Lecturer FCSE" userId="22162f9c-d122-430c-b6e9-ac8024b7b6c6" providerId="ADAL" clId="{67A4F9F5-779B-5943-B14E-B85497A2BF22}" dt="2025-10-15T07:01:14.350" v="9624"/>
          <ac:grpSpMkLst>
            <pc:docMk/>
            <pc:sldMk cId="3128439861" sldId="1242"/>
            <ac:grpSpMk id="21" creationId="{BB098900-0514-4A24-1524-A280A6A39F42}"/>
          </ac:grpSpMkLst>
        </pc:grpChg>
        <pc:grpChg chg="add del mod">
          <ac:chgData name="Said Nabi Lecturer FCSE" userId="22162f9c-d122-430c-b6e9-ac8024b7b6c6" providerId="ADAL" clId="{67A4F9F5-779B-5943-B14E-B85497A2BF22}" dt="2025-10-15T07:01:13.920" v="9622"/>
          <ac:grpSpMkLst>
            <pc:docMk/>
            <pc:sldMk cId="3128439861" sldId="1242"/>
            <ac:grpSpMk id="23" creationId="{D5E645C3-186B-59DD-DF16-445DEB3BBFF1}"/>
          </ac:grpSpMkLst>
        </pc:grpChg>
        <pc:grpChg chg="add del mod">
          <ac:chgData name="Said Nabi Lecturer FCSE" userId="22162f9c-d122-430c-b6e9-ac8024b7b6c6" providerId="ADAL" clId="{67A4F9F5-779B-5943-B14E-B85497A2BF22}" dt="2025-10-15T07:01:13.920" v="9622"/>
          <ac:grpSpMkLst>
            <pc:docMk/>
            <pc:sldMk cId="3128439861" sldId="1242"/>
            <ac:grpSpMk id="24" creationId="{34021D33-742A-BA8F-5D1B-EC56D6E2ACB7}"/>
          </ac:grpSpMkLst>
        </pc:grpChg>
        <pc:grpChg chg="add del mod">
          <ac:chgData name="Said Nabi Lecturer FCSE" userId="22162f9c-d122-430c-b6e9-ac8024b7b6c6" providerId="ADAL" clId="{67A4F9F5-779B-5943-B14E-B85497A2BF22}" dt="2025-10-15T07:01:13.705" v="9620"/>
          <ac:grpSpMkLst>
            <pc:docMk/>
            <pc:sldMk cId="3128439861" sldId="1242"/>
            <ac:grpSpMk id="26" creationId="{34EE4475-531C-9B4A-3C68-4F1F39AD6D7D}"/>
          </ac:grpSpMkLst>
        </pc:grpChg>
        <pc:grpChg chg="add del mod">
          <ac:chgData name="Said Nabi Lecturer FCSE" userId="22162f9c-d122-430c-b6e9-ac8024b7b6c6" providerId="ADAL" clId="{67A4F9F5-779B-5943-B14E-B85497A2BF22}" dt="2025-10-15T07:01:13.705" v="9620"/>
          <ac:grpSpMkLst>
            <pc:docMk/>
            <pc:sldMk cId="3128439861" sldId="1242"/>
            <ac:grpSpMk id="27" creationId="{4468ECC5-8395-6714-6FF3-1EB903F5AF3A}"/>
          </ac:grpSpMkLst>
        </pc:grpChg>
        <pc:grpChg chg="add del mod">
          <ac:chgData name="Said Nabi Lecturer FCSE" userId="22162f9c-d122-430c-b6e9-ac8024b7b6c6" providerId="ADAL" clId="{67A4F9F5-779B-5943-B14E-B85497A2BF22}" dt="2025-10-15T07:00:43.801" v="9606"/>
          <ac:grpSpMkLst>
            <pc:docMk/>
            <pc:sldMk cId="3128439861" sldId="1242"/>
            <ac:grpSpMk id="31" creationId="{FB07FC91-9369-7071-6B77-82BF0AB98DCF}"/>
          </ac:grpSpMkLst>
        </pc:grpChg>
        <pc:grpChg chg="add del mod">
          <ac:chgData name="Said Nabi Lecturer FCSE" userId="22162f9c-d122-430c-b6e9-ac8024b7b6c6" providerId="ADAL" clId="{67A4F9F5-779B-5943-B14E-B85497A2BF22}" dt="2025-10-15T07:00:43.801" v="9606"/>
          <ac:grpSpMkLst>
            <pc:docMk/>
            <pc:sldMk cId="3128439861" sldId="1242"/>
            <ac:grpSpMk id="32" creationId="{513EF16C-6583-DF0F-26BA-309ED8BE775D}"/>
          </ac:grpSpMkLst>
        </pc:grpChg>
        <pc:grpChg chg="add del mod">
          <ac:chgData name="Said Nabi Lecturer FCSE" userId="22162f9c-d122-430c-b6e9-ac8024b7b6c6" providerId="ADAL" clId="{67A4F9F5-779B-5943-B14E-B85497A2BF22}" dt="2025-10-15T07:00:43.421" v="9604"/>
          <ac:grpSpMkLst>
            <pc:docMk/>
            <pc:sldMk cId="3128439861" sldId="1242"/>
            <ac:grpSpMk id="34" creationId="{163555B0-D84B-2729-DA6B-7ED3DA567C73}"/>
          </ac:grpSpMkLst>
        </pc:grpChg>
        <pc:grpChg chg="add del mod">
          <ac:chgData name="Said Nabi Lecturer FCSE" userId="22162f9c-d122-430c-b6e9-ac8024b7b6c6" providerId="ADAL" clId="{67A4F9F5-779B-5943-B14E-B85497A2BF22}" dt="2025-10-15T07:00:43.421" v="9604"/>
          <ac:grpSpMkLst>
            <pc:docMk/>
            <pc:sldMk cId="3128439861" sldId="1242"/>
            <ac:grpSpMk id="35" creationId="{C6C89433-3336-7C6D-695C-93819212ED24}"/>
          </ac:grpSpMkLst>
        </pc:grpChg>
        <pc:grpChg chg="add del mod">
          <ac:chgData name="Said Nabi Lecturer FCSE" userId="22162f9c-d122-430c-b6e9-ac8024b7b6c6" providerId="ADAL" clId="{67A4F9F5-779B-5943-B14E-B85497A2BF22}" dt="2025-10-15T07:00:43.018" v="9602"/>
          <ac:grpSpMkLst>
            <pc:docMk/>
            <pc:sldMk cId="3128439861" sldId="1242"/>
            <ac:grpSpMk id="37" creationId="{6A07F5C8-69B0-ADC6-FA9C-9C613B9AEDF3}"/>
          </ac:grpSpMkLst>
        </pc:grpChg>
        <pc:grpChg chg="add del mod">
          <ac:chgData name="Said Nabi Lecturer FCSE" userId="22162f9c-d122-430c-b6e9-ac8024b7b6c6" providerId="ADAL" clId="{67A4F9F5-779B-5943-B14E-B85497A2BF22}" dt="2025-10-15T07:00:43.018" v="9602"/>
          <ac:grpSpMkLst>
            <pc:docMk/>
            <pc:sldMk cId="3128439861" sldId="1242"/>
            <ac:grpSpMk id="38" creationId="{55E3B8D4-8C67-441D-9A8E-98C368721AA0}"/>
          </ac:grpSpMkLst>
        </pc:grpChg>
        <pc:grpChg chg="add del mod">
          <ac:chgData name="Said Nabi Lecturer FCSE" userId="22162f9c-d122-430c-b6e9-ac8024b7b6c6" providerId="ADAL" clId="{67A4F9F5-779B-5943-B14E-B85497A2BF22}" dt="2025-10-15T07:00:42.226" v="9600"/>
          <ac:grpSpMkLst>
            <pc:docMk/>
            <pc:sldMk cId="3128439861" sldId="1242"/>
            <ac:grpSpMk id="40" creationId="{859F5343-2645-9B69-01CB-BDB8A4EFB0A1}"/>
          </ac:grpSpMkLst>
        </pc:grpChg>
        <pc:grpChg chg="mod">
          <ac:chgData name="Said Nabi Lecturer FCSE" userId="22162f9c-d122-430c-b6e9-ac8024b7b6c6" providerId="ADAL" clId="{67A4F9F5-779B-5943-B14E-B85497A2BF22}" dt="2025-10-15T07:00:42.226" v="9600"/>
          <ac:grpSpMkLst>
            <pc:docMk/>
            <pc:sldMk cId="3128439861" sldId="1242"/>
            <ac:grpSpMk id="41" creationId="{08FE7B75-0478-44E3-AD0E-F7B5157FBBFD}"/>
          </ac:grpSpMkLst>
        </pc:grpChg>
        <pc:grpChg chg="add del mod">
          <ac:chgData name="Said Nabi Lecturer FCSE" userId="22162f9c-d122-430c-b6e9-ac8024b7b6c6" providerId="ADAL" clId="{67A4F9F5-779B-5943-B14E-B85497A2BF22}" dt="2025-10-15T07:01:12.691" v="9615"/>
          <ac:grpSpMkLst>
            <pc:docMk/>
            <pc:sldMk cId="3128439861" sldId="1242"/>
            <ac:grpSpMk id="46" creationId="{25A74B9A-E416-28C4-F053-5FC580661342}"/>
          </ac:grpSpMkLst>
        </pc:grpChg>
        <pc:grpChg chg="mod">
          <ac:chgData name="Said Nabi Lecturer FCSE" userId="22162f9c-d122-430c-b6e9-ac8024b7b6c6" providerId="ADAL" clId="{67A4F9F5-779B-5943-B14E-B85497A2BF22}" dt="2025-10-15T07:01:12.691" v="9615"/>
          <ac:grpSpMkLst>
            <pc:docMk/>
            <pc:sldMk cId="3128439861" sldId="1242"/>
            <ac:grpSpMk id="47" creationId="{5A20E4A7-5035-CF5E-3E73-286B64F7D881}"/>
          </ac:grpSpMkLst>
        </pc:grpChg>
        <pc:graphicFrameChg chg="add mod modGraphic">
          <ac:chgData name="Said Nabi Lecturer FCSE" userId="22162f9c-d122-430c-b6e9-ac8024b7b6c6" providerId="ADAL" clId="{67A4F9F5-779B-5943-B14E-B85497A2BF22}" dt="2025-10-15T06:59:30.299" v="9575" actId="1037"/>
          <ac:graphicFrameMkLst>
            <pc:docMk/>
            <pc:sldMk cId="3128439861" sldId="1242"/>
            <ac:graphicFrameMk id="4" creationId="{A04719CB-F2BF-6D46-D8D7-6BFC8036B77E}"/>
          </ac:graphicFrameMkLst>
        </pc:graphicFrameChg>
        <pc:graphicFrameChg chg="add del mod">
          <ac:chgData name="Said Nabi Lecturer FCSE" userId="22162f9c-d122-430c-b6e9-ac8024b7b6c6" providerId="ADAL" clId="{67A4F9F5-779B-5943-B14E-B85497A2BF22}" dt="2025-10-15T06:50:11.672" v="9428" actId="478"/>
          <ac:graphicFrameMkLst>
            <pc:docMk/>
            <pc:sldMk cId="3128439861" sldId="1242"/>
            <ac:graphicFrameMk id="5" creationId="{E0815549-67FF-70D8-1B70-6A79CBEF272C}"/>
          </ac:graphicFrameMkLst>
        </pc:graphicFrameChg>
        <pc:graphicFrameChg chg="add mod modGraphic">
          <ac:chgData name="Said Nabi Lecturer FCSE" userId="22162f9c-d122-430c-b6e9-ac8024b7b6c6" providerId="ADAL" clId="{67A4F9F5-779B-5943-B14E-B85497A2BF22}" dt="2025-10-15T06:59:30.299" v="9575" actId="1037"/>
          <ac:graphicFrameMkLst>
            <pc:docMk/>
            <pc:sldMk cId="3128439861" sldId="1242"/>
            <ac:graphicFrameMk id="6" creationId="{CC2C8B2D-C2B0-92F8-536F-309910F191AE}"/>
          </ac:graphicFrameMkLst>
        </pc:graphicFrameChg>
        <pc:graphicFrameChg chg="add mod modGraphic">
          <ac:chgData name="Said Nabi Lecturer FCSE" userId="22162f9c-d122-430c-b6e9-ac8024b7b6c6" providerId="ADAL" clId="{67A4F9F5-779B-5943-B14E-B85497A2BF22}" dt="2025-10-15T06:59:30.299" v="9575" actId="1037"/>
          <ac:graphicFrameMkLst>
            <pc:docMk/>
            <pc:sldMk cId="3128439861" sldId="1242"/>
            <ac:graphicFrameMk id="7" creationId="{9D56D9C3-B5DF-803A-9C05-7FAA03318BA0}"/>
          </ac:graphicFrameMkLst>
        </pc:graphicFrameChg>
        <pc:graphicFrameChg chg="add mod modGraphic">
          <ac:chgData name="Said Nabi Lecturer FCSE" userId="22162f9c-d122-430c-b6e9-ac8024b7b6c6" providerId="ADAL" clId="{67A4F9F5-779B-5943-B14E-B85497A2BF22}" dt="2025-10-15T06:59:30.299" v="9575" actId="1037"/>
          <ac:graphicFrameMkLst>
            <pc:docMk/>
            <pc:sldMk cId="3128439861" sldId="1242"/>
            <ac:graphicFrameMk id="8" creationId="{7D7221FC-9152-5B96-D65F-6D8DAD8CB7F0}"/>
          </ac:graphicFrameMkLst>
        </pc:graphicFrameChg>
        <pc:graphicFrameChg chg="add mod modGraphic">
          <ac:chgData name="Said Nabi Lecturer FCSE" userId="22162f9c-d122-430c-b6e9-ac8024b7b6c6" providerId="ADAL" clId="{67A4F9F5-779B-5943-B14E-B85497A2BF22}" dt="2025-10-15T14:53:33.749" v="9668" actId="20577"/>
          <ac:graphicFrameMkLst>
            <pc:docMk/>
            <pc:sldMk cId="3128439861" sldId="1242"/>
            <ac:graphicFrameMk id="9" creationId="{ACCAD38A-6FB1-79B6-45A3-3D10FD084FE9}"/>
          </ac:graphicFrameMkLst>
        </pc:graphicFrameChg>
        <pc:inkChg chg="add del">
          <ac:chgData name="Said Nabi Lecturer FCSE" userId="22162f9c-d122-430c-b6e9-ac8024b7b6c6" providerId="ADAL" clId="{67A4F9F5-779B-5943-B14E-B85497A2BF22}" dt="2025-10-15T07:01:16.890" v="9631" actId="9405"/>
          <ac:inkMkLst>
            <pc:docMk/>
            <pc:sldMk cId="3128439861" sldId="1242"/>
            <ac:inkMk id="10" creationId="{F56F0A3F-C322-395D-FDCC-045207252374}"/>
          </ac:inkMkLst>
        </pc:inkChg>
        <pc:inkChg chg="add del mod">
          <ac:chgData name="Said Nabi Lecturer FCSE" userId="22162f9c-d122-430c-b6e9-ac8024b7b6c6" providerId="ADAL" clId="{67A4F9F5-779B-5943-B14E-B85497A2BF22}" dt="2025-10-15T07:01:16.054" v="9630" actId="9405"/>
          <ac:inkMkLst>
            <pc:docMk/>
            <pc:sldMk cId="3128439861" sldId="1242"/>
            <ac:inkMk id="11" creationId="{5F0CC9A3-A137-9232-C56B-964F174DE72F}"/>
          </ac:inkMkLst>
        </pc:inkChg>
        <pc:inkChg chg="add del mod">
          <ac:chgData name="Said Nabi Lecturer FCSE" userId="22162f9c-d122-430c-b6e9-ac8024b7b6c6" providerId="ADAL" clId="{67A4F9F5-779B-5943-B14E-B85497A2BF22}" dt="2025-10-15T07:01:15.553" v="9629"/>
          <ac:inkMkLst>
            <pc:docMk/>
            <pc:sldMk cId="3128439861" sldId="1242"/>
            <ac:inkMk id="12" creationId="{834FEDAA-CF7D-8F47-849D-3F0299EC70CC}"/>
          </ac:inkMkLst>
        </pc:inkChg>
        <pc:inkChg chg="add del mod">
          <ac:chgData name="Said Nabi Lecturer FCSE" userId="22162f9c-d122-430c-b6e9-ac8024b7b6c6" providerId="ADAL" clId="{67A4F9F5-779B-5943-B14E-B85497A2BF22}" dt="2025-10-15T07:01:15.094" v="9627"/>
          <ac:inkMkLst>
            <pc:docMk/>
            <pc:sldMk cId="3128439861" sldId="1242"/>
            <ac:inkMk id="15" creationId="{AEC92186-6CF5-7718-5FC2-3EE6D2E7B352}"/>
          </ac:inkMkLst>
        </pc:inkChg>
        <pc:inkChg chg="add del mod">
          <ac:chgData name="Said Nabi Lecturer FCSE" userId="22162f9c-d122-430c-b6e9-ac8024b7b6c6" providerId="ADAL" clId="{67A4F9F5-779B-5943-B14E-B85497A2BF22}" dt="2025-10-15T07:01:14.736" v="9625" actId="9405"/>
          <ac:inkMkLst>
            <pc:docMk/>
            <pc:sldMk cId="3128439861" sldId="1242"/>
            <ac:inkMk id="18" creationId="{397A2FA0-BDA1-8E4B-C95E-7D2C54CE6605}"/>
          </ac:inkMkLst>
        </pc:inkChg>
        <pc:inkChg chg="add del mod">
          <ac:chgData name="Said Nabi Lecturer FCSE" userId="22162f9c-d122-430c-b6e9-ac8024b7b6c6" providerId="ADAL" clId="{67A4F9F5-779B-5943-B14E-B85497A2BF22}" dt="2025-10-15T07:01:14.350" v="9624"/>
          <ac:inkMkLst>
            <pc:docMk/>
            <pc:sldMk cId="3128439861" sldId="1242"/>
            <ac:inkMk id="19" creationId="{D4464E92-8BF6-02CE-83AB-C96DFA37116F}"/>
          </ac:inkMkLst>
        </pc:inkChg>
        <pc:inkChg chg="add del mod">
          <ac:chgData name="Said Nabi Lecturer FCSE" userId="22162f9c-d122-430c-b6e9-ac8024b7b6c6" providerId="ADAL" clId="{67A4F9F5-779B-5943-B14E-B85497A2BF22}" dt="2025-10-15T07:01:13.920" v="9622"/>
          <ac:inkMkLst>
            <pc:docMk/>
            <pc:sldMk cId="3128439861" sldId="1242"/>
            <ac:inkMk id="22" creationId="{85F50FDB-866F-91AC-A2D4-08FBCE3B5F8B}"/>
          </ac:inkMkLst>
        </pc:inkChg>
        <pc:inkChg chg="add del mod">
          <ac:chgData name="Said Nabi Lecturer FCSE" userId="22162f9c-d122-430c-b6e9-ac8024b7b6c6" providerId="ADAL" clId="{67A4F9F5-779B-5943-B14E-B85497A2BF22}" dt="2025-10-15T07:01:13.705" v="9620"/>
          <ac:inkMkLst>
            <pc:docMk/>
            <pc:sldMk cId="3128439861" sldId="1242"/>
            <ac:inkMk id="25" creationId="{829E76AE-1CDA-431B-7844-B8BF3E5C93C9}"/>
          </ac:inkMkLst>
        </pc:inkChg>
        <pc:inkChg chg="add del">
          <ac:chgData name="Said Nabi Lecturer FCSE" userId="22162f9c-d122-430c-b6e9-ac8024b7b6c6" providerId="ADAL" clId="{67A4F9F5-779B-5943-B14E-B85497A2BF22}" dt="2025-10-15T07:00:44.677" v="9608" actId="9405"/>
          <ac:inkMkLst>
            <pc:docMk/>
            <pc:sldMk cId="3128439861" sldId="1242"/>
            <ac:inkMk id="28" creationId="{75B240F9-EA89-4E46-5257-DC06444DDDA0}"/>
          </ac:inkMkLst>
        </pc:inkChg>
        <pc:inkChg chg="add del mod">
          <ac:chgData name="Said Nabi Lecturer FCSE" userId="22162f9c-d122-430c-b6e9-ac8024b7b6c6" providerId="ADAL" clId="{67A4F9F5-779B-5943-B14E-B85497A2BF22}" dt="2025-10-15T07:00:44.228" v="9607" actId="9405"/>
          <ac:inkMkLst>
            <pc:docMk/>
            <pc:sldMk cId="3128439861" sldId="1242"/>
            <ac:inkMk id="29" creationId="{B59E3793-C201-BB31-D1AE-C0CB2C954BCA}"/>
          </ac:inkMkLst>
        </pc:inkChg>
        <pc:inkChg chg="add del mod">
          <ac:chgData name="Said Nabi Lecturer FCSE" userId="22162f9c-d122-430c-b6e9-ac8024b7b6c6" providerId="ADAL" clId="{67A4F9F5-779B-5943-B14E-B85497A2BF22}" dt="2025-10-15T07:00:43.801" v="9606"/>
          <ac:inkMkLst>
            <pc:docMk/>
            <pc:sldMk cId="3128439861" sldId="1242"/>
            <ac:inkMk id="30" creationId="{FAFB73CC-3C5C-75BB-9A2D-6761683C6CF3}"/>
          </ac:inkMkLst>
        </pc:inkChg>
        <pc:inkChg chg="add del mod">
          <ac:chgData name="Said Nabi Lecturer FCSE" userId="22162f9c-d122-430c-b6e9-ac8024b7b6c6" providerId="ADAL" clId="{67A4F9F5-779B-5943-B14E-B85497A2BF22}" dt="2025-10-15T07:00:43.421" v="9604"/>
          <ac:inkMkLst>
            <pc:docMk/>
            <pc:sldMk cId="3128439861" sldId="1242"/>
            <ac:inkMk id="33" creationId="{BB78043A-758F-59C6-7EBC-7FCB7922FFAA}"/>
          </ac:inkMkLst>
        </pc:inkChg>
        <pc:inkChg chg="add del mod">
          <ac:chgData name="Said Nabi Lecturer FCSE" userId="22162f9c-d122-430c-b6e9-ac8024b7b6c6" providerId="ADAL" clId="{67A4F9F5-779B-5943-B14E-B85497A2BF22}" dt="2025-10-15T07:00:43.018" v="9601" actId="9405"/>
          <ac:inkMkLst>
            <pc:docMk/>
            <pc:sldMk cId="3128439861" sldId="1242"/>
            <ac:inkMk id="36" creationId="{C66C0C8E-3D06-F309-5E7E-22F6A74E69C3}"/>
          </ac:inkMkLst>
        </pc:inkChg>
        <pc:inkChg chg="add del mod">
          <ac:chgData name="Said Nabi Lecturer FCSE" userId="22162f9c-d122-430c-b6e9-ac8024b7b6c6" providerId="ADAL" clId="{67A4F9F5-779B-5943-B14E-B85497A2BF22}" dt="2025-10-15T07:00:42.226" v="9600"/>
          <ac:inkMkLst>
            <pc:docMk/>
            <pc:sldMk cId="3128439861" sldId="1242"/>
            <ac:inkMk id="39" creationId="{7C810A23-6FC3-A4B2-5E82-C8029F9A5EF0}"/>
          </ac:inkMkLst>
        </pc:inkChg>
        <pc:inkChg chg="add del">
          <ac:chgData name="Said Nabi Lecturer FCSE" userId="22162f9c-d122-430c-b6e9-ac8024b7b6c6" providerId="ADAL" clId="{67A4F9F5-779B-5943-B14E-B85497A2BF22}" dt="2025-10-15T07:01:13.500" v="9618" actId="9405"/>
          <ac:inkMkLst>
            <pc:docMk/>
            <pc:sldMk cId="3128439861" sldId="1242"/>
            <ac:inkMk id="42" creationId="{EEAEC897-5BD8-6154-D659-C6DB0CB4F0A5}"/>
          </ac:inkMkLst>
        </pc:inkChg>
        <pc:inkChg chg="add del">
          <ac:chgData name="Said Nabi Lecturer FCSE" userId="22162f9c-d122-430c-b6e9-ac8024b7b6c6" providerId="ADAL" clId="{67A4F9F5-779B-5943-B14E-B85497A2BF22}" dt="2025-10-15T07:01:13.184" v="9617" actId="9405"/>
          <ac:inkMkLst>
            <pc:docMk/>
            <pc:sldMk cId="3128439861" sldId="1242"/>
            <ac:inkMk id="43" creationId="{78C481E6-5CD9-E152-676D-2FB9582EC653}"/>
          </ac:inkMkLst>
        </pc:inkChg>
        <pc:inkChg chg="add del">
          <ac:chgData name="Said Nabi Lecturer FCSE" userId="22162f9c-d122-430c-b6e9-ac8024b7b6c6" providerId="ADAL" clId="{67A4F9F5-779B-5943-B14E-B85497A2BF22}" dt="2025-10-15T07:01:12.963" v="9616" actId="9405"/>
          <ac:inkMkLst>
            <pc:docMk/>
            <pc:sldMk cId="3128439861" sldId="1242"/>
            <ac:inkMk id="44" creationId="{F9FBCE90-ECFC-6B92-75D1-08822248FD82}"/>
          </ac:inkMkLst>
        </pc:inkChg>
        <pc:inkChg chg="add del mod">
          <ac:chgData name="Said Nabi Lecturer FCSE" userId="22162f9c-d122-430c-b6e9-ac8024b7b6c6" providerId="ADAL" clId="{67A4F9F5-779B-5943-B14E-B85497A2BF22}" dt="2025-10-15T07:01:12.691" v="9615"/>
          <ac:inkMkLst>
            <pc:docMk/>
            <pc:sldMk cId="3128439861" sldId="1242"/>
            <ac:inkMk id="45" creationId="{80CFE356-5369-22A1-B907-EA29CE2C175C}"/>
          </ac:inkMkLst>
        </pc:inkChg>
        <pc:inkChg chg="add">
          <ac:chgData name="Said Nabi Lecturer FCSE" userId="22162f9c-d122-430c-b6e9-ac8024b7b6c6" providerId="ADAL" clId="{67A4F9F5-779B-5943-B14E-B85497A2BF22}" dt="2025-10-15T07:03:38.111" v="9645" actId="9405"/>
          <ac:inkMkLst>
            <pc:docMk/>
            <pc:sldMk cId="3128439861" sldId="1242"/>
            <ac:inkMk id="51" creationId="{14C6AF2B-6484-21DF-307C-5B8BE92F56E2}"/>
          </ac:inkMkLst>
        </pc:inkChg>
        <pc:inkChg chg="add">
          <ac:chgData name="Said Nabi Lecturer FCSE" userId="22162f9c-d122-430c-b6e9-ac8024b7b6c6" providerId="ADAL" clId="{67A4F9F5-779B-5943-B14E-B85497A2BF22}" dt="2025-10-15T07:03:45.253" v="9646" actId="9405"/>
          <ac:inkMkLst>
            <pc:docMk/>
            <pc:sldMk cId="3128439861" sldId="1242"/>
            <ac:inkMk id="52" creationId="{B29DCCE9-D7B1-FDFE-3D31-AF8159BAA3A8}"/>
          </ac:inkMkLst>
        </pc:inkChg>
        <pc:inkChg chg="add">
          <ac:chgData name="Said Nabi Lecturer FCSE" userId="22162f9c-d122-430c-b6e9-ac8024b7b6c6" providerId="ADAL" clId="{67A4F9F5-779B-5943-B14E-B85497A2BF22}" dt="2025-10-15T07:03:49.366" v="9647" actId="9405"/>
          <ac:inkMkLst>
            <pc:docMk/>
            <pc:sldMk cId="3128439861" sldId="1242"/>
            <ac:inkMk id="53" creationId="{69A46350-822B-B0C7-87DF-53E247536B15}"/>
          </ac:inkMkLst>
        </pc:inkChg>
        <pc:inkChg chg="add">
          <ac:chgData name="Said Nabi Lecturer FCSE" userId="22162f9c-d122-430c-b6e9-ac8024b7b6c6" providerId="ADAL" clId="{67A4F9F5-779B-5943-B14E-B85497A2BF22}" dt="2025-10-15T07:03:55.649" v="9648" actId="9405"/>
          <ac:inkMkLst>
            <pc:docMk/>
            <pc:sldMk cId="3128439861" sldId="1242"/>
            <ac:inkMk id="54" creationId="{FAF0DA37-2FA6-31FE-449F-1341CC9F7BF0}"/>
          </ac:inkMkLst>
        </pc:inkChg>
        <pc:inkChg chg="add">
          <ac:chgData name="Said Nabi Lecturer FCSE" userId="22162f9c-d122-430c-b6e9-ac8024b7b6c6" providerId="ADAL" clId="{67A4F9F5-779B-5943-B14E-B85497A2BF22}" dt="2025-10-15T07:04:02.727" v="9649" actId="9405"/>
          <ac:inkMkLst>
            <pc:docMk/>
            <pc:sldMk cId="3128439861" sldId="1242"/>
            <ac:inkMk id="55" creationId="{518C3FCB-108A-8094-B828-25396E484BC8}"/>
          </ac:inkMkLst>
        </pc:inkChg>
      </pc:sldChg>
    </pc:docChg>
  </pc:docChgLst>
  <pc:docChgLst>
    <pc:chgData name="Said Nabi Lecturer FCSE" userId="22162f9c-d122-430c-b6e9-ac8024b7b6c6" providerId="ADAL" clId="{DB10C268-A287-DD41-8751-EB195AC7D27C}"/>
    <pc:docChg chg="modSld">
      <pc:chgData name="Said Nabi Lecturer FCSE" userId="22162f9c-d122-430c-b6e9-ac8024b7b6c6" providerId="ADAL" clId="{DB10C268-A287-DD41-8751-EB195AC7D27C}" dt="2025-09-25T05:41:04.119" v="5"/>
      <pc:docMkLst>
        <pc:docMk/>
      </pc:docMkLst>
      <pc:sldChg chg="modAnim">
        <pc:chgData name="Said Nabi Lecturer FCSE" userId="22162f9c-d122-430c-b6e9-ac8024b7b6c6" providerId="ADAL" clId="{DB10C268-A287-DD41-8751-EB195AC7D27C}" dt="2025-09-25T05:41:04.119" v="5"/>
        <pc:sldMkLst>
          <pc:docMk/>
          <pc:sldMk cId="3806193296" sldId="1186"/>
        </pc:sldMkLst>
      </pc:sldChg>
      <pc:sldChg chg="modSp mod">
        <pc:chgData name="Said Nabi Lecturer FCSE" userId="22162f9c-d122-430c-b6e9-ac8024b7b6c6" providerId="ADAL" clId="{DB10C268-A287-DD41-8751-EB195AC7D27C}" dt="2025-09-25T05:38:31.166" v="2" actId="1076"/>
        <pc:sldMkLst>
          <pc:docMk/>
          <pc:sldMk cId="2619624186" sldId="119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02:09.6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508 0 24575,'-19'19'0,"6"-3"0,-5 3-2607,-16 36 1,-2 4 2606,10-23 0,-12 25 0,4-9 0,25-43 0,2 2 1571,0-3-1571,-1 6 845,-1-4-845,-6 11 0,10-8 0,-5 2 2797,6-4-2797,-8 0 0,4-2 0,-13 18 0,11-11 0,-17 22 0,7-2-2048,-1-10 2048,3-1 0,6-15 0,4-1 0,-11 10 0,10 0 0,-6-2 0,7-3 0,4-10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02:12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24575,'12'4'0,"2"0"0,-5-1 0,2 1 0,-4 4 0,5 0 0,-4-1 0,3 1 0,-3 0 0,3 3 0,-3-3 0,7 7 0,-7-7 0,7 3 0,-6-3 0,23 18 0,-19-17 0,17 16 0,-22-21 0,3 7 0,-3-2 0,3 2 0,-3 0 0,0-2 0,-1 2 0,1-4 0,0 1 0,-1 0 0,1-1 0,0 5 0,-4-4 0,3 3 0,-3-3 0,4 0 0,-4-1 0,3 4 0,-3-2 0,4 2 0,-1-3 0,1 3 0,0-3 0,18 22 0,-17-18 0,12 14 0,-17-18 0,0-1 0,4 1 0,-1 0 0,-2-1 0,1 4 0,-1-2 0,-1 2 0,-1 0 0,-3-2 0,4 2 0,-3-7 0,2-1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02:13.9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 24575,'9'-4'0,"-3"0"0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02:15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1 199 24575,'24'-4'0,"-5"-3"0,-8 6 0,17-14 0,-15 12 0,16-13 0,-18 11 0,-2 1 0,2 1 0,-4-1 0,8 0 0,-2-1 0,6 2 0,-7 3 0,6-7 0,-9 5 0,9-5 0,-10 7 0,10 0 0,-8 0 0,4 0 0,-3-3 0,-2 2 0,2-2 0,0 3 0,-2 0 0,8-4 0,-7 3 0,11-2 0,-11-1 0,4 3 0,-6-2 0,3 3 0,-3 0 0,7 0 0,-7 0 0,7 0 0,-7 0 0,4 0 0,-1 0 0,-3 0 0,3 0 0,-3 0 0,10 0 0,-8 0 0,8 0 0,-7 0 0,-2 0 0,5 0 0,-5 0 0,5 0 0,-5 0 0,23 0 0,-16-4 0,14 4 0,-16-7 0,-5 6 0,2-6 0,-4 6 0,1-2 0,7-4 0,-6 1 0,5-1 0,-6 3 0,0 4 0,3-7 0,-3 5 0,3-4 0,-3 2 0,3 0 0,-2-4 0,-2 4 0,-3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02:17.3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24575,'4'17'0,"0"-3"0,4-6 0,-1-1 0,1 4 0,0-2 0,-1-1 0,1-5 0,0 1 0,0-4 0,3 7 0,-3-3 0,3 4 0,-3-4 0,0 0 0,3-4 0,-3-4 0,7 0 0,-10 0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02:21.2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0 24575,'8'23'0,"-4"-3"0,-1-5 0,-3 0 0,0-7 0,6 24 0,-4-12 0,4 14 0,-6-19 0,0-4 0,0 1 0,0-4 0,0 3 0,0-3 0,0 3 0,0-3 0,0 7 0,0-7 0,0 3 0,0 7 0,0-7 0,0 10 0,0 23 0,0-17 0,0 25 0,0-35 0,0 4 0,0-12 0,0 16 0,0-11 0,0 5 0,0-5 0,0 30 0,0-24 0,0 31 0,0-21 0,0-7 0,0 7 0,0-16 0,0-5 0,0 5 0,0-5 0,0 34 0,0-27 0,0 28 0,0-36 0,0 41 0,0-28 0,-3 29 0,2-38 0,-6 6 0,6-9 0,-2 9 0,-1-6 0,3 0 0,-2 3 0,3-7 0,0 17 0,-7 0 0,5 6 0,-5-8 0,4-5 0,2-6 0,-6 7 0,6-6 0,-2 5 0,3-10 0,-4 54 0,3 8 0,-2 4 0,3-13 0,0-49 0,-4 3 0,3-7 0,-2 10 0,3-9 0,-4 9 0,4-9 0,-4 5 0,4-5 0,0 2 0,0-3 0,0-1 0,0 1 0,0 0 0,0-1 0,0 11 0,0-8 0,0 12 0,0-14 0,0 3 0,0-3 0,0 0 0,0-1 0,0 1 0,0 0 0,0 3 0,0-3 0,0 7 0,0-7 0,0 3 0,0-3 0,0 0 0,0 3 0,0-3 0,0 7 0,0-7 0,0 3 0,0-3 0,0 3 0,0-2 0,0 2 0,0 14 0,0-10 0,-3 14 0,2-17 0,-3-1 0,4 0 0,0-2 0,-3 2 0,2-3 0,-6 6 0,6-4 0,-2 11 0,3-12 0,0 16 0,0-15 0,-4 19 0,3-19 0,-2 15 0,-1-13 0,-8 58 0,6-46 0,-9 45 0,14-60 0,-6 9 0,6-6 0,-2 0 0,3 3 0,0-7 0,0 7 0,0-7 0,0 0 0,0-4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02:25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4886 39 24575,'-23'0'0,"2"0"0,-2 0-2731,4 0 2731,3 0 0,1 0 0,2 0 867,-1 0-867,2 0 0,-4 0 0,4 0 450,-6 0-450,8 0 0,-8 0 0,9 0 0,-9 0 0,8 0 0,-4 0 0,2 0 0,4 0 0,-42-3 0,33-1 0,-43-1 0,48 2 0,-13-1 1414,16 4-1414,-5-7 0,2 6 0,-1-3 0,2 1 0,0 2 0,-1-3 0,0 4 0,0 0 0,-2 0 0,4 0 0,-12 0 0,-20 0 0,20 0 0,-19 0 0,34 0 0,-8 0 0,5 0 0,-44 8 0,33-7 0,-27 6 0,33-7 0,7 0 0,-17 0 0,13 0 0,-13 0 0,16 0 0,-2 0 0,3 0 0,-3 0 0,2 0 0,-2 0 0,0 0 0,2 0 0,-9 0 0,5 4 0,-10 0 0,10 0 0,-5 0 0,10-4-861,-58 4 1,-11 2 860,37-4 0,-46 3 0,8 0 0,61-5-6214,-16 0 6214,-33 0 0,-3 0 0,16 0 0,-20-1 0,4 2 0,31 2 0,20 1 0,-7 1 1151,16-2-1151,-12-3 0,3 0 0,-33 0 0,25 0 6784,-41 0-6784,41 0 0,-28 0 0,31 0 0,-20 0 0,27 0 0,-30 0 0,33 0-6784,-26 0 6784,8 0-475,7 0 475,-8 0 0,23 0 0,-63 0 0,-13 0 0,37 0 0,-39 2 0,9 0 0,64-2 0,-7 4 0,12-4 0,-6 0 6549,7 0-6549,-7 0 0,6 0 710,-34 9-710,28-6 0,-31 6 0,36-9 0,-5 0 0,4 0 0,2 0 0,-9 7 0,9-5 0,-10 5 0,-48-1 0,-13-3 0,-1 0 0,1 2 0,4 0 0,30-5 0,38 0 0,-54 0 0,38 0 0,-53 0 0,62 0 0,-14 0 0,20 0 0,-9 0 0,9 0 0,-10 0 0,11 0 0,-4 0 0,5 0 0,-1 0 0,0 0 0,0 0 0,0 0 0,-3 0 0,2 0 0,-5 0 0,5 0 0,-2 0 0,0 0 0,2 0 0,-9 0 0,8 0 0,-14 4 0,13-3 0,-10 4 0,13-5 0,-4 0 0,-31 0 0,26 0 0,-34 0 0,32 0 0,-19 0 0,16 0 0,-11-4 0,25 3 0,-7-2 0,3 3 0,0 0 0,-3-4 0,6 3 0,-2-2 0,3 3 0,0 0 0,1-4 0,-1 4 0,-3-4 0,2 4 0,-2 0 0,3 0 0,0 0 0,0 0 0,-3 0 0,2 0 0,-6 0 0,7 0 0,-3 0 0,3 0 0,0 0 0,0 0 0,-3 0 0,2 0 0,-13 0 0,12-3 0,-12 2 0,14-3 0,-40 3 0,-5 2 0,23 3 0,-64 3 0,94 2 0,0 5 0,4-2 0,-1 7 0,-2-6 0,6 5 0,-6-10 0,2 10 0,1-8 0,-4 14 0,4-13 0,-4 10 0,0-6 0,0 23 0,0-18 0,0 12 0,0-21 0,0-2 0,0 2 0,0 0 0,0-2 0,-4 5 0,3-5 0,-2 2 0,0 0 0,2-3 0,-3 3 0,4 0 0,0-2 0,0 5 0,-3-5 0,2 9 0,-3-9 0,4 6 0,-3-1 0,2-4 0,-2 8 0,3-10 0,-4 7 0,3-3 0,-2 0 0,3-1 0,-6 17 0,4-4 0,-4 10 0,6-15 0,0-8 0,0-3 0,0 3 0,0 1 0,3 0 0,2-1 0,-1-3 0,-1 3 0,-3-3 0,0 3 0,0-3 0,0 0 0,0-1 0,0 4 0,4-2 0,-4 2 0,4-3 0,-4 3 0,0-3 0,0 3 0,0-3 0,0 7 0,0-6-1696,41 62 0,-30-53 0,30 42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02:30.4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16 234 24575,'-8'16'0,"3"-4"0,2-1 0,3 17 0,0-11 0,0 26 0,0-28 0,0 9 0,0-15 0,0 5 0,0-5 0,0 23 0,0-12 0,3 10 0,2-19 0,2-7 0,1-4 0,0 0 0,3 0 0,-3 0 0,28-13 0,-16 7 0,18-14-1442,-26 18 1442,-2-4 0,-6 6 0,4-1 0,46-27 0,-21 18 0,24-19 0,-26 18 0,-20 6 0,20-9 0,-20 12 1442,11-8-1442,-11 9 0,-3-3 0,54-12 0,-39 6 0,47-8 0,-53 11 0,8 4 0,-12 2 0,2-3 0,-1-3 0,20 6 0,-13-10 0,11 7 0,-21 0 0,10-3 0,1 2 0,0 1 0,-4 0 0,-9 4 0,82-8 0,-63 5 0,26-3 0,-3 0 0,-36 5 0,38-6 0,-31 6 0,31-5 0,-38 5 0,13-10 0,-16 10 0,0-6 0,23-3 0,-14 4 0,16-4 0,9-1 0,-24 9 0,42-11 0,-37 7 0,31-5 0,-31 3 0,43 4 0,-49 0 0,51 4 0,6 0 0,-34 0-3392,44 0 0,0 0 3392,-44 0-2269,22 0 1,-2 0 2268,-28 0-1145,17 0 1,-5 0 1144,-28 0 0,22 0 0,-31 0 0,-3 0 3403,4-3-3403,23-17 5089,-20 12-5089,20-12 0,-24 20 0,-2 0 5118,2-3-5118,-3 2 0,6-9 0,2 4 0,4-1 0,-5 3 0,0 4 0,-3-3 0,0 2 0,2-3 0,-2 4 0,0 0 0,3 0 0,63-12 0,-46 9 0,50-9 0,-66 12 0,-4 3 0,-5 1 0,0 7 0,-6 1 0,2 0-2683,3 24 2683,-4-22 0,4 21 0,-6-23 0,0 4 0,49 56 0,-37-46 0,37 46 0,-49-64 0,3 43 0,-2-31 0,2 32-111,-3-31 111,0-7 0,0 26 0,0-26 0,0 17 0,0-17 0,0-4 0,0 48 0,0-36 0,0 40 0,0-24 0,0-11 0,0 19 0,0-28 0,0 39 0,0-37 0,0 29 0,0-39 2794,0 17-2794,0-16 0,0 13 0,0-15 0,0 2 0,-10 43 0,4-35 0,-6 38 0,9-49 0,-5 61-6784,6-44 6784,4 60 0,3 4 0,-1-47 0,5 21 0,-2-7 0,-7-40 0,-4-1 0,3 0 0,-6 1 0,7-4 0,-4 6 0,4-9 0,-7 48 0,5-35 0,-5 33 6784,7-40-6784,0 1 0,0-4 0,0-1 0,0-4 0,0 4 0,0 12 0,0-9 0,0 8 0,3-8 0,-2-4 0,3 1 0,-4-8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26:34.8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24575,'8'9'0,"5"-1"0,-4 1 0,3-1 0,-3 1 0,3-1 0,1 4 0,0-2 0,0 2 0,-5-4 0,1 1 0,-1-1 0,0 1 0,1-1 0,-1 1 0,5 3 0,-4-3 0,3 4 0,-7-9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26:24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24575,'13'0'0,"7"4"0,-10-3 0,6 3 0,-8-4 0,8 7 0,-2-5 0,7 5 0,-4-3 0,4-3 0,-7 3 0,33 9 0,-31-9 0,23 9 0,-15-9 0,24-3 0,-12 7 0,17-8 0,-35 4 0,14 0 0,-16-3 0,15 10 0,-21-9 0,10 9 0,-10-10 0,-13-7 0,23 4 0,-22-8 0,25 10 0,-3 0 0,-8 0 0,7 0 0,19-5 0,-18 4 0,34 0 0,-26 2 0,-2 3 0,42-4 0,-25 3 0,23 2 0,-7 0 0,-37-1 0,14-4 0,-12 0-6784,73 0 6784,-56 0-1710,14 0 0,-7 0 1710,-38 0 0,20 4 0,-10-2 0,9 2 0,-8-4-420,-8 0 420,3 0 2441,34 0 0,5 0-2441,-7 0 0,8 0 0,-5 0 0,-27 0 4906,-11 0-4906,15 0 0,-12 0 0,18 0 0,-15 0 0,25 0 0,-14 0 836,22 8-836,-20-6 0,13 13 0,-17-13 0,11 5 0,-19-7 0,12 0 0,-18 0 0,10 0 0,-14 0 0,87 4 0,-64-3 0,61 3 0,-69-4 0,-7 4 0,53-3 0,6-1 0,-29 3 0,26-2 0,-8-2 0,-49 1 0,67 0 0,-51 0 0,20-1 0,-3-1 0,-28 1 0,21-3 0,-28 4 0,20 0 0,-23 0 0,12 0-754,-16 0 754,1 0 0,40 0 0,8 0 0,-24 0 0,17 0 0,9 0 0,8 0 0,-7 0 0,-14 0 0,33 1 0,-5 2 0,-51-3 0,43 4 0,-42-4 0,27 8 0,-36-6 0,12 5-6535,-16-7 6535,54 0 0,10 0-2114,-35 0 2114,34 0 0,-8 0-3127,-56 0 3127,63 0 0,11 0 0,-41 0 0,40 0 0,-6 0 0,-54 0 0,3 4-301,17-3 301,-14 3 0,39-4 0,-36 0 1117,64 3-1117,-63-2 0,60 3 0,-70-4 3248,54 0-3248,-55 0 0,29 0 0,-31 0 0,45 0 0,6 0 472,-17 0-472,31 0 0,-8 0 0,-53 0 6184,26 0-6184,-39 0 1475,9 0-1475,-8 4 335,-3-3-335,15 3 0,-9-4 0,10 0 0,-12 0-3186,71 6 0,14 2 3186,-44-4 0,44 4 0,-13-1-2372,-71-7 2372,5 0-1516,-4 0 1516,35-2 0,39-1 0,24-1 0,5 0 0,-9 0 0,-27 1 0,-6 1 0,0-1 0,8 0 0,26-1 0,11-1 0,-7 0 0,-23 2 0,-38 0-13,-36 2 13,14-3 0,-21 4 4610,2 0-4610,0 0 2994,-2 0-2994,2-3 2644,0 2-2644,-2-3 0,9 4 0,-8 0 25,53 0-25,-36 0 0,34 0 0,-22 0 0,-19 0 0,23 0 0,-29 4 0,8-3-4444,-13 6 4444,59-2 0,43-5 0,-19 0-5312,-19 4 5312,20-2 0,19 0 0,-42-2-893,-60 0 893,43 6 0,29 5 0,-14-2-3256,-10-2 3256,8 2 0,13 2 0,-27-1 0,-41-6 1822,23 9-1822,-13 0 0,23 0 0,-27-1 0,5-3 0,-12-1 0,54 11 0,10-1-1027,-36-7 1027,35 6 0,-11-2 0,-54-11 0,7 1 3651,-6 3-3651,2 1 0,-3-1 0,-1 1 5459,0-1-5459,5 1 4000,-8-1-4000,3 4 0,-8 2 0,4 3 0,0-4 0,1 3 0,3-7 0,6 27 0,1-11 0,0 13 0,-7-17 0,-8-5 0,3-7 0,3 22 0,-1-18 0,0 25 0,-5 21 0,4-27 0,-3 25 0,2-45-1988,-3 1 1988,7 24 0,-2-16 0,7 16 0,-7-24 0,-2 3 0,-3-6 0,4 6 0,-3-7 0,3 7 0,-4-7 0,4 4 0,-3-5 0,2 4 0,1-2 0,31 39 0,7 7 0,-20-20 994,21 21 0,-6-4-994,-33-35 0,1 10 0,3-13 0,-4 13 0,1-18 0,2 10 0,-6-11 0,8 14 0,-8-12 0,4 12 0,-1-14 0,-3 39 0,2-30 0,-3 30-6784,5-21 6784,-4-6 0,4 7 0,-5-16 0,0 0 0,4 16 0,1-11 0,3 14 0,-3-21 0,2 21 6784,-2-14-6784,0 15 0,2-15 0,-6 0 0,3-4 0,-4 3 0,0-3 0,0 5 0,0 10 0,7 11 0,-6 10 0,6-13 0,-7-5 0,0-21 0,4 13 0,-3 12 0,3-6 0,-4 19 0,0-28 0,0 4 0,0-11 0,0-1 0,0 1 0,0 0 0,3 22 0,-2-21 0,7 39 0,-7-35 0,3 37 0,-4-37 0,0 28 0,0-30 0,-5 31 0,4-26 0,-4 18-1182,5-25 1182,0 58 0,0-50 0,0 46-6393,0-58 6393,18 41 0,5 9-4274,-13-23 4274,13 18 0,-5-2 0,-22-26 0,3-11 0,-3 60 0,4-47 528,8 50-528,-2-40 0,2-6 0,-4 2 0,-4-18 4537,0 1-4537,13 42 0,4 6 0,-10-23 0,10 30 0,-4-5 0,-13-46 0,4 37 0,-3-37 0,6 37 0,-6-41 0,7 39 0,-3-38 6784,-1 20-6784,4-22 0,-7 0 0,3-3 0,19 56 0,-17-47 0,17 48 0,-23-62 0,0 22 0,0-18 0,0 17 0,0-21 0,-4 15 0,-1-1 0,-3-1 0,3-2 0,1-7 0,4-4 0,0 11 0,0-6 0,0 22 0,0-19 0,0 18 0,0-21 0,-4 22 0,3-19 0,-6 21 0,6-23 0,-7 14 0,7-15 0,-3 6 0,4-11 0,-8 47 0,3-26 0,-4 25 0,5-32 0,4-13 0,0 2 0,0 0 0,0-2 0,-4 2 0,3-4 0,-3 1 0,4 7 0,0-2 0,0 3 0,0-1 0,0-7 0,-4 78 0,3-56 0,-2 57 0,-1-71 0,3-4 0,3 35 0,2 5 0,-2-15 0,3 17 0,0-4 0,-5-29 0,-4 6 0,3-9 0,-3 17 0,0-20 0,3 11-3072,-2-17 3072,3 25 0,0-21 0,0 33 0,0-35 0,0 16 0,0-19 0,-4 63 0,3-49 0,-3 49 0,0-63 0,3 59 0,-3-38 0,4 36-240,0-2 240,0-43 0,0 47 0,0-42 0,0-3 0,0 12 0,0-16 0,-4 42 0,0-27 0,-1 15 0,1-29-994,0-10 994,4 43 0,-1 8 0,-6-23 0,6 21 0,1-5 0,-4-38 0,4 0 0,-4-1 0,-1 1 0,0-8 0,-2 0 0,2 1 4306,0 3-4306,1-2 0,4 2 0,-3 0 0,-2-3 0,-4 7 0,4-6 0,-2 2 0,2-3 0,-4 3 0,1-3 0,-1 7 0,-3-3 0,-9 8 0,-2-3 0,1-1 0,-8 25 0,-3 4 0,-6-7 0,10 5 0,-2-4 0,-8-21 0,28-18 0,-17 2 0,17-3 0,-9 0 0,-57 39 0,40-29 0,-41 28 0,58-38 0,6 0 0,-18 0 0,15 0 0,-19 0 0,26 0 0,-18 0 0,13 0 0,-10 4 0,8-3 0,3 3 0,2-4 0,3 0 0,-3 0 0,-2 0 0,-10 0 0,-6 0 0,7 0 0,-5 0 0,18 0 0,-54 9 0,-11 3 0,31-7-3392,-34 7 0,8-3 3392,55-9 0,-9 0 0,14 0 0,-6 0 0,-37 0 0,-6 0 0,17 0 0,-15 0 0,1 0 0,25 0 0,14 0 0,-16 0 0,20 0 6357,0 0-6357,1 0 0,-2 0 0,1 0 0,1 0 0,-5 0 0,7 0 0,-14 0 0,13 0 0,-16 0 0,16 0 0,-12 0 0,13 0 427,-2 0-427,0 0 0,-2 0 0,-3-4 0,4 3 0,0-3 0,5 4 0,-5 0 0,4 0 0,-4 0 0,5 0 0,-5 0 0,4 0 0,-4 0 0,4 0 0,-38 0 0,25 0 0,-26 0 0,28 0-3711,10 0 3711,-41 2 0,-5 0-2306,25-1 2306,-23 1 0,6 0-49,38-2 49,-6 0 0,6 0 0,-2 0 0,3 0 0,-3 0 3190,2 0-3190,-6 0 0,7 0 2807,-18 0-2807,14 0 0,-14 0 0,18 0-6715,-89 7 6715,64-5 0,-21 3 0,0 1 0,23-1 0,-22 7 0,19-6 0,-9 2 0,30-8 0,-2 0 6784,7 0-6784,-3 3 0,2-2 0,-2 3 0,3-4 0,-7 0 0,5 0 0,-17-4 0,17 3 0,-9-3 0,11 1 0,-3-2 0,2 0 0,-6 1 0,6 4 0,-6 0 0,7-4 0,-4 3 0,5-2 0,-5 3 0,4 0 0,-4 0 0,5 0 0,-1 0 0,0 0 0,-3 0 0,2 0 0,-6 0 0,6-4 0,-2 3 0,0-3 0,2 4 0,-21 0 0,7 0 0,-21 0 0,22 0 0,-24 0 0,33 0 0,-48 0 0,42 0 0,-39 0 0,37 0 0,-29 4 0,29-3 0,-11 2 0,17 1 0,10-3 0,-1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26:26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0 191 24575,'9'-5'0,"3"1"0,-3 0 0,3 0 0,-3-5 0,-1 0 0,5-3 0,-4 2 0,-1-2 0,7-4 0,-5-18 0,11 8 0,-9-7 0,-4 25 0,-4 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26:31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1 487 24575,'8'-5'0,"4"-2"0,-2 2 0,2-4 0,0 1 0,-2-1 0,6-3 0,-7 2 0,7-2 0,-7 3 0,7-3 0,37-29 0,-22 13 0,30-21 0,-43 35 0,2-1 0,-11 10 0,3-4 0,8-7 0,-9 9 0,9-8 0,-11 10 0,3-3 0,-3 3 0,3-3 0,-3 7 0,3-6 0,-3 2 0,4 0 0,-5 1 0,1 0 0,-1 0 0,1-1 0,-1-3 0,0 3 0,1-3 0,-1-1 0,1 1 0,3-5 0,-3 7 0,4-5 0,-5 2 0,4-4 0,2-4 0,-1 7 0,-1-1 0,-4 13 0,5 3 0,-4 4 0,7 4 0,-7-5 0,4-3 0,-1 6 0,-3-5 0,4 6 0,-5-7 0,4 6 0,-2-5 0,2 6 0,0 0 0,-3-3 0,7 7 0,-2-6 0,9 8 0,-8-8 0,12 8 0,-17-9 0,6 4 0,-7-5 0,3 1 0,-3-1 0,4 1 0,-5-5 0,1 0 0,3 0 0,-3-3 0,7 10 0,-6-5 0,6 2 0,-7 0 0,11-4 0,-10 5 0,6-1 0,-7 1 0,-1-1 0,4 4 0,-2-2 0,2-2 0,-4 0 0,5-4 0,-4 1 0,14 10 0,-11-8 0,7 9 0,-10-8 0,-1-3 0,5 2 0,-4-2 0,3 0 0,-3-1 0,-1-1 0,4 2 0,2 4 0,-1-1 0,-1 1 0,-4-5 0,5 4 0,-4-4 0,7 9 0,-7-8 0,4 7 0,-5-8 0,1 5 0,-1-5 0,1 0 0,7 4 0,-6-3 0,6 4 0,-8-5 0,1-4 0,-1 0 0,1 3 0,-5-2 0,0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26:31.6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24575,'4'-4'0,"0"0"0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5:26:40.4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24575,'16'2'0,"-6"0"0,6 7 0,-4-2 0,-2-2 0,9 11 0,-8-6 0,5 2 0,-4-4 0,-3-3 0,3 3 0,-3 0 0,-4 1 0,2-1 0,-2 1 0,3-1 0,-3 1 0,6 3 0,-5-3 0,6 4 0,-3-5 0,-1 4 0,1-2 0,3 6 0,-3-3 0,3 0 0,-3-1 0,3 1 0,-2-4 0,6 7 0,-3-3 0,4 5 0,-4-9 0,3 2 0,-6-6 0,6 7 0,-7-2 0,3 2 0,1 0 0,-4-2 0,7 6 0,-7-7 0,47 38 0,-37-34 0,37 33 0,-47-40 0,7 10 0,-6-7 0,6 3 0,-7-3 0,3-1 0,-3 1 0,-1-1 0,1 1 0,-1-1 0,0 1 0,1-1 0,-1-3 0,1 2 0,3 2 0,-3 0 0,4 3 0,-1 1 0,-3-4 0,4 3 0,-5-3 0,0-8 0,1-2 0,3-8 0,-2 0 0,6 1 0,-7-1 0,3 0 0,4-3 0,-5 6 0,32-33 0,-23 23 0,17-21 0,-25 28 0,-3 2 0,7 2 0,-6 0 0,6-2 0,-8 2 0,1-4 0,3 1 0,-2-1 0,9-3 0,-8 2 0,8-6 0,-5 2 0,-1 1 0,3-3 0,-7 6 0,3 2 0,-3 4 0,-1 0 0,1-1 0,10-4 0,-3 5 0,4-4 0,-7 7 0,-5-7 0,8 4 0,-2-5 0,3 0 0,-1 1 0,-7 3 0,7-3 0,-2 4 0,-1-1 0,3-7 0,-7 10 0,7-13 0,-6 13 0,25-19 0,-21 14 0,22-12 0,-27 15 0,3-4 0,4 3 0,-5-3 0,5 3 0,-8-3 0,4 3 0,2 1 0,-1 0 0,3 0 0,-7 3 0,7-7 0,1 4 0,-3-5 0,6 0 0,-11 5 0,4 0 0,-9 4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6:02:13.7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0 204 24575,'0'18'0,"0"0"0,0-1 0,0-4 0,0 5 0,0-1 0,0 1 0,0 1 0,0-2 0,0 1 0,0-5 0,0 4 0,0-5 0,6 0 0,-5 0 0,4 5 0,-5-3 0,0 3 0,0 0 0,6-3 0,0 8 0,1-9 0,-2 5 0,1-1 0,0-4 0,6 5 0,0-6 0,0-6 0,5 10 0,-3-13 0,3 7 0,-5-10 0,11 0 0,-9 0 0,9 0 0,-6 0 0,-4 0 0,5 0 0,-1 0 0,-4 0 0,10 0 0,-10-5 0,10-7 0,-10 4 0,4-8 0,-5 9 0,0-5 0,0-1 0,5-4 0,-3 3 0,3-3 0,-10-1 0,-2 5 0,-5-5 0,5 0 0,2 0 0,0-1 0,-2-4 0,-5 9 0,0-9 0,0 10 0,0-5 0,0 6 0,0 0 0,0-6 0,0-1 0,0 0 0,0-4 0,-11 4 0,8 0 0,-7 2 0,10 5 0,-6-1 0,-1 1 0,1 0 0,-5 0 0,4 0 0,-5-6 0,0 5 0,-6-10 0,5 9 0,-10-9 0,9 10 0,-4 0 0,6 8 0,0 5 0,-11 0 0,8 0 0,-8 0 0,0 0 0,8 0 0,-40 10 0,34-8 0,-24 8 0,33-5 0,5 1 0,2 6 0,-1 6 0,5-5 0,-10 4 0,5-5 0,-1-5 0,1-2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6:02:54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10 24575,'9'10'0,"-1"1"0,1-6 0,3 3 0,1 5 0,4-4 0,-4 3 0,0-3 0,-5-1 0,1 1 0,-1-5 0,1 0 0,-1 0 0,0-7 0,1 2 0,-4-8 0,-2 1 0,-3-1 0,0 1 0,0-5 0,-3 4 0,-2-4 0,0 5 0,-3-1 0,4 4 0,-5 1 0,0 4 0,-3-4 0,2 4 0,-6-4 0,7 4 0,-8 0 0,8 0 0,-4 0 0,5-4 0,-1 3 0,-3-3 0,2 8 0,-2 1 0,3 3 0,4 0 0,1 1 0,4-1 0,4 1 0,1-1 0,3 1 0,1-1 0,-1-3 0,1 2 0,3-13 0,1 4 0,0-7 0,0 2 0,-9 2 0,4-4 0,-3-7 0,-1 5 0,0-5 0,-8 15 0,-4-2 0,-2 7 0,-13 6 0,12-4 0,-9 8 0,16-2 0,0-2 0,4 2 0,0 4 0,0-6 0,0 14 0,0-14 0,0 6 0,0-3 0,3-4 0,2 3 0,15 1 0,-9-8 0,9 3 0,-12-8 0,1-4 0,-1 3 0,1-7 0,-1 3 0,4-7 0,-2-1 0,2-5 0,-3 5 0,-1 1 0,-3 3 0,-2-3 0,-3 2 0,0-2 0,4 11 0,1 1 0,3 13 0,1-4 0,-4 3 0,-2-3 0,-3-1 0,-7 8 0,-3-2 0,-3 3 0,-4-5 0,8-7 0,-7 3 0,2-7 0,-3 2 0,4-3 0,-19 12 0,19-10 0,-15 10 0,19-12 0,1 0 0,-5 0 0,4 0 0,-11-4 0,9 3 0,-5-7 0,7 4 0,1-1 0,-1 1 0,0 0 0,5-1 0,0-3 0,4-1 0,-4-3 0,3 2 0,-3-2 0,4 3 0,0 0 0,4 1 0,-3-1 0,6 1 0,2-1 0,0 0 0,4 5 0,-5 0 0,-3 4 0,-2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6:03:01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45 24575,'1'8'0,"2"0"0,-3 1 0,4-1 0,5 1 0,-1-4 0,1-2 0,-1 1 0,1-3 0,-1 3 0,4-8 0,-6-1 0,2-3 0,-8-1 0,0 0 0,0 1 0,0-1 0,-4-3 0,-5-2 0,-8 1 0,3 4 0,-7 5 0,12 4 0,-7 4 0,6 1 0,-2 3 0,7 1 0,-3 3 0,3 1 0,1 0 0,0 0 0,4-5 0,-4 1 0,3-1 0,-3 4 0,4-2 0,0 10 0,4-10 0,1 6 0,-1-8 0,0 1 0,7 3 0,-4-3 0,5 4 0,-4-5 0,-4-7 0,9-2 0,-4-8 0,3 5 0,-3-4 0,-1 3 0,1-3 0,-5-1 0,0 0 0,-4 1 0,0-5 0,4 4 0,-3-4 0,3 5 0,-4-1 0,0-3 0,-4 2 0,-1-2 0,-4 7 0,1 1 0,-1 8 0,1 0 0,3 5 0,-3-1 0,3-3 0,-7 10 0,6-8 0,-1 9 0,7-8 0,0 1 0,0-1 0,0 1 0,0 3 0,0 1 0,0 0 0,0-1 0,0 1 0,0-4 0,0 3 0,0-3 0,3-1 0,2 1 0,3-1 0,1-3 0,-1-1 0,5-4 0,-4-4 0,3-1 0,1-4 0,-4 1 0,3 3 0,-3-3 0,-1 3 0,1-7 0,-1 2 0,-3-2 0,-1 3 0,-4 1 0,0-1 0,0 1 0,0-5 0,0-4 0,0 3 0,0-3 0,0 9 0,0-1 0,0 1 0,0-1 0,0 0 0,0 1 0,0-1 0,0 0 0,-4 1 0,-1-1 0,-4 1 0,1-1 0,-1 4 0,1 1 0,-1 4 0,-7 4 0,5 1 0,-5 3 0,7 1 0,1-1 0,3 1 0,1-1 0,-4 4 0,6-2 0,-5 2 0,7-3 0,0-1 0,0 0 0,-4 1 0,3-1 0,-3 1 0,4-1 0,0 1 0,0 3 0,0-3 0,4 4 0,-3-9 0,3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6:03:05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0 24575,'0'18'0,"0"-2"0,-8 4 0,6-9 0,-9 13 0,6-11 0,0 0 0,1 14 0,-3-7 0,1 21 0,-3-22 0,5 9 0,1-19 0,41 19 0,-32-15 0,34 15-4323,-40-19 4323,8 39-1411,-6-31 1411,2 31 0,-5-38 0,-11 17 0,10-15 0,-5 16 0,7-19 0,0 7 0,0-3 3946,-4 12-3946,-1-10 0,0 1 0,1-13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6:03:06.5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24575,'-1'12'0,"2"-3"0,11 7 0,1-10 0,0 5 0,-1-10 0,-3 10 0,-4-5 0,2 6 0,2 1 0,0-8 0,14 12 0,-12-14 0,12 10 0,-14-8 0,15 7 0,-13-6 0,13 1-913,-15-7 913,30 14 0,-12-11 0,11 11 0,-14-14 0,-15 3 0,3 2 0,-3 0 0,3-1 0,-3-4 913,4 0-913,-5 0 0,4 0 0,-2-4 0,13 3 0,-12-7 0,8 3 0,-11 4 0,1 2 0,3 8 0,-3-5 0,4 4 0,-5-3 0,1 3 0,-5-3 0,0-1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6:03:08.0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1 423 24575,'16'-17'0,"-6"7"0,6-6 0,-7 7 0,-1 0 0,12-11 0,-5 5 0,6-6 0,-9 9 0,4 7 0,-2-3 0,3 3 0,-5 1 0,-3-4 0,-1 3 0,1-4 0,3 1 0,-3 3 0,3-3 0,-3 0 0,3-6 0,-2 1 0,6 1 0,-3-1 0,0 4 0,-1 0 0,0-2 0,-2 9 0,6-14 0,-7 14 0,7-13 0,-6 9 0,2-6 0,-4 3 0,5-3 0,-4 2 0,-1-2 0,4-1 0,-7 4 0,8-4 0,-9 9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03:38.1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7827 0 24575,'0'38'0,"0"18"0,0 18 0,0 7 0,0 6 0,0 9 0,0-44 0,0 2 0,0 5 0,0 1 0,0 2 0,0 1 0,0 1 0,0 0 0,0 5 0,0 1 0,0 2 0,0-1 0,0-2 0,-1-2 0,-1-4 0,-2-2 0,-2-6 0,-3-2 0,-5 0 0,-6-1 0,-9 6 0,-5 0 0,-12 6 0,-6 1 0,-10 6 0,-4 0 0,17-21 0,-2 0 0,-1-2-144,-3-1 0,0-2 0,-2 0 144,0-3 0,-1 0 0,-1-3 0,0-1 0,0-2 0,-2-1 0,1-4 0,-2-1 0,1-2 0,-31 9 0,-1-3 0,-2-6 0,-1-2 0,1-3 0,0-3 0,0-1 0,0-2 0,-2 0 0,-1-3 0,2-1 0,0-3 0,-1-1 0,-1-2 0,2-3 0,0 0 0,0 0 0,1 0 0,0 0 0,0 0 0,2-2 0,1 1 0,1 1 0,0 0 0,4-2 0,1 0 0,2 1 0,1-1 0,3 1 0,1 1 0,2-1 0,0 2 0,3 0 0,0 2 0,0 3 0,1 1 0,-1 1 0,0 2 216,0 0 0,-1 2-216,-2 1 0,-2 0 0,0 2 0,-2 1 0,-2 0 0,0 0 0,-3 2 0,-2 0 0,-3 1 0,-1 2 0,0-1 0,-1 1 0,-1-1 0,-1 1 0,2-1 0,1 0 0,-2-1 0,-1-1 0,-1 0 0,0 0 0,0 0 0,1 1 0,2-3 0,0 0 0,7 0 0,1-1 0,7 0 0,2 0 0,9-1 0,4 0 0,9 1 0,4 0 0,-30 17 0,18-1 0,7 0 0,4-1 0,8 1 0,11-2 0,10-1 0,8-3 0,3-2 0,3-2 0,2-1 0,3-2 0,2-1 0,1 0 0,0 3 0,0 4 0,0 4 0,0 5 0,0-1 0,0-4 0,0-4 0,0-3 0,0-1 0,0 1 0,0 1 0,0-1 0,0 0 0,0 0 0,0-3 0,0-1 0,0 0 0,0 0 0,0-3 0,0-7 0,0-5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03:45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24575,'0'47'0,"0"17"0,0 35 0,0-1 0,2-43 0,3 0 0,5 4 0,4-1 0,5-2 0,4-1 0,3 7 0,4-2 0,-1-9 0,3-4 0,0-6 0,2-4 0,4-3 0,3-3 0,7 1 0,4-1 0,7 0 0,2 0 0,4 2 0,0 0 0,2-1 0,0 0 0,-3-1 0,0 1 0,3-1 0,2-1 0,10-2 0,4-3 0,-20-7 0,3-2 0,1-1-287,7-1 1,3-1-1,1-2 287,7-1 0,1-2 0,9-2 0,-14-1 0,8-2 0,3-1 0,-1 0 0,-4 0 0,4 0 0,-3-1 0,1 0 0,4-1-397,2 0 1,5 0 0,2 0-1,-3-1 1,-6 0 396,-8-1 0,-5 0 0,-3-2 0,1 1 0,22-3 0,-1 0 0,0-3-402,0 0 1,0-3-1,0 0 402,-4-2 0,0-1 0,0-1 0,1 0 0,0-1 0,-2-1 0,-1 1 0,-2-1 0,-1 1-223,-7 0 1,-2 1 0,1 0 222,-1 2 0,1 1 0,-1 1 0,-3 0 0,-1 1 0,-1 0 0,-3 1 0,0 1 0,-2 0 175,-3 0 0,0 0 1,-2 0-176,28-4 0,-1 0 0,-7 3 0,-1 2 915,-8 1 0,-1 2-915,-10 2 0,-2 2 664,-8 2 1,-3 3-665,41 9 823,-15 12-823,-8 11 206,-11 9-206,-7 4 0,-11 2 0,-8 3 0,-13 1 0,-10 4 0,-7 5 0,-4 5 0,0 3 0,0-3 0,0-6 0,-3-4 0,-7-4 0,-5-3 0,-4-6 0,2-7 0,4-7 0,4-6 0,2-4 0,1-1 0,-1 4 0,0 6 0,0 5 0,-1 7 0,2 1 0,0-4 0,-1-1 0,4-3 0,-3 0 0,3 4 0,-1 0 0,-1-1 0,1-2 0,0-5 0,1-4 0,3-5 0,0-3 0,0-5 0,0 1 0,-3 8 0,0 9 0,-1 4 0,1-1 0,3-11 0,0-5 0,0-4 0,0-1 0,-3 3 0,0 7 0,0 7 0,0 1 0,0-1 0,0-8 0,-2-9 0,-1-3 0,3 1 0,-3 5 0,0 2 0,-1-1 0,1-2 0,4-8 0,2-12 0,-1-9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03:49.3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8237 0 24575,'0'35'0,"0"13"0,0 17 0,0-1 0,0 1 0,0 0 0,0 2 0,0 1 0,0-8 0,0-10 0,0-6 0,-4-5 0,-5-7 0,-11-3 0,-7-4 0,-7 0 0,-4 1 0,-5 1 0,-12 0 0,-12 2 0,-16 0 0,35-13 0,-1-1 0,-8 0 0,-2-1 0,-13-1 0,-5-1 0,-12-2 0,-4-2-265,23-3 1,-3-2 0,-1-1 264,-8 0 0,-2 0 0,0-1 0,-3-1 0,-1 0 0,-1 0 0,0 0 0,-1 0 0,1 0 0,0-1 0,0-1 0,1 0 0,1-2 0,0 1 0,0-1 0,2-1 0,0 0 0,0-1 0,2 0 0,1 0 0,0 0 0,5 1 0,0 1 0,1 0 0,6 0 0,0 0 0,2 0-105,-29-1 0,1-1 105,-1 2 0,0-1 0,-1 1 0,-1 0 0,30 2 0,0 0 0,0 1 0,-1 0 0,0 1 0,0 0 0,-29 0 0,1 0 0,2 0 0,1 0 0,9 0 0,1 0 0,2 0 0,0 0 0,3-1 0,1 2 0,0 1 0,1 3 0,-8 1 0,-2 2 0,-4 3 0,-1 1 0,-4 4 0,-1 0 0,32-6 0,-2 1 0,1 0 0,-30 5 0,-1-1 0,32-6 0,0 0 0,-1-1 0,0-1 0,0 0 0,0-1 0,0-1 0,1 0 0,-1-2 0,-29 2 0,0-2 0,7-1 0,2 0 0,6-1 0,3 0 0,6 1 0,3 0 392,6 1 0,3 2-392,7 1 0,2 1 219,-39 8-219,16 5 0,16 3 0,11 1 0,15 0 0,11-3 0,3 1 0,9 0 0,1 3 0,5-1 0,3 0 0,0 1 0,0-1 0,0-2 0,0-3 0,0-4 0,0 1 0,0 0 0,0 0 0,0-2 0,0-2 0,0-1 0,0 1 0,0 1 0,0 4 0,0 2 0,0 1 0,0-8 0,0-3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03:55.6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0 240 24575,'7'25'0,"-2"10"0,-5 11 0,0 3 0,5 2 0,5-8 0,16-5 0,15 1 0,13-6 0,13-1 0,11-10 0,15-8 0,-40-9 0,3-3 0,8-3 0,2-1 0,7-4 0,0-3 0,3-4 0,-1-4 0,1-2 0,0-4 0,1-3 0,4-4 0,0 1 0,8-2 0,-4 0 0,-15 6 0,-3 2 0,4-2-211,21-9 0,5-1 0,-6 2 211,-24 10 0,-5 1 0,0 1 0,26-9 0,-2 2 0,-5 5 0,0 2 0,-5 5 0,1 2 0,-3 2 0,1 3 0,4 1 0,1 2 0,1 0 0,0 0 0,-1 2 0,1 0 316,-5 1 1,-2 2-317,-8-1 0,-2 0 0,-4 2 0,-1 0 0,-6 0 0,-1 0 0,48 0 0,-9 0 0,-9 5 0,-11 6 0,-12 5 0,-12 6 0,-15 0 0,-11 3 0,-12 0 0,-6 3 0,-3 4 0,0 5 0,0 3 0,-1 1 0,-3 2 0,-4 2 0,-2 0 0,-2 0 0,3-2 0,4-1 0,2-3 0,3-4 0,0-2 0,0-1 0,0 3 0,0-2 0,0 3 0,0 0 0,0-3 0,3-1 0,0-4 0,3-6 0,-1-1 0,-2 1 0,0-3 0,-2 2 0,-1-3 0,0-2 0,0 2 0,0-1 0,0-2 0,0-1 0,0-3 0,0 0 0,0 1 0,0-1 0,0 1 0,0-5 0,0-1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04:02.7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13056 12314 24575,'23'0'0,"14"0"0,29 0 0,3 0 0,21 0 0,-38 0 0,0 0 0,2 0 0,2 0 0,10 0 0,0 0 0,-7 0 0,-1 0 0,40 0 0,-17 0 0,-22-2 0,-9-5 0,-4-4 0,-6-4 0,-1 0 0,-9 2 0,-8-1 0,-9-2 0,-6-5 0,-4-5 0,-3-14 0,0-19 0,0 12 0,0-6 0,0-12 0,0-4 0,0-9 0,0-3 0,1-7 0,-2 0 0,0 1 0,-3 1 0,-2-2 0,-2 0 0,-3-5 0,-3-2 0,-3-2 0,-1-1-164,4 31 1,-1 0 0,0-1 163,0-2 0,-1 0 0,-2 0 0,-2 0 0,-2 0 0,-1 0 0,-2-2 0,-1-1 0,-1-1 0,-3-3 0,-2-1 0,0-2-490,-4-6 1,-2-3 0,0-1 489,9 19 0,1-2 0,-1-1 0,0-1 0,-1-6 0,0-1 0,-1-2 0,1-1-511,3 11 0,0-2 0,0 0 1,0-2-1,-1-1 511,-1-7 0,0-1 0,0-2 0,-1 0 0,-1-1-444,4 9 1,-1 0-1,-1-1 1,1 0-1,-1-1 1,0 1 443,0 0 0,0 0 0,-1 0 0,1 1 0,-1-1 0,-1 1 0,1 0 0,0 1 0,-1-1 0,0 1 0,0 1 0,0 1-276,-5-9 0,1 0 0,-1 2 1,0 1-1,0 0 276,3 7 0,0 0 0,-1 1 0,1 0 0,1-1 0,-2-3 0,1-1 0,0-1 0,1 0 0,1-1 0,0-2 0,2-1 0,1-1 0,1-1 0,0-1-210,0-3 0,1-1 0,1-1 0,1-1 1,0 0 209,5 13 0,1 0 0,0-2 0,0 1 0,1 0 0,0 2 0,-2-12 0,0 0 0,0 2 0,0 0 0,0 2 107,1 8 1,0 1 0,0 1 0,0 1 0,-1 1-108,-3-13 0,-1 2 0,0 1 0,-1 2 0,2 6 0,0 3 0,0 0 0,0 1 559,-3-20 0,0 2 0,2 2-559,2 8 0,1 0 0,1 3 0,3 8 0,0 2 0,0 4 936,-3-16 0,0 7-936,4 15 0,0 5 2745,-8-34-2745,5 25 1861,5 16-1861,-1 12 907,1 8-907,0 2 0,1-3 0,0 1 0,-1-1 0,-1 5 0,-3 3 0,-2 1 0,-3 3 0,-1 0 0,-6 7 0,-2 4 0,-9 3 0,-13 0 0,-20-5 0,-25-1 0,43 5 0,-2 1 0,-9 0 0,-1 2 0,-5 1 0,-3 0 0,-5 1 0,-2-2 0,-7 0 0,0-3 0,-2-4 0,1-2 0,-2-3 0,0-4 0,2-3 0,1-2 0,-2-3 0,2 0 0,2-1 0,1-1 0,-1-2 0,-1-1 0,24 8 0,-2-2 0,1 1-239,-4-1 1,1-1 0,-3 1 238,-7-2 0,-2 0 0,-1 0 0,-3 1 0,-1 0 0,-2 1-424,-5 1 0,-1 0 1,-1 1 423,-2 1 0,-1 1 0,2 0 0,7 3 0,1 0 0,1 0-219,1 2 1,0-1 0,2 2 218,9 3 0,1 0 0,1 1 0,1 0 0,-1 1 0,1 0 0,0 2 0,0 0 0,2 2 0,-24 0 0,2 1 0,6 2 0,2 0 322,12 2 1,2 0-323,7 0 0,4 0 1271,-40 0-1271,12 0 725,12 0-725,4 0 0,-2 0 0,-5 0 0,-12 0 0,-9 0 0,47 0 0,0 0 0,-1 0 0,-1 0 0,2 0 0,1 0 0,-47 0 0,6 0 0,1 0 0,4 0 0,0 0 0,-1 0 0,-1 0 0,-7 0 0,-4 0 0,49 0 0,0 0 0,0 0 0,0 0 0,-45 0 0,2 0 0,7 0 0,6 0 0,2 0 0,4 0 0,-4 0 0,0 0 0,1 3 0,0 4 0,-1 1 0,-4 2 0,-6 0 0,2-2 0,2-1 0,3-3 0,5-4 0,-3 0 0,2 0 0,-2 0 0,1 0 0,0 0 0,-2 0 0,1 0 0,3 0 0,1 0 0,8 0 0,0 0 0,2 0 0,4 0 0,1 0 0,6 0 0,3 0 0,2 0 0,3 0 0,0 0 0,1 0 0,5-3 0,2 0 0,5 0 0,0 0 0,-3 3 0,-3 0 0,-4 0 0,1 0 0,3 0 0,6 0 0,1 0 0,4 0 0,0 0 0,2 0 0,6 0 0,4 0 0,1 0 0,-2 0 0,-4 0 0,-4 0 0,3 0 0,4 0 0,3 0 0,1 0 0,-5 0 0,-3 0 0,-2 0 0,2 0 0,3 0 0,3 0 0,0 0 0,-2 0 0,-1 0 0,-2 0 0,2 0 0,4-4 0,4-2 0,2-3 0,2-3 0,2 7 0,2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A1779-A9D3-5246-BCE2-402B7DACA942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30AB7-ED17-0D43-BA3B-85E1FBF3B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05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90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06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86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B107-6E27-B6B8-3D6C-C387CF3C9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D8FC2-C31A-5EB0-A62E-D98798095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7A99C-AA0A-62D2-9C38-EB3A258211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CA595-021F-51FA-1F40-E8AFF45C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C4153-0623-FC85-877B-5B083C2B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8CF0-614E-F3E5-0172-9F62171E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BD281-DC6D-D7A7-C4E6-D77264A4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74CD7-305B-D11E-9D97-E36078F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9ACC9-4149-A0FA-9963-00B8568D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9C1E7-76FC-F8D8-806D-D8DBD203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8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75BDF-E3A1-4C2D-A88B-760CF4E04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F07C4-6C7D-723C-F5FA-75AC2EAC6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46DD4-FB1D-EE63-C440-732EA7E2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8BEED-74FB-F846-AECD-0006B592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1B486-1B07-3A70-9074-03EDDD07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7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D3A8-1A5D-FDB4-A790-50F78561F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0FB1-4A9E-9EB3-FB3E-DA345EFF6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03834-3831-5317-3FB8-980F7462E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C7196-615D-7406-9DD8-0CA3F943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E2E13-2E9C-A8DA-67F7-09EE42630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A6D69-FE8A-C35B-84AB-79554DE5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1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8958-3C63-E64E-B34B-8DE36074C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A9EF3-5678-D002-0364-FE3FA420D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8CD19-946B-B96C-C936-09DAEB758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FCFED-F800-D7D8-2F35-50FE6F03E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1C22F-FF0C-E459-2175-33996903C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15A23-9438-C557-5AEE-FD5A66EB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AB8BA-B5F1-5848-B46B-71773C17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E8326A-84DA-0D73-881F-78E54799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3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43C3-7437-CF4C-ED41-45575B3F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8E424-258E-0836-14F3-1BF2E453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A725-3777-DA54-704A-421EB981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4F844-3888-6BAA-94AE-EAB594CD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2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91D9C-1E89-1105-7116-B5E52FCBB3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0E437-3E92-7E2B-F679-E4089E6B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42BFA-C64E-513A-1D43-F74CEFDC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00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4F82-AB96-9C21-C542-6408BD660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4F3CC-DDFC-B518-A00F-03BDBF767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97D5C-4E9E-EFB8-90DB-B69BCE152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BF8BD-2B52-F23C-839B-BD8CE7BC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87652-ED32-6487-A5A2-E4E2FB9C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A1001-5048-0A0A-4FD2-DA01A61C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46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5C3A-9783-BC4E-9040-8817C501F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267D8-032F-FCF8-936A-9261A6D06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2B2E5-8E87-E6A4-2705-21AFFB737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07C15-3E98-1C40-AA63-E1011CCD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424D7-5F99-B7FE-4168-5842409F4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2521B-709C-4140-1FA8-593334C2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94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F2A1-F2F4-FA91-63D5-6F3EFB4C3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26A89-B74C-A254-26EB-0CA1C0E7B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CA874-5C74-9644-6217-AAB6EE66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DEC0B-36A8-92CD-A141-67B874B27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89FB4-411F-A7B4-BA73-B5127311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3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48552B-C034-F1C0-3DE0-6A828CFB7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34C9D-BE58-D6F2-0E14-FC1B35670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0D49-320F-8B65-6765-4EEB7FBA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893EF-1E43-699E-510E-B10F660EE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FD1C8-A8CE-AAE3-1002-3BCA4431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85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DBB7E0-97D0-F509-BAB5-45F3B15340BA}"/>
              </a:ext>
            </a:extLst>
          </p:cNvPr>
          <p:cNvSpPr/>
          <p:nvPr userDrawn="1"/>
        </p:nvSpPr>
        <p:spPr>
          <a:xfrm>
            <a:off x="11506200" y="0"/>
            <a:ext cx="6858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C6F4C3-B010-E47B-FF24-50A73974AFE0}"/>
              </a:ext>
            </a:extLst>
          </p:cNvPr>
          <p:cNvSpPr/>
          <p:nvPr userDrawn="1"/>
        </p:nvSpPr>
        <p:spPr>
          <a:xfrm>
            <a:off x="11506200" y="61722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8539BE-3203-DE25-5D52-BE53A08EA61B}"/>
              </a:ext>
            </a:extLst>
          </p:cNvPr>
          <p:cNvSpPr txBox="1"/>
          <p:nvPr userDrawn="1"/>
        </p:nvSpPr>
        <p:spPr>
          <a:xfrm rot="16200000">
            <a:off x="11200207" y="671017"/>
            <a:ext cx="1297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kern="1200">
                <a:solidFill>
                  <a:schemeClr val="bg2"/>
                </a:solidFill>
                <a:latin typeface="+mn-lt"/>
                <a:ea typeface="+mn-ea"/>
                <a:cs typeface="+mn-cs"/>
              </a:rPr>
              <a:t>Fall 2025</a:t>
            </a:r>
            <a:endParaRPr lang="en-PK" sz="1200" kern="1200">
              <a:solidFill>
                <a:schemeClr val="bg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B63BB9-EB16-2B71-C712-5A6E1B384895}"/>
              </a:ext>
            </a:extLst>
          </p:cNvPr>
          <p:cNvSpPr txBox="1"/>
          <p:nvPr userDrawn="1"/>
        </p:nvSpPr>
        <p:spPr>
          <a:xfrm rot="16200000">
            <a:off x="10627459" y="3988652"/>
            <a:ext cx="2443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kern="1200">
                <a:solidFill>
                  <a:schemeClr val="bg2"/>
                </a:solidFill>
                <a:latin typeface="+mn-lt"/>
                <a:ea typeface="+mn-ea"/>
                <a:cs typeface="+mn-cs"/>
              </a:rPr>
              <a:t>Software Design and Architecture (SE322) By Mr. Said Nabi</a:t>
            </a:r>
            <a:endParaRPr lang="en-PK" sz="1200" kern="1200">
              <a:solidFill>
                <a:schemeClr val="bg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A7DF65E-C177-D14E-69F8-F97164B77A92}"/>
              </a:ext>
            </a:extLst>
          </p:cNvPr>
          <p:cNvSpPr txBox="1">
            <a:spLocks/>
          </p:cNvSpPr>
          <p:nvPr userDrawn="1"/>
        </p:nvSpPr>
        <p:spPr>
          <a:xfrm>
            <a:off x="11571551" y="6316225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2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7.xml"/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6.png"/><Relationship Id="rId41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0.png"/><Relationship Id="rId40" Type="http://schemas.openxmlformats.org/officeDocument/2006/relationships/customXml" Target="../ink/ink20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30" Type="http://schemas.openxmlformats.org/officeDocument/2006/relationships/customXml" Target="../ink/ink15.xml"/><Relationship Id="rId35" Type="http://schemas.openxmlformats.org/officeDocument/2006/relationships/image" Target="../media/image19.png"/><Relationship Id="rId8" Type="http://schemas.openxmlformats.org/officeDocument/2006/relationships/customXml" Target="../ink/ink4.xml"/><Relationship Id="rId3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0" Type="http://schemas.openxmlformats.org/officeDocument/2006/relationships/customXml" Target="../ink/ink25.xml"/><Relationship Id="rId4" Type="http://schemas.openxmlformats.org/officeDocument/2006/relationships/customXml" Target="../ink/ink22.xml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985838"/>
            <a:ext cx="8303190" cy="2362200"/>
          </a:xfrm>
        </p:spPr>
        <p:txBody>
          <a:bodyPr>
            <a:normAutofit fontScale="90000"/>
          </a:bodyPr>
          <a:lstStyle/>
          <a:p>
            <a:pPr eaLnBrk="0" hangingPunct="0">
              <a:spcBef>
                <a:spcPct val="20000"/>
              </a:spcBef>
              <a:spcAft>
                <a:spcPts val="600"/>
              </a:spcAft>
            </a:pP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r>
              <a:rPr lang="en-US" sz="3600" b="1" dirty="0">
                <a:solidFill>
                  <a:srgbClr val="0000CC"/>
                </a:solidFill>
              </a:rPr>
              <a:t>Software Design and architecture (SE322) </a:t>
            </a: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r>
              <a:rPr lang="en-US" sz="1200" b="1" dirty="0">
                <a:solidFill>
                  <a:schemeClr val="bg1"/>
                </a:solidFill>
              </a:rPr>
              <a:t>gg</a:t>
            </a:r>
            <a:br>
              <a:rPr lang="en-US" b="1" dirty="0">
                <a:solidFill>
                  <a:srgbClr val="0000CC"/>
                </a:solidFill>
              </a:rPr>
            </a:br>
            <a:endParaRPr lang="en-GB" sz="3100" dirty="0">
              <a:solidFill>
                <a:srgbClr val="00B0F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4200" y="3886200"/>
            <a:ext cx="6781800" cy="2514600"/>
          </a:xfrm>
        </p:spPr>
        <p:txBody>
          <a:bodyPr>
            <a:normAutofit/>
          </a:bodyPr>
          <a:lstStyle/>
          <a:p>
            <a:pPr marL="511175" indent="-279400"/>
            <a:r>
              <a:rPr lang="en-US" dirty="0">
                <a:solidFill>
                  <a:srgbClr val="006600"/>
                </a:solidFill>
              </a:rPr>
              <a:t>Said Nabi</a:t>
            </a:r>
          </a:p>
          <a:p>
            <a:pPr marL="511175" indent="-279400"/>
            <a:r>
              <a:rPr lang="en-US" dirty="0" err="1">
                <a:solidFill>
                  <a:srgbClr val="7030A0"/>
                </a:solidFill>
              </a:rPr>
              <a:t>said.nabi@giki.edu.pk</a:t>
            </a:r>
            <a:endParaRPr lang="en-US" b="1" dirty="0">
              <a:solidFill>
                <a:srgbClr val="7030A0"/>
              </a:solidFill>
              <a:cs typeface="Times New Roman" pitchFamily="18" charset="0"/>
            </a:endParaRPr>
          </a:p>
          <a:p>
            <a:pPr marL="511175" indent="-279400"/>
            <a:endParaRPr lang="en-US" dirty="0">
              <a:solidFill>
                <a:srgbClr val="006600"/>
              </a:solidFill>
            </a:endParaRPr>
          </a:p>
          <a:p>
            <a:pPr marL="511175" indent="-279400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Faculty of Computer Science and engineering</a:t>
            </a:r>
          </a:p>
          <a:p>
            <a:pPr marL="511175" indent="-279400"/>
            <a:r>
              <a:rPr lang="en-US" dirty="0" err="1">
                <a:solidFill>
                  <a:srgbClr val="0070C0"/>
                </a:solidFill>
              </a:rPr>
              <a:t>Gik</a:t>
            </a:r>
            <a:r>
              <a:rPr lang="en-US" dirty="0">
                <a:solidFill>
                  <a:srgbClr val="0070C0"/>
                </a:solidFill>
              </a:rPr>
              <a:t> Institute Topi, Swabi</a:t>
            </a:r>
          </a:p>
          <a:p>
            <a:endParaRPr lang="en-GB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89200" y="3048000"/>
            <a:ext cx="6400800" cy="76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1175" indent="-279400"/>
            <a:r>
              <a:rPr lang="en-US" dirty="0">
                <a:solidFill>
                  <a:schemeClr val="tx1"/>
                </a:solidFill>
              </a:rPr>
              <a:t>Week 07</a:t>
            </a:r>
          </a:p>
          <a:p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26" name="Picture 2" descr="Admissions - Ghulam Ishaq Khan Institute of Engineering ...">
            <a:extLst>
              <a:ext uri="{FF2B5EF4-FFF2-40B4-BE49-F238E27FC236}">
                <a16:creationId xmlns:a16="http://schemas.microsoft.com/office/drawing/2014/main" id="{EEEDED95-EC48-C068-23B0-993A483F3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64820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9EFCF0EC-18F4-E8A7-B429-BFBE4FD7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9110910" y="1310957"/>
            <a:ext cx="2438399" cy="36576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20/01/2025</a:t>
            </a:r>
          </a:p>
        </p:txBody>
      </p:sp>
    </p:spTree>
    <p:extLst>
      <p:ext uri="{BB962C8B-B14F-4D97-AF65-F5344CB8AC3E}">
        <p14:creationId xmlns:p14="http://schemas.microsoft.com/office/powerpoint/2010/main" val="1696953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F510-0B12-45D9-8622-5863056B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of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DEC95-DCE2-DE72-424C-58584EE88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292" y="315079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Design patterns ( Creational, Structural, Behavioral)</a:t>
            </a:r>
          </a:p>
        </p:txBody>
      </p:sp>
    </p:spTree>
    <p:extLst>
      <p:ext uri="{BB962C8B-B14F-4D97-AF65-F5344CB8AC3E}">
        <p14:creationId xmlns:p14="http://schemas.microsoft.com/office/powerpoint/2010/main" val="336443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A8943-470D-F0B7-AAFB-BF3738138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osite Design Pattern">
            <a:extLst>
              <a:ext uri="{FF2B5EF4-FFF2-40B4-BE49-F238E27FC236}">
                <a16:creationId xmlns:a16="http://schemas.microsoft.com/office/drawing/2014/main" id="{9DCA7A61-F390-359C-6697-AC1EE99B9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5497" cy="637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07E866-402E-778D-92B6-153AA2B3779B}"/>
              </a:ext>
            </a:extLst>
          </p:cNvPr>
          <p:cNvSpPr txBox="1"/>
          <p:nvPr/>
        </p:nvSpPr>
        <p:spPr>
          <a:xfrm>
            <a:off x="1836860" y="6488668"/>
            <a:ext cx="7651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www.linkedin.com</a:t>
            </a:r>
            <a:r>
              <a:rPr lang="en-GB" dirty="0"/>
              <a:t>/pulse/composite-design-pattern-</a:t>
            </a:r>
            <a:r>
              <a:rPr lang="en-GB" dirty="0" err="1"/>
              <a:t>prateek</a:t>
            </a:r>
            <a:r>
              <a:rPr lang="en-GB" dirty="0"/>
              <a:t>-</a:t>
            </a:r>
            <a:r>
              <a:rPr lang="en-GB" dirty="0" err="1"/>
              <a:t>mishra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53146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AC7852-B9D1-1D9A-40F2-FD307C9D6102}"/>
              </a:ext>
            </a:extLst>
          </p:cNvPr>
          <p:cNvSpPr txBox="1"/>
          <p:nvPr/>
        </p:nvSpPr>
        <p:spPr>
          <a:xfrm>
            <a:off x="0" y="850821"/>
            <a:ext cx="11179628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In a </a:t>
            </a:r>
            <a:r>
              <a:rPr lang="en-GB" sz="2800" b="1" dirty="0">
                <a:solidFill>
                  <a:schemeClr val="accent1"/>
                </a:solidFill>
              </a:rPr>
              <a:t>large organization</a:t>
            </a:r>
            <a:r>
              <a:rPr lang="en-GB" sz="2800" dirty="0"/>
              <a:t>, the corporate office needs to calculate total revenue </a:t>
            </a:r>
            <a:r>
              <a:rPr lang="en-GB" sz="2800" b="1" dirty="0">
                <a:solidFill>
                  <a:schemeClr val="accent1"/>
                </a:solidFill>
              </a:rPr>
              <a:t>generated by all branches</a:t>
            </a:r>
            <a:r>
              <a:rPr lang="en-GB" sz="2800" dirty="0"/>
              <a:t>, departments, and employees.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Without a structured approach, the corporate office </a:t>
            </a:r>
            <a:r>
              <a:rPr lang="en-GB" sz="2800" b="1" dirty="0">
                <a:solidFill>
                  <a:srgbClr val="FF0000"/>
                </a:solidFill>
              </a:rPr>
              <a:t>must manually loop through each branch</a:t>
            </a:r>
            <a:r>
              <a:rPr lang="en-GB" sz="2800" dirty="0"/>
              <a:t>, then each department, and finally through every employee type like managers, sales staff, and receptionists.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For each type, the system </a:t>
            </a:r>
            <a:r>
              <a:rPr lang="en-GB" sz="2800" dirty="0">
                <a:solidFill>
                  <a:srgbClr val="FF0000"/>
                </a:solidFill>
              </a:rPr>
              <a:t>has to check their role, apply different revenue or expense calculations</a:t>
            </a:r>
            <a:r>
              <a:rPr lang="en-GB" sz="2800" dirty="0"/>
              <a:t>, and then sum up the results.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This makes the code </a:t>
            </a:r>
            <a:r>
              <a:rPr lang="en-GB" sz="2800" b="1" dirty="0">
                <a:solidFill>
                  <a:srgbClr val="FF0000"/>
                </a:solidFill>
              </a:rPr>
              <a:t>complex, repetitive, and hard to maintain </a:t>
            </a:r>
            <a:r>
              <a:rPr lang="en-GB" sz="2800" dirty="0"/>
              <a:t>— every time a new employee type or department is added, the code must be updated everywhere.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C02244-A215-0215-383E-E83D556F55AA}"/>
              </a:ext>
            </a:extLst>
          </p:cNvPr>
          <p:cNvSpPr txBox="1">
            <a:spLocks/>
          </p:cNvSpPr>
          <p:nvPr/>
        </p:nvSpPr>
        <p:spPr>
          <a:xfrm>
            <a:off x="113181" y="91546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 Composite Design Pattern</a:t>
            </a:r>
          </a:p>
        </p:txBody>
      </p:sp>
    </p:spTree>
    <p:extLst>
      <p:ext uri="{BB962C8B-B14F-4D97-AF65-F5344CB8AC3E}">
        <p14:creationId xmlns:p14="http://schemas.microsoft.com/office/powerpoint/2010/main" val="412189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3D161-43BF-206E-79DB-CCDF6E56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4FDF8A9E-B5F9-1873-57E4-C09454E1D350}"/>
              </a:ext>
            </a:extLst>
          </p:cNvPr>
          <p:cNvSpPr txBox="1">
            <a:spLocks/>
          </p:cNvSpPr>
          <p:nvPr/>
        </p:nvSpPr>
        <p:spPr>
          <a:xfrm>
            <a:off x="309124" y="80707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 Composite Design Pattern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0D074B-DC85-9414-B04D-6F449F9248EE}"/>
              </a:ext>
            </a:extLst>
          </p:cNvPr>
          <p:cNvSpPr txBox="1"/>
          <p:nvPr/>
        </p:nvSpPr>
        <p:spPr>
          <a:xfrm>
            <a:off x="309124" y="733246"/>
            <a:ext cx="1084217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PK" altLang="en-PK" sz="2800" dirty="0"/>
              <a:t>The </a:t>
            </a:r>
            <a:r>
              <a:rPr lang="en-PK" altLang="en-PK" sz="2800" b="1" dirty="0">
                <a:solidFill>
                  <a:schemeClr val="accent1"/>
                </a:solidFill>
              </a:rPr>
              <a:t>Composite Design Pattern simplifies </a:t>
            </a:r>
            <a:r>
              <a:rPr lang="en-PK" altLang="en-PK" sz="2800" dirty="0"/>
              <a:t>this problem by treating both individual employees and groups (departments or branches) uniformly.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K" sz="2800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PK" altLang="en-PK" sz="2800" dirty="0"/>
              <a:t>It introduces </a:t>
            </a:r>
            <a:r>
              <a:rPr lang="en-PK" altLang="en-PK" sz="2800" b="1" dirty="0">
                <a:solidFill>
                  <a:schemeClr val="accent1"/>
                </a:solidFill>
              </a:rPr>
              <a:t>a common interface (like calculateRevenue()) </a:t>
            </a:r>
            <a:r>
              <a:rPr lang="en-PK" altLang="en-PK" sz="2800" dirty="0"/>
              <a:t>that is implemented by both individual employees and composite structures (departments or branches).</a:t>
            </a:r>
            <a:endParaRPr lang="en-GB" sz="2800" dirty="0"/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</a:t>
            </a:r>
            <a:r>
              <a:rPr lang="en-GB" sz="2800" b="1" dirty="0">
                <a:solidFill>
                  <a:schemeClr val="accent1"/>
                </a:solidFill>
              </a:rPr>
              <a:t>Composite Design Pattern </a:t>
            </a:r>
            <a:r>
              <a:rPr lang="en-GB" sz="2800" dirty="0"/>
              <a:t>is used when you want to treat a </a:t>
            </a:r>
            <a:r>
              <a:rPr lang="en-GB" sz="2800" b="1" dirty="0">
                <a:solidFill>
                  <a:schemeClr val="accent1"/>
                </a:solidFill>
              </a:rPr>
              <a:t>group of objects and a single object</a:t>
            </a:r>
            <a:r>
              <a:rPr lang="en-GB" sz="2800" dirty="0"/>
              <a:t> in the same way.</a:t>
            </a:r>
            <a:br>
              <a:rPr lang="en-GB" sz="2800" dirty="0"/>
            </a:b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It’s especially useful for representing </a:t>
            </a:r>
            <a:r>
              <a:rPr lang="en-GB" sz="2800" b="1" dirty="0">
                <a:solidFill>
                  <a:schemeClr val="accent1"/>
                </a:solidFill>
              </a:rPr>
              <a:t>hierarchical structures like trees</a:t>
            </a:r>
            <a:r>
              <a:rPr lang="en-GB" sz="2800" b="1" dirty="0"/>
              <a:t> </a:t>
            </a:r>
            <a:r>
              <a:rPr lang="en-GB" sz="2800" dirty="0"/>
              <a:t>— e.g., a company organization, file system, or UI components.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58875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47252C-3B4D-FAE4-C120-8534634FE7C0}"/>
              </a:ext>
            </a:extLst>
          </p:cNvPr>
          <p:cNvSpPr txBox="1">
            <a:spLocks/>
          </p:cNvSpPr>
          <p:nvPr/>
        </p:nvSpPr>
        <p:spPr>
          <a:xfrm>
            <a:off x="309124" y="80707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 UML Diagram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77B197-8A63-92E5-98F0-8BFCC691CFF1}"/>
              </a:ext>
            </a:extLst>
          </p:cNvPr>
          <p:cNvSpPr/>
          <p:nvPr/>
        </p:nvSpPr>
        <p:spPr>
          <a:xfrm>
            <a:off x="3852672" y="1109472"/>
            <a:ext cx="3133344" cy="117679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&lt;&lt;interface&gt;&gt;</a:t>
            </a:r>
          </a:p>
          <a:p>
            <a:pPr algn="ctr"/>
            <a:r>
              <a:rPr lang="en-US" dirty="0"/>
              <a:t>void </a:t>
            </a:r>
            <a:r>
              <a:rPr lang="en-US" dirty="0" err="1"/>
              <a:t>calculateRevenue</a:t>
            </a:r>
            <a:r>
              <a:rPr lang="en-US" dirty="0"/>
              <a:t>()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1A0D633-E2A0-BA3A-8840-A341F5519A0C}"/>
              </a:ext>
            </a:extLst>
          </p:cNvPr>
          <p:cNvGrpSpPr/>
          <p:nvPr/>
        </p:nvGrpSpPr>
        <p:grpSpPr>
          <a:xfrm>
            <a:off x="5229552" y="2278056"/>
            <a:ext cx="405720" cy="1222560"/>
            <a:chOff x="5229552" y="2278056"/>
            <a:chExt cx="405720" cy="12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F4402F2-5FF9-AE14-FA53-84532524240B}"/>
                    </a:ext>
                  </a:extLst>
                </p14:cNvPr>
                <p14:cNvContentPartPr/>
                <p14:nvPr/>
              </p14:nvContentPartPr>
              <p14:xfrm>
                <a:off x="5229552" y="2278056"/>
                <a:ext cx="182880" cy="257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F4402F2-5FF9-AE14-FA53-8453252424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11912" y="2260056"/>
                  <a:ext cx="218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5354926-BD63-9AAF-508C-8B3506A31222}"/>
                    </a:ext>
                  </a:extLst>
                </p14:cNvPr>
                <p14:cNvContentPartPr/>
                <p14:nvPr/>
              </p14:nvContentPartPr>
              <p14:xfrm>
                <a:off x="5450592" y="2297136"/>
                <a:ext cx="184680" cy="201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5354926-BD63-9AAF-508C-8B3506A3122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32952" y="2279136"/>
                  <a:ext cx="2203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1C1C24C-83F9-EFD4-43D0-A1F6D49BE4C9}"/>
                    </a:ext>
                  </a:extLst>
                </p14:cNvPr>
                <p14:cNvContentPartPr/>
                <p14:nvPr/>
              </p14:nvContentPartPr>
              <p14:xfrm>
                <a:off x="5376432" y="2575416"/>
                <a:ext cx="5760" cy="3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1C1C24C-83F9-EFD4-43D0-A1F6D49BE4C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58432" y="2557416"/>
                  <a:ext cx="41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89C6309-15D8-A541-E604-A03AE3A7742E}"/>
                    </a:ext>
                  </a:extLst>
                </p14:cNvPr>
                <p14:cNvContentPartPr/>
                <p14:nvPr/>
              </p14:nvContentPartPr>
              <p14:xfrm>
                <a:off x="5282472" y="2515656"/>
                <a:ext cx="333000" cy="72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89C6309-15D8-A541-E604-A03AE3A774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64832" y="2497656"/>
                  <a:ext cx="3686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41FB6C-1C95-D1DF-4C99-85A969DECC16}"/>
                    </a:ext>
                  </a:extLst>
                </p14:cNvPr>
                <p14:cNvContentPartPr/>
                <p14:nvPr/>
              </p14:nvContentPartPr>
              <p14:xfrm>
                <a:off x="5258352" y="2561376"/>
                <a:ext cx="58320" cy="38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41FB6C-1C95-D1DF-4C99-85A969DECC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40352" y="2543376"/>
                  <a:ext cx="939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91817DD-8B01-B0C1-87D7-634551F77FDF}"/>
                    </a:ext>
                  </a:extLst>
                </p14:cNvPr>
                <p14:cNvContentPartPr/>
                <p14:nvPr/>
              </p14:nvContentPartPr>
              <p14:xfrm>
                <a:off x="5419632" y="2559936"/>
                <a:ext cx="57240" cy="940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91817DD-8B01-B0C1-87D7-634551F77FD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01992" y="2541936"/>
                  <a:ext cx="92880" cy="9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7FFEFEA-10C9-5803-8625-78F078877BE7}"/>
                  </a:ext>
                </a:extLst>
              </p14:cNvPr>
              <p14:cNvContentPartPr/>
              <p14:nvPr/>
            </p14:nvContentPartPr>
            <p14:xfrm>
              <a:off x="3672192" y="3472176"/>
              <a:ext cx="1758960" cy="427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7FFEFEA-10C9-5803-8625-78F078877B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54552" y="3454176"/>
                <a:ext cx="179460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4A2D8D8-08FB-34AB-F67D-174A83434379}"/>
                  </a:ext>
                </a:extLst>
              </p14:cNvPr>
              <p14:cNvContentPartPr/>
              <p14:nvPr/>
            </p14:nvContentPartPr>
            <p14:xfrm>
              <a:off x="5454912" y="3335016"/>
              <a:ext cx="1138680" cy="741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4A2D8D8-08FB-34AB-F67D-174A8343437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36912" y="3317376"/>
                <a:ext cx="1174320" cy="7776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50B4AD3-A221-D390-1635-B10D7F4BFFE1}"/>
              </a:ext>
            </a:extLst>
          </p:cNvPr>
          <p:cNvSpPr/>
          <p:nvPr/>
        </p:nvSpPr>
        <p:spPr>
          <a:xfrm>
            <a:off x="2183328" y="3848402"/>
            <a:ext cx="3133344" cy="117679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 Class</a:t>
            </a:r>
          </a:p>
          <a:p>
            <a:pPr algn="ctr"/>
            <a:r>
              <a:rPr lang="en-US" dirty="0"/>
              <a:t>void </a:t>
            </a:r>
            <a:r>
              <a:rPr lang="en-US" dirty="0" err="1"/>
              <a:t>calculateRevenue</a:t>
            </a:r>
            <a:r>
              <a:rPr lang="en-US" dirty="0"/>
              <a:t>(){}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E08BF4E-F7A6-E4F3-3129-996EA9063676}"/>
              </a:ext>
            </a:extLst>
          </p:cNvPr>
          <p:cNvSpPr/>
          <p:nvPr/>
        </p:nvSpPr>
        <p:spPr>
          <a:xfrm>
            <a:off x="5635272" y="3848401"/>
            <a:ext cx="3133344" cy="117679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Composite Class</a:t>
            </a:r>
          </a:p>
          <a:p>
            <a:pPr algn="ctr"/>
            <a:r>
              <a:rPr lang="en-US" dirty="0"/>
              <a:t>void </a:t>
            </a:r>
            <a:r>
              <a:rPr lang="en-US" dirty="0" err="1"/>
              <a:t>calculateRevenue</a:t>
            </a:r>
            <a:r>
              <a:rPr lang="en-US" dirty="0"/>
              <a:t>(){}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CEF39A-4A90-FED2-C0D0-3A3CA6F1ABF9}"/>
              </a:ext>
            </a:extLst>
          </p:cNvPr>
          <p:cNvSpPr txBox="1"/>
          <p:nvPr/>
        </p:nvSpPr>
        <p:spPr>
          <a:xfrm>
            <a:off x="7950642" y="2991995"/>
            <a:ext cx="2437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To See Java Code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64B1857-C6FA-8EE7-7ADB-8FB34F1FBAF6}"/>
                  </a:ext>
                </a:extLst>
              </p14:cNvPr>
              <p14:cNvContentPartPr/>
              <p14:nvPr/>
            </p14:nvContentPartPr>
            <p14:xfrm>
              <a:off x="9338442" y="4498941"/>
              <a:ext cx="70560" cy="644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64B1857-C6FA-8EE7-7ADB-8FB34F1FBAF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20802" y="4480941"/>
                <a:ext cx="106200" cy="10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85221AAC-E33A-E15D-0923-1A5F10D90E86}"/>
              </a:ext>
            </a:extLst>
          </p:cNvPr>
          <p:cNvGrpSpPr/>
          <p:nvPr/>
        </p:nvGrpSpPr>
        <p:grpSpPr>
          <a:xfrm>
            <a:off x="7015362" y="1752861"/>
            <a:ext cx="3822480" cy="3038760"/>
            <a:chOff x="7015362" y="1752861"/>
            <a:chExt cx="3822480" cy="30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A94C11D-1100-0A48-0571-7E952870C5CB}"/>
                    </a:ext>
                  </a:extLst>
                </p14:cNvPr>
                <p14:cNvContentPartPr/>
                <p14:nvPr/>
              </p14:nvContentPartPr>
              <p14:xfrm>
                <a:off x="7015362" y="1752861"/>
                <a:ext cx="3822480" cy="2847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A94C11D-1100-0A48-0571-7E952870C5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97722" y="1734861"/>
                  <a:ext cx="3858120" cy="28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C1FC23-2F0E-BB25-03D3-CFD3D177AC1A}"/>
                    </a:ext>
                  </a:extLst>
                </p14:cNvPr>
                <p14:cNvContentPartPr/>
                <p14:nvPr/>
              </p14:nvContentPartPr>
              <p14:xfrm>
                <a:off x="8776842" y="4402461"/>
                <a:ext cx="57600" cy="68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C1FC23-2F0E-BB25-03D3-CFD3D177AC1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58842" y="4384821"/>
                  <a:ext cx="93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0327FA-AFA0-46FC-EEB1-B0FC628B4B72}"/>
                    </a:ext>
                  </a:extLst>
                </p14:cNvPr>
                <p14:cNvContentPartPr/>
                <p14:nvPr/>
              </p14:nvContentPartPr>
              <p14:xfrm>
                <a:off x="8804202" y="4279341"/>
                <a:ext cx="556200" cy="213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0327FA-AFA0-46FC-EEB1-B0FC628B4B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786562" y="4261701"/>
                  <a:ext cx="591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E38B83A-22D6-6024-FD79-8B68BADFAEDA}"/>
                    </a:ext>
                  </a:extLst>
                </p14:cNvPr>
                <p14:cNvContentPartPr/>
                <p14:nvPr/>
              </p14:nvContentPartPr>
              <p14:xfrm>
                <a:off x="9362922" y="4486341"/>
                <a:ext cx="3240" cy="3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E38B83A-22D6-6024-FD79-8B68BADFAE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45282" y="4468701"/>
                  <a:ext cx="38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DBA6E29-CEDF-0DAF-61C7-CC37DE100C7D}"/>
                    </a:ext>
                  </a:extLst>
                </p14:cNvPr>
                <p14:cNvContentPartPr/>
                <p14:nvPr/>
              </p14:nvContentPartPr>
              <p14:xfrm>
                <a:off x="8782962" y="4528101"/>
                <a:ext cx="655920" cy="263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DBA6E29-CEDF-0DAF-61C7-CC37DE100C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65322" y="4510461"/>
                  <a:ext cx="691560" cy="29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30614DD-6346-37A2-C197-2568CB91777A}"/>
                  </a:ext>
                </a:extLst>
              </p14:cNvPr>
              <p14:cNvContentPartPr/>
              <p14:nvPr/>
            </p14:nvContentPartPr>
            <p14:xfrm>
              <a:off x="7078977" y="1951221"/>
              <a:ext cx="177120" cy="241249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30614DD-6346-37A2-C197-2568CB91777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060977" y="1933217"/>
                <a:ext cx="212760" cy="276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579DEC2-CCD2-501D-57D4-DBBF2590C630}"/>
                  </a:ext>
                </a:extLst>
              </p14:cNvPr>
              <p14:cNvContentPartPr/>
              <p14:nvPr/>
            </p14:nvContentPartPr>
            <p14:xfrm>
              <a:off x="7407786" y="2095129"/>
              <a:ext cx="118080" cy="831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579DEC2-CCD2-501D-57D4-DBBF2590C63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89786" y="2077129"/>
                <a:ext cx="1537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A05D005-9C57-B61B-B8C5-6A8D148AEB4D}"/>
                  </a:ext>
                </a:extLst>
              </p14:cNvPr>
              <p14:cNvContentPartPr/>
              <p14:nvPr/>
            </p14:nvContentPartPr>
            <p14:xfrm>
              <a:off x="7712706" y="2101249"/>
              <a:ext cx="69840" cy="1090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A05D005-9C57-B61B-B8C5-6A8D148AEB4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694706" y="2083249"/>
                <a:ext cx="105480" cy="1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B432BF49-B1B4-82E3-315C-216B8079F6D2}"/>
              </a:ext>
            </a:extLst>
          </p:cNvPr>
          <p:cNvGrpSpPr/>
          <p:nvPr/>
        </p:nvGrpSpPr>
        <p:grpSpPr>
          <a:xfrm>
            <a:off x="7934466" y="1961481"/>
            <a:ext cx="225720" cy="225000"/>
            <a:chOff x="8152602" y="1991901"/>
            <a:chExt cx="22572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68A567-DA87-9F8F-185E-0EC3B2566EFF}"/>
                    </a:ext>
                  </a:extLst>
                </p14:cNvPr>
                <p14:cNvContentPartPr/>
                <p14:nvPr/>
              </p14:nvContentPartPr>
              <p14:xfrm>
                <a:off x="8235762" y="1991901"/>
                <a:ext cx="35640" cy="225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68A567-DA87-9F8F-185E-0EC3B2566E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18122" y="1973901"/>
                  <a:ext cx="712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97CBBA7-65C1-8CB2-29B5-229768124B5A}"/>
                    </a:ext>
                  </a:extLst>
                </p14:cNvPr>
                <p14:cNvContentPartPr/>
                <p14:nvPr/>
              </p14:nvContentPartPr>
              <p14:xfrm>
                <a:off x="8170962" y="2070381"/>
                <a:ext cx="207360" cy="86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97CBBA7-65C1-8CB2-29B5-229768124B5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53322" y="2052741"/>
                  <a:ext cx="2430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029FDE8-D687-C92B-A043-C99D3479743C}"/>
                    </a:ext>
                  </a:extLst>
                </p14:cNvPr>
                <p14:cNvContentPartPr/>
                <p14:nvPr/>
              </p14:nvContentPartPr>
              <p14:xfrm>
                <a:off x="8152602" y="2054901"/>
                <a:ext cx="177120" cy="152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029FDE8-D687-C92B-A043-C99D3479743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34962" y="2037261"/>
                  <a:ext cx="212760" cy="18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7950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24" grpId="0" animBg="1"/>
      <p:bldP spid="25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B7839-3456-C692-2CE7-C2843B4D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BB9D3B1B-5A94-0395-D802-2FC9E722340E}"/>
              </a:ext>
            </a:extLst>
          </p:cNvPr>
          <p:cNvSpPr txBox="1">
            <a:spLocks/>
          </p:cNvSpPr>
          <p:nvPr/>
        </p:nvSpPr>
        <p:spPr>
          <a:xfrm>
            <a:off x="309124" y="80707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 Composite Design Pattern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BE618-32C3-0C3C-82B3-FEAA7BD038C6}"/>
              </a:ext>
            </a:extLst>
          </p:cNvPr>
          <p:cNvSpPr txBox="1"/>
          <p:nvPr/>
        </p:nvSpPr>
        <p:spPr>
          <a:xfrm>
            <a:off x="309124" y="946299"/>
            <a:ext cx="1084217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b="1" dirty="0">
                <a:solidFill>
                  <a:schemeClr val="accent1"/>
                </a:solidFill>
              </a:rPr>
              <a:t>Composite class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holds and manages multiple components (which can be simple or complex), while a </a:t>
            </a:r>
            <a:r>
              <a:rPr lang="en-US" sz="2800" b="1" dirty="0">
                <a:solidFill>
                  <a:schemeClr val="accent1"/>
                </a:solidFill>
              </a:rPr>
              <a:t>Leaf class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represents a single, indivisible object. 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Both implement the same </a:t>
            </a:r>
            <a:r>
              <a:rPr lang="en-US" sz="2800" b="1" dirty="0">
                <a:solidFill>
                  <a:schemeClr val="accent1"/>
                </a:solidFill>
              </a:rPr>
              <a:t>Component interface</a:t>
            </a:r>
            <a:r>
              <a:rPr lang="en-US" sz="2800" dirty="0"/>
              <a:t>, which allows us to treat single objects and whole groups </a:t>
            </a:r>
            <a:r>
              <a:rPr lang="en-US" sz="2800" b="1" dirty="0">
                <a:solidFill>
                  <a:schemeClr val="accent1"/>
                </a:solidFill>
              </a:rPr>
              <a:t>uniformly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b="1" dirty="0">
                <a:solidFill>
                  <a:schemeClr val="accent1"/>
                </a:solidFill>
              </a:rPr>
              <a:t>Composite object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can include other </a:t>
            </a:r>
            <a:r>
              <a:rPr lang="en-US" sz="2800" b="1" dirty="0">
                <a:solidFill>
                  <a:schemeClr val="accent1"/>
                </a:solidFill>
              </a:rPr>
              <a:t>Composite objects</a:t>
            </a:r>
            <a:r>
              <a:rPr lang="en-US" sz="2800" dirty="0"/>
              <a:t>, forming a </a:t>
            </a:r>
            <a:r>
              <a:rPr lang="en-US" sz="2800" b="1" dirty="0">
                <a:solidFill>
                  <a:schemeClr val="accent1"/>
                </a:solidFill>
              </a:rPr>
              <a:t>recursive or tree-like structure</a:t>
            </a:r>
            <a:r>
              <a:rPr lang="en-US" sz="2800" dirty="0"/>
              <a:t>. This is called </a:t>
            </a:r>
            <a:r>
              <a:rPr lang="en-US" sz="2800" b="1" dirty="0">
                <a:solidFill>
                  <a:schemeClr val="accent1"/>
                </a:solidFill>
              </a:rPr>
              <a:t>Recursive Composition</a:t>
            </a:r>
            <a:r>
              <a:rPr lang="en-US" sz="2800" dirty="0"/>
              <a:t>, and it’s the core concept of the </a:t>
            </a:r>
            <a:r>
              <a:rPr lang="en-US" sz="2800" b="1" dirty="0">
                <a:solidFill>
                  <a:schemeClr val="accent1"/>
                </a:solidFill>
              </a:rPr>
              <a:t>Composite Design Pattern</a:t>
            </a:r>
            <a:r>
              <a:rPr lang="en-US" sz="2800" dirty="0"/>
              <a:t>, allowing us to build complex hierarchies (like company → branches → departments → employees) using a consistent and reusable structure.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7521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5974C-0915-E4CE-0CE3-26A339DF2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1CDC529-F9D2-3313-4539-70605EE9907C}"/>
              </a:ext>
            </a:extLst>
          </p:cNvPr>
          <p:cNvSpPr txBox="1">
            <a:spLocks/>
          </p:cNvSpPr>
          <p:nvPr/>
        </p:nvSpPr>
        <p:spPr>
          <a:xfrm>
            <a:off x="309124" y="80707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Proxy Design 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0C67A9-C98A-A325-A063-430AE159368C}"/>
              </a:ext>
            </a:extLst>
          </p:cNvPr>
          <p:cNvSpPr txBox="1"/>
          <p:nvPr/>
        </p:nvSpPr>
        <p:spPr>
          <a:xfrm>
            <a:off x="309124" y="733246"/>
            <a:ext cx="11309135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Sometimes in real life it’s </a:t>
            </a:r>
            <a:r>
              <a:rPr lang="en-US" sz="2800" b="1" dirty="0">
                <a:solidFill>
                  <a:schemeClr val="accent1"/>
                </a:solidFill>
              </a:rPr>
              <a:t>easier</a:t>
            </a:r>
            <a:r>
              <a:rPr lang="en-US" sz="2800" dirty="0"/>
              <a:t>, </a:t>
            </a:r>
            <a:r>
              <a:rPr lang="en-US" sz="2800" b="1" dirty="0">
                <a:solidFill>
                  <a:schemeClr val="accent1"/>
                </a:solidFill>
              </a:rPr>
              <a:t>safer</a:t>
            </a:r>
            <a:r>
              <a:rPr lang="en-US" sz="2800" dirty="0"/>
              <a:t>, or more convenient to use a </a:t>
            </a:r>
            <a:r>
              <a:rPr lang="en-US" sz="2800" i="1" dirty="0"/>
              <a:t>representative</a:t>
            </a:r>
            <a:r>
              <a:rPr lang="en-US" sz="2800" dirty="0"/>
              <a:t> instead of dealing with the real </a:t>
            </a:r>
            <a:r>
              <a:rPr lang="en-US" sz="2800" b="1" dirty="0">
                <a:solidFill>
                  <a:schemeClr val="accent1"/>
                </a:solidFill>
              </a:rPr>
              <a:t>thing directly</a:t>
            </a:r>
            <a:r>
              <a:rPr lang="en-US" sz="2800" dirty="0"/>
              <a:t>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 company might send a </a:t>
            </a:r>
            <a:r>
              <a:rPr lang="en-US" sz="2800" b="1" dirty="0">
                <a:solidFill>
                  <a:schemeClr val="accent1"/>
                </a:solidFill>
              </a:rPr>
              <a:t>spokesperson</a:t>
            </a:r>
            <a:r>
              <a:rPr lang="en-US" sz="2800" dirty="0"/>
              <a:t> to a conference instead of the CEO,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crash test dummies are used instead of real people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 each of these examples, </a:t>
            </a:r>
            <a:r>
              <a:rPr lang="en-US" sz="2800" b="1" dirty="0">
                <a:solidFill>
                  <a:schemeClr val="accent1"/>
                </a:solidFill>
              </a:rPr>
              <a:t>something</a:t>
            </a:r>
            <a:r>
              <a:rPr lang="en-US" sz="2800" dirty="0"/>
              <a:t> is standing in place of </a:t>
            </a:r>
            <a:r>
              <a:rPr lang="en-US" sz="2800" b="1" dirty="0">
                <a:solidFill>
                  <a:schemeClr val="accent1"/>
                </a:solidFill>
              </a:rPr>
              <a:t>something</a:t>
            </a:r>
            <a:r>
              <a:rPr lang="en-US" sz="2800" dirty="0"/>
              <a:t> </a:t>
            </a:r>
            <a:r>
              <a:rPr lang="en-US" sz="2800" b="1" dirty="0">
                <a:solidFill>
                  <a:schemeClr val="accent1"/>
                </a:solidFill>
              </a:rPr>
              <a:t>else</a:t>
            </a:r>
            <a:r>
              <a:rPr lang="en-US" sz="2800" dirty="0"/>
              <a:t> — this is exactly what a </a:t>
            </a:r>
            <a:r>
              <a:rPr lang="en-US" sz="2800" b="1" dirty="0">
                <a:solidFill>
                  <a:schemeClr val="accent1"/>
                </a:solidFill>
              </a:rPr>
              <a:t>Proxy</a:t>
            </a:r>
            <a:r>
              <a:rPr lang="en-US" sz="2800" dirty="0"/>
              <a:t> does in software design.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>
                <a:solidFill>
                  <a:schemeClr val="accent1"/>
                </a:solidFill>
              </a:rPr>
              <a:t>Proxy Design Pattern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means that instead of directly communicating with a “real” object (which might be heavy, sensitive, or remote), you talk to a </a:t>
            </a:r>
            <a:r>
              <a:rPr lang="en-US" sz="2800" b="1" dirty="0">
                <a:solidFill>
                  <a:schemeClr val="accent1"/>
                </a:solidFill>
              </a:rPr>
              <a:t>proxy</a:t>
            </a:r>
            <a:r>
              <a:rPr lang="en-US" sz="2800" dirty="0"/>
              <a:t> — a middle class that </a:t>
            </a:r>
            <a:r>
              <a:rPr lang="en-US" sz="2800" b="1" dirty="0">
                <a:solidFill>
                  <a:schemeClr val="accent1"/>
                </a:solidFill>
              </a:rPr>
              <a:t>represents or controls access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to that real object.</a:t>
            </a:r>
          </a:p>
        </p:txBody>
      </p:sp>
    </p:spTree>
    <p:extLst>
      <p:ext uri="{BB962C8B-B14F-4D97-AF65-F5344CB8AC3E}">
        <p14:creationId xmlns:p14="http://schemas.microsoft.com/office/powerpoint/2010/main" val="44112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B732F-996E-1D0C-4F97-A6A68AA2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6CA69A64-BD56-D357-D101-4484371509AA}"/>
              </a:ext>
            </a:extLst>
          </p:cNvPr>
          <p:cNvSpPr txBox="1">
            <a:spLocks/>
          </p:cNvSpPr>
          <p:nvPr/>
        </p:nvSpPr>
        <p:spPr>
          <a:xfrm>
            <a:off x="309124" y="80707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Proxy Design Pattern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06BBC-7298-51AA-45C8-FBE05F5AFB88}"/>
              </a:ext>
            </a:extLst>
          </p:cNvPr>
          <p:cNvSpPr txBox="1"/>
          <p:nvPr/>
        </p:nvSpPr>
        <p:spPr>
          <a:xfrm>
            <a:off x="259818" y="1053875"/>
            <a:ext cx="10842171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 software systems, we often face </a:t>
            </a:r>
            <a:r>
              <a:rPr lang="en-US" sz="2800" b="1" dirty="0">
                <a:solidFill>
                  <a:schemeClr val="accent1"/>
                </a:solidFill>
              </a:rPr>
              <a:t>similar situations </a:t>
            </a:r>
            <a:r>
              <a:rPr lang="en-US" sz="2800" dirty="0"/>
              <a:t>where </a:t>
            </a:r>
            <a:r>
              <a:rPr lang="en-US" sz="2800" b="1" dirty="0">
                <a:solidFill>
                  <a:schemeClr val="accent1"/>
                </a:solidFill>
              </a:rPr>
              <a:t>directly accessing an object </a:t>
            </a:r>
            <a:r>
              <a:rPr lang="en-US" sz="2800" dirty="0"/>
              <a:t>is not ideal because it might be </a:t>
            </a:r>
            <a:r>
              <a:rPr lang="en-US" sz="2800" b="1" dirty="0">
                <a:solidFill>
                  <a:srgbClr val="C00000"/>
                </a:solidFill>
              </a:rPr>
              <a:t>heavy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sensitive</a:t>
            </a:r>
            <a:r>
              <a:rPr lang="en-US" sz="2800" dirty="0"/>
              <a:t>, or </a:t>
            </a:r>
            <a:r>
              <a:rPr lang="en-US" sz="2800" b="1" dirty="0">
                <a:solidFill>
                  <a:srgbClr val="C00000"/>
                </a:solidFill>
              </a:rPr>
              <a:t>remote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b="1" dirty="0">
                <a:solidFill>
                  <a:schemeClr val="accent1"/>
                </a:solidFill>
              </a:rPr>
              <a:t>Proxy Design Pattern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introduces a </a:t>
            </a:r>
            <a:r>
              <a:rPr lang="en-US" sz="2800" i="1" dirty="0"/>
              <a:t>proxy class</a:t>
            </a:r>
            <a:r>
              <a:rPr lang="en-US" sz="2800" dirty="0"/>
              <a:t> that represents the </a:t>
            </a:r>
            <a:r>
              <a:rPr lang="en-US" sz="2800" i="1" dirty="0"/>
              <a:t>real </a:t>
            </a:r>
            <a:r>
              <a:rPr lang="en-US" sz="2800" b="1" i="1" dirty="0">
                <a:solidFill>
                  <a:schemeClr val="accent1"/>
                </a:solidFill>
              </a:rPr>
              <a:t>subject class</a:t>
            </a:r>
            <a:r>
              <a:rPr lang="en-US" sz="2800" dirty="0"/>
              <a:t>. The proxy acts as </a:t>
            </a:r>
            <a:r>
              <a:rPr lang="en-US" sz="2800" b="1" dirty="0">
                <a:solidFill>
                  <a:schemeClr val="accent1"/>
                </a:solidFill>
              </a:rPr>
              <a:t>a lightweight version that </a:t>
            </a:r>
            <a:r>
              <a:rPr lang="en-US" sz="2800" dirty="0"/>
              <a:t>can perform some tasks itself and delegate other tasks to the real object when necessary.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use proxies when: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 dirty="0"/>
              <a:t>Creating the real object </a:t>
            </a:r>
            <a:r>
              <a:rPr lang="en-US" sz="1600" b="1" dirty="0">
                <a:solidFill>
                  <a:schemeClr val="accent1"/>
                </a:solidFill>
              </a:rPr>
              <a:t>consumes</a:t>
            </a:r>
            <a:r>
              <a:rPr lang="en-US" sz="1600" dirty="0"/>
              <a:t> a lot of </a:t>
            </a:r>
            <a:r>
              <a:rPr lang="en-US" sz="1600" b="1" dirty="0">
                <a:solidFill>
                  <a:schemeClr val="accent1"/>
                </a:solidFill>
              </a:rPr>
              <a:t>resources</a:t>
            </a:r>
            <a:r>
              <a:rPr lang="en-US" sz="1600" dirty="0"/>
              <a:t> (like loading large images).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 dirty="0"/>
              <a:t>We need to </a:t>
            </a:r>
            <a:r>
              <a:rPr lang="en-US" sz="1600" b="1" dirty="0">
                <a:solidFill>
                  <a:schemeClr val="accent1"/>
                </a:solidFill>
              </a:rPr>
              <a:t>control</a:t>
            </a:r>
            <a:r>
              <a:rPr lang="en-US" sz="1600" dirty="0"/>
              <a:t> or </a:t>
            </a:r>
            <a:r>
              <a:rPr lang="en-US" sz="1600" b="1" dirty="0">
                <a:solidFill>
                  <a:schemeClr val="accent1"/>
                </a:solidFill>
              </a:rPr>
              <a:t>restrict</a:t>
            </a:r>
            <a:r>
              <a:rPr lang="en-US" sz="1600" dirty="0"/>
              <a:t> who can access the real object (like checking user permissions).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 dirty="0"/>
              <a:t>The real </a:t>
            </a:r>
            <a:r>
              <a:rPr lang="en-US" sz="1600" b="1" dirty="0">
                <a:solidFill>
                  <a:schemeClr val="accent1"/>
                </a:solidFill>
              </a:rPr>
              <a:t>object is located remotely </a:t>
            </a:r>
            <a:r>
              <a:rPr lang="en-US" sz="1600" dirty="0"/>
              <a:t>(like communicating with Google servers through a browser).</a:t>
            </a:r>
            <a:br>
              <a:rPr lang="en-US" sz="1600" dirty="0"/>
            </a:br>
            <a:r>
              <a:rPr lang="en-US" sz="1600" dirty="0"/>
              <a:t>In all these cases, the proxy ensures efficiency, security, and convenience.</a:t>
            </a:r>
          </a:p>
        </p:txBody>
      </p:sp>
    </p:spTree>
    <p:extLst>
      <p:ext uri="{BB962C8B-B14F-4D97-AF65-F5344CB8AC3E}">
        <p14:creationId xmlns:p14="http://schemas.microsoft.com/office/powerpoint/2010/main" val="276689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16C22-F928-EEE3-30A3-F591EF384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E49C9C79-319E-CDE7-3DC4-B508E9658833}"/>
              </a:ext>
            </a:extLst>
          </p:cNvPr>
          <p:cNvSpPr txBox="1">
            <a:spLocks/>
          </p:cNvSpPr>
          <p:nvPr/>
        </p:nvSpPr>
        <p:spPr>
          <a:xfrm>
            <a:off x="309124" y="80707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Proxy Design Pattern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21A28-8370-271E-7BFE-5B319C596C00}"/>
              </a:ext>
            </a:extLst>
          </p:cNvPr>
          <p:cNvSpPr txBox="1"/>
          <p:nvPr/>
        </p:nvSpPr>
        <p:spPr>
          <a:xfrm>
            <a:off x="308966" y="986640"/>
            <a:ext cx="10842171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proxy class </a:t>
            </a:r>
            <a:r>
              <a:rPr lang="en-US" sz="2800" b="1" i="1" dirty="0">
                <a:solidFill>
                  <a:schemeClr val="accent1"/>
                </a:solidFill>
              </a:rPr>
              <a:t>wraps</a:t>
            </a:r>
            <a:r>
              <a:rPr lang="en-US" sz="2800" dirty="0"/>
              <a:t> the </a:t>
            </a:r>
            <a:r>
              <a:rPr lang="en-US" sz="2800" b="1" dirty="0">
                <a:solidFill>
                  <a:schemeClr val="accent1"/>
                </a:solidFill>
              </a:rPr>
              <a:t>real object</a:t>
            </a:r>
            <a:r>
              <a:rPr lang="en-US" sz="2800" dirty="0"/>
              <a:t>. It hides a reference to the real subject and controls </a:t>
            </a:r>
            <a:r>
              <a:rPr lang="en-US" sz="2800" b="1" dirty="0">
                <a:solidFill>
                  <a:schemeClr val="accent1"/>
                </a:solidFill>
              </a:rPr>
              <a:t>how and when </a:t>
            </a:r>
            <a:r>
              <a:rPr lang="en-US" sz="2800" dirty="0"/>
              <a:t>it is accessed.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Both the </a:t>
            </a:r>
            <a:r>
              <a:rPr lang="en-US" sz="2800" b="1" dirty="0">
                <a:solidFill>
                  <a:schemeClr val="accent1"/>
                </a:solidFill>
              </a:rPr>
              <a:t>proxy and the real subject </a:t>
            </a:r>
            <a:r>
              <a:rPr lang="en-US" sz="2800" dirty="0"/>
              <a:t>implement the same interface so that the client can </a:t>
            </a:r>
            <a:r>
              <a:rPr lang="en-US" sz="2800" b="1" dirty="0">
                <a:solidFill>
                  <a:schemeClr val="accent1"/>
                </a:solidFill>
              </a:rPr>
              <a:t>use them interchangeably</a:t>
            </a:r>
            <a:r>
              <a:rPr lang="en-US" sz="2800" dirty="0"/>
              <a:t>.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proxy can decide to handle </a:t>
            </a:r>
            <a:r>
              <a:rPr lang="en-US" sz="2800" b="1" dirty="0">
                <a:solidFill>
                  <a:schemeClr val="accent1"/>
                </a:solidFill>
              </a:rPr>
              <a:t>simple requests </a:t>
            </a:r>
            <a:r>
              <a:rPr lang="en-US" sz="2800" dirty="0"/>
              <a:t>itself or forward complex ones to the real object.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In the Proxy Pattern, there are three key components: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Subject Interface</a:t>
            </a:r>
            <a:r>
              <a:rPr lang="en-US" sz="1600" b="1" dirty="0"/>
              <a:t>:</a:t>
            </a:r>
            <a:r>
              <a:rPr lang="en-US" sz="1600" dirty="0"/>
              <a:t> Defines common methods for both proxy and real subject.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Real Subject</a:t>
            </a:r>
            <a:r>
              <a:rPr lang="en-US" sz="1600" b="1" dirty="0"/>
              <a:t>:</a:t>
            </a:r>
            <a:r>
              <a:rPr lang="en-US" sz="1600" dirty="0"/>
              <a:t> The actual object that performs the main work.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Proxy</a:t>
            </a:r>
            <a:r>
              <a:rPr lang="en-US" sz="1600" b="1" dirty="0"/>
              <a:t>:</a:t>
            </a:r>
            <a:r>
              <a:rPr lang="en-US" sz="1600" dirty="0"/>
              <a:t> The representative that controls access and decides how to delegate tasks to the real subject.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5079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7EE5F-8558-3DD0-9E06-1DE1666A4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E0B7696A-0FDE-23DB-5DFF-D04CF04E7D48}"/>
              </a:ext>
            </a:extLst>
          </p:cNvPr>
          <p:cNvSpPr txBox="1">
            <a:spLocks/>
          </p:cNvSpPr>
          <p:nvPr/>
        </p:nvSpPr>
        <p:spPr>
          <a:xfrm>
            <a:off x="309124" y="80707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Proxy Design Pattern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F659E-E647-C9D8-59CF-FF8DE6B9B6C9}"/>
              </a:ext>
            </a:extLst>
          </p:cNvPr>
          <p:cNvSpPr txBox="1"/>
          <p:nvPr/>
        </p:nvSpPr>
        <p:spPr>
          <a:xfrm>
            <a:off x="308966" y="986640"/>
            <a:ext cx="1084217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Imagine you run a global </a:t>
            </a:r>
            <a:r>
              <a:rPr lang="en-US" sz="2800" b="1" dirty="0">
                <a:solidFill>
                  <a:schemeClr val="accent1"/>
                </a:solidFill>
              </a:rPr>
              <a:t>online retail store</a:t>
            </a:r>
            <a:r>
              <a:rPr lang="en-US" sz="2800" dirty="0"/>
              <a:t>. When a customer places an order, you must decide </a:t>
            </a:r>
            <a:r>
              <a:rPr lang="en-US" sz="2800" i="1" dirty="0"/>
              <a:t>which </a:t>
            </a:r>
            <a:r>
              <a:rPr lang="en-US" sz="2800" b="1" i="1" dirty="0">
                <a:solidFill>
                  <a:schemeClr val="accent1"/>
                </a:solidFill>
              </a:rPr>
              <a:t>warehouse</a:t>
            </a:r>
            <a:r>
              <a:rPr lang="en-US" sz="2800" b="1" dirty="0">
                <a:solidFill>
                  <a:schemeClr val="accent1"/>
                </a:solidFill>
              </a:rPr>
              <a:t> should fulfill it.</a:t>
            </a:r>
            <a:br>
              <a:rPr lang="en-US" sz="2800" b="1" dirty="0">
                <a:solidFill>
                  <a:schemeClr val="accent1"/>
                </a:solidFill>
              </a:rPr>
            </a:br>
            <a:endParaRPr lang="en-US" sz="2800" b="1" dirty="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If you directly send all orders to warehouses </a:t>
            </a:r>
            <a:r>
              <a:rPr lang="en-US" sz="2800" b="1" dirty="0">
                <a:solidFill>
                  <a:srgbClr val="FF0000"/>
                </a:solidFill>
              </a:rPr>
              <a:t>without checking </a:t>
            </a:r>
            <a:r>
              <a:rPr lang="en-US" sz="2800" dirty="0"/>
              <a:t>stock, some warehouses might receive orders </a:t>
            </a:r>
            <a:r>
              <a:rPr lang="en-US" sz="2800" b="1" dirty="0">
                <a:solidFill>
                  <a:srgbClr val="FF0000"/>
                </a:solidFill>
              </a:rPr>
              <a:t>they can’t fulfill</a:t>
            </a:r>
            <a:r>
              <a:rPr lang="en-US" sz="2800" dirty="0"/>
              <a:t>.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>
                <a:solidFill>
                  <a:schemeClr val="accent1"/>
                </a:solidFill>
              </a:rPr>
              <a:t>Proxy</a:t>
            </a:r>
            <a:r>
              <a:rPr lang="en-US" sz="2800" dirty="0"/>
              <a:t> can </a:t>
            </a:r>
            <a:r>
              <a:rPr lang="en-US" sz="2800" b="1" dirty="0">
                <a:solidFill>
                  <a:schemeClr val="accent1"/>
                </a:solidFill>
              </a:rPr>
              <a:t>act as a gatekeeper </a:t>
            </a:r>
            <a:r>
              <a:rPr lang="en-US" sz="2800" dirty="0"/>
              <a:t>— it checks inventory first and only sends valid orders to warehouses that have the required stock.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1953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4D0F075-15D0-8EC2-2EDF-EDD3101F1C8C}"/>
              </a:ext>
            </a:extLst>
          </p:cNvPr>
          <p:cNvSpPr txBox="1">
            <a:spLocks/>
          </p:cNvSpPr>
          <p:nvPr/>
        </p:nvSpPr>
        <p:spPr>
          <a:xfrm>
            <a:off x="309124" y="80707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UML Example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189EB5-AE11-779B-ABB4-2951B14F4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496150"/>
              </p:ext>
            </p:extLst>
          </p:nvPr>
        </p:nvGraphicFramePr>
        <p:xfrm>
          <a:off x="1237400" y="4746606"/>
          <a:ext cx="290307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OrderFulfilment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Wharehouses</a:t>
                      </a:r>
                      <a:r>
                        <a:rPr lang="en-US" dirty="0"/>
                        <a:t>: List&lt;</a:t>
                      </a:r>
                      <a:r>
                        <a:rPr lang="en-US" dirty="0" err="1"/>
                        <a:t>wharehouse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42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Fulfilorder</a:t>
                      </a:r>
                      <a:r>
                        <a:rPr lang="en-US" dirty="0"/>
                        <a:t>(Order): 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4A5D93-44AD-DB5C-6398-3226CAA72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569638"/>
              </p:ext>
            </p:extLst>
          </p:nvPr>
        </p:nvGraphicFramePr>
        <p:xfrm>
          <a:off x="1237400" y="1300903"/>
          <a:ext cx="290307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Client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42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A61EAAA-3F46-719A-DA54-0F8398D87E2B}"/>
              </a:ext>
            </a:extLst>
          </p:cNvPr>
          <p:cNvCxnSpPr/>
          <p:nvPr/>
        </p:nvCxnSpPr>
        <p:spPr>
          <a:xfrm>
            <a:off x="4140471" y="1849543"/>
            <a:ext cx="3105456" cy="0"/>
          </a:xfrm>
          <a:prstGeom prst="straightConnector1">
            <a:avLst/>
          </a:prstGeom>
          <a:ln w="1047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5B9BEF-E2AA-0622-17C2-8B54DA0C7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21054"/>
              </p:ext>
            </p:extLst>
          </p:nvPr>
        </p:nvGraphicFramePr>
        <p:xfrm>
          <a:off x="7245927" y="1300903"/>
          <a:ext cx="290307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&lt;&lt;interface&gt;&gt;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                 </a:t>
                      </a:r>
                      <a:r>
                        <a:rPr lang="en-US" dirty="0" err="1"/>
                        <a:t>IOrder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42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FulfilOrder</a:t>
                      </a:r>
                      <a:r>
                        <a:rPr lang="en-US" dirty="0"/>
                        <a:t>(Order): 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5447E4-D9D5-9602-D17A-EF54FD4AE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902375"/>
              </p:ext>
            </p:extLst>
          </p:nvPr>
        </p:nvGraphicFramePr>
        <p:xfrm>
          <a:off x="6599995" y="4746606"/>
          <a:ext cx="290307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Warehouse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-Stock: int</a:t>
                      </a:r>
                    </a:p>
                    <a:p>
                      <a:r>
                        <a:rPr lang="en-US" dirty="0"/>
                        <a:t>-Address: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42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Fulfilorder</a:t>
                      </a:r>
                      <a:r>
                        <a:rPr lang="en-US" dirty="0"/>
                        <a:t>(Order): void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CurrentInventory</a:t>
                      </a:r>
                      <a:r>
                        <a:rPr lang="en-US" dirty="0"/>
                        <a:t>(item):int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EBEB51-1A16-767E-7D90-FAB9476D022E}"/>
              </a:ext>
            </a:extLst>
          </p:cNvPr>
          <p:cNvCxnSpPr/>
          <p:nvPr/>
        </p:nvCxnSpPr>
        <p:spPr>
          <a:xfrm flipV="1">
            <a:off x="2688935" y="3844636"/>
            <a:ext cx="0" cy="901970"/>
          </a:xfrm>
          <a:prstGeom prst="line">
            <a:avLst/>
          </a:prstGeom>
          <a:ln w="508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F553AE-70EE-0E9E-E75D-9B593D1D4588}"/>
              </a:ext>
            </a:extLst>
          </p:cNvPr>
          <p:cNvCxnSpPr/>
          <p:nvPr/>
        </p:nvCxnSpPr>
        <p:spPr>
          <a:xfrm flipV="1">
            <a:off x="8051530" y="3969327"/>
            <a:ext cx="0" cy="901970"/>
          </a:xfrm>
          <a:prstGeom prst="line">
            <a:avLst/>
          </a:prstGeom>
          <a:ln w="508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227740C-998D-EE20-E20F-E2859E196005}"/>
              </a:ext>
            </a:extLst>
          </p:cNvPr>
          <p:cNvCxnSpPr>
            <a:cxnSpLocks/>
          </p:cNvCxnSpPr>
          <p:nvPr/>
        </p:nvCxnSpPr>
        <p:spPr>
          <a:xfrm>
            <a:off x="2688934" y="3861262"/>
            <a:ext cx="5362596" cy="0"/>
          </a:xfrm>
          <a:prstGeom prst="line">
            <a:avLst/>
          </a:prstGeom>
          <a:ln w="508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739F16-F9DD-AF4E-E26C-D932F58586DD}"/>
              </a:ext>
            </a:extLst>
          </p:cNvPr>
          <p:cNvCxnSpPr>
            <a:cxnSpLocks/>
          </p:cNvCxnSpPr>
          <p:nvPr/>
        </p:nvCxnSpPr>
        <p:spPr>
          <a:xfrm flipV="1">
            <a:off x="5337191" y="3532909"/>
            <a:ext cx="0" cy="311727"/>
          </a:xfrm>
          <a:prstGeom prst="line">
            <a:avLst/>
          </a:prstGeom>
          <a:ln w="508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096592-2EF2-9DDD-889D-A2CA3BD93987}"/>
              </a:ext>
            </a:extLst>
          </p:cNvPr>
          <p:cNvCxnSpPr>
            <a:cxnSpLocks/>
          </p:cNvCxnSpPr>
          <p:nvPr/>
        </p:nvCxnSpPr>
        <p:spPr>
          <a:xfrm>
            <a:off x="5337191" y="3526950"/>
            <a:ext cx="3536645" cy="0"/>
          </a:xfrm>
          <a:prstGeom prst="line">
            <a:avLst/>
          </a:prstGeom>
          <a:ln w="508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80CBD67-ACEB-40D8-01BC-4D69CCEEE939}"/>
              </a:ext>
            </a:extLst>
          </p:cNvPr>
          <p:cNvCxnSpPr/>
          <p:nvPr/>
        </p:nvCxnSpPr>
        <p:spPr>
          <a:xfrm flipV="1">
            <a:off x="8873836" y="2672503"/>
            <a:ext cx="0" cy="854447"/>
          </a:xfrm>
          <a:prstGeom prst="straightConnector1">
            <a:avLst/>
          </a:prstGeom>
          <a:ln w="508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A6566CE-63AB-CFE3-1E7B-A2C3998AB270}"/>
              </a:ext>
            </a:extLst>
          </p:cNvPr>
          <p:cNvSpPr txBox="1"/>
          <p:nvPr/>
        </p:nvSpPr>
        <p:spPr>
          <a:xfrm>
            <a:off x="4946074" y="1407167"/>
            <a:ext cx="1566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/>
              <a:t>Send Request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F633EF-65CA-17F1-9C3D-BFFE1D940A00}"/>
              </a:ext>
            </a:extLst>
          </p:cNvPr>
          <p:cNvSpPr txBox="1"/>
          <p:nvPr/>
        </p:nvSpPr>
        <p:spPr>
          <a:xfrm>
            <a:off x="581451" y="3784661"/>
            <a:ext cx="1439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/>
              <a:t>Proxy Object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F7BA03-7439-4575-7E51-869A677AD9E7}"/>
              </a:ext>
            </a:extLst>
          </p:cNvPr>
          <p:cNvSpPr txBox="1"/>
          <p:nvPr/>
        </p:nvSpPr>
        <p:spPr>
          <a:xfrm>
            <a:off x="8697462" y="4189341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/>
              <a:t>Real Object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148AE24-BE03-495E-1007-BCDF24E14DB6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140471" y="5534852"/>
            <a:ext cx="2459524" cy="34714"/>
          </a:xfrm>
          <a:prstGeom prst="straightConnector1">
            <a:avLst/>
          </a:prstGeom>
          <a:ln w="1047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4A33FB-1E50-F52D-DAD3-93EB68B1CDEB}"/>
              </a:ext>
            </a:extLst>
          </p:cNvPr>
          <p:cNvSpPr txBox="1"/>
          <p:nvPr/>
        </p:nvSpPr>
        <p:spPr>
          <a:xfrm>
            <a:off x="4529289" y="5137850"/>
            <a:ext cx="143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/>
              <a:t>Delegates to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7825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9" grpId="0"/>
      <p:bldP spid="30" grpId="0"/>
      <p:bldP spid="31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itting at a desk working on a computer&#10;&#10;AI-generated content may be incorrect.">
            <a:extLst>
              <a:ext uri="{FF2B5EF4-FFF2-40B4-BE49-F238E27FC236}">
                <a16:creationId xmlns:a16="http://schemas.microsoft.com/office/drawing/2014/main" id="{38650988-7D5F-9D45-AEBD-E122E8028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072" y="0"/>
            <a:ext cx="6567055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27227B-8516-16DB-4AAF-41598E06FE86}"/>
              </a:ext>
            </a:extLst>
          </p:cNvPr>
          <p:cNvSpPr txBox="1"/>
          <p:nvPr/>
        </p:nvSpPr>
        <p:spPr>
          <a:xfrm>
            <a:off x="322119" y="117693"/>
            <a:ext cx="436071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Once upon a time, a developer created a </a:t>
            </a:r>
            <a:r>
              <a:rPr lang="en-GB" sz="2400" b="1" dirty="0">
                <a:solidFill>
                  <a:schemeClr val="accent1"/>
                </a:solidFill>
              </a:rPr>
              <a:t>basic web page</a:t>
            </a:r>
            <a:r>
              <a:rPr lang="en-GB" sz="2400" dirty="0"/>
              <a:t>.</a:t>
            </a:r>
            <a:br>
              <a:rPr lang="en-GB" sz="2400" dirty="0"/>
            </a:br>
            <a:r>
              <a:rPr lang="en-GB" sz="2400" dirty="0"/>
              <a:t>It could display content using </a:t>
            </a:r>
            <a:r>
              <a:rPr lang="en-GB" sz="2400" b="1" dirty="0">
                <a:solidFill>
                  <a:schemeClr val="accent1"/>
                </a:solidFill>
              </a:rPr>
              <a:t>HTML</a:t>
            </a:r>
            <a:r>
              <a:rPr lang="en-GB" sz="2400" dirty="0"/>
              <a:t>, </a:t>
            </a:r>
            <a:r>
              <a:rPr lang="en-GB" sz="2400" b="1" dirty="0">
                <a:solidFill>
                  <a:schemeClr val="accent1"/>
                </a:solidFill>
              </a:rPr>
              <a:t>CSS</a:t>
            </a:r>
            <a:r>
              <a:rPr lang="en-GB" sz="2400" dirty="0"/>
              <a:t>, and a bit of </a:t>
            </a:r>
            <a:r>
              <a:rPr lang="en-GB" sz="2400" b="1" dirty="0">
                <a:solidFill>
                  <a:schemeClr val="accent1"/>
                </a:solidFill>
              </a:rPr>
              <a:t>JavaScript</a:t>
            </a:r>
            <a:r>
              <a:rPr lang="en-GB" sz="2400" dirty="0"/>
              <a:t>.</a:t>
            </a:r>
          </a:p>
          <a:p>
            <a:pPr>
              <a:buNone/>
            </a:pPr>
            <a:r>
              <a:rPr lang="en-GB" sz="2400" dirty="0"/>
              <a:t>Everything was perfect — until one day, the client came with new requests:</a:t>
            </a:r>
          </a:p>
          <a:p>
            <a:pPr>
              <a:buNone/>
            </a:pPr>
            <a:r>
              <a:rPr lang="en-GB" sz="2400" dirty="0"/>
              <a:t>“</a:t>
            </a:r>
            <a:r>
              <a:rPr lang="en-GB" sz="2400" b="1" dirty="0">
                <a:solidFill>
                  <a:srgbClr val="C00000"/>
                </a:solidFill>
              </a:rPr>
              <a:t>Can you make the page secure? Add authentication!”</a:t>
            </a:r>
            <a:br>
              <a:rPr lang="en-GB" sz="2400" dirty="0"/>
            </a:br>
            <a:r>
              <a:rPr lang="en-GB" sz="2400" dirty="0"/>
              <a:t>“</a:t>
            </a:r>
            <a:r>
              <a:rPr lang="en-GB" sz="2400" b="1" dirty="0">
                <a:solidFill>
                  <a:srgbClr val="C00000"/>
                </a:solidFill>
              </a:rPr>
              <a:t>Also, only certain users should see special sections — add authorization!”</a:t>
            </a:r>
            <a:br>
              <a:rPr lang="en-GB" sz="2400" dirty="0"/>
            </a:br>
            <a:r>
              <a:rPr lang="en-GB" sz="2400" b="1" dirty="0">
                <a:solidFill>
                  <a:srgbClr val="C00000"/>
                </a:solidFill>
              </a:rPr>
              <a:t>“And by the way, make it faster — add caching!”</a:t>
            </a:r>
          </a:p>
          <a:p>
            <a:pPr>
              <a:buNone/>
            </a:pPr>
            <a:r>
              <a:rPr lang="en-GB" sz="2400" dirty="0"/>
              <a:t>The developer </a:t>
            </a:r>
            <a:r>
              <a:rPr lang="en-GB" sz="2400" b="1" dirty="0">
                <a:solidFill>
                  <a:schemeClr val="accent1"/>
                </a:solidFill>
              </a:rPr>
              <a:t>smiled</a:t>
            </a:r>
            <a:r>
              <a:rPr lang="en-GB" sz="2400" dirty="0"/>
              <a:t>. “Sure, I’ll just use </a:t>
            </a:r>
            <a:r>
              <a:rPr lang="en-GB" sz="2400" b="1" dirty="0">
                <a:solidFill>
                  <a:schemeClr val="accent1"/>
                </a:solidFill>
              </a:rPr>
              <a:t>inheritance</a:t>
            </a:r>
            <a:r>
              <a:rPr lang="en-GB" sz="2400" dirty="0"/>
              <a:t> like always.</a:t>
            </a:r>
          </a:p>
        </p:txBody>
      </p:sp>
    </p:spTree>
    <p:extLst>
      <p:ext uri="{BB962C8B-B14F-4D97-AF65-F5344CB8AC3E}">
        <p14:creationId xmlns:p14="http://schemas.microsoft.com/office/powerpoint/2010/main" val="231562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D0D933-E93C-342B-ADB4-CE782C88C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417126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34D2C0-CBA0-3D1E-F6E4-AA5A1D30109E}"/>
              </a:ext>
            </a:extLst>
          </p:cNvPr>
          <p:cNvSpPr/>
          <p:nvPr/>
        </p:nvSpPr>
        <p:spPr>
          <a:xfrm>
            <a:off x="2402958" y="2551812"/>
            <a:ext cx="1467293" cy="4678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Webpage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E3BE5D-8D91-73E9-97E4-77CE387B95D5}"/>
              </a:ext>
            </a:extLst>
          </p:cNvPr>
          <p:cNvSpPr/>
          <p:nvPr/>
        </p:nvSpPr>
        <p:spPr>
          <a:xfrm>
            <a:off x="728492" y="4277833"/>
            <a:ext cx="1467293" cy="4678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S_Webpage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BB928B6-41A8-7FF9-07B2-CE934E8D889F}"/>
              </a:ext>
            </a:extLst>
          </p:cNvPr>
          <p:cNvSpPr/>
          <p:nvPr/>
        </p:nvSpPr>
        <p:spPr>
          <a:xfrm>
            <a:off x="2678599" y="4306188"/>
            <a:ext cx="1467293" cy="4678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A_Webpage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D4B3AC2-168B-55B2-BB04-B5097042E194}"/>
              </a:ext>
            </a:extLst>
          </p:cNvPr>
          <p:cNvSpPr/>
          <p:nvPr/>
        </p:nvSpPr>
        <p:spPr>
          <a:xfrm>
            <a:off x="4510138" y="4277833"/>
            <a:ext cx="1467293" cy="4678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C_Webpage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BD9B42-7826-A721-D538-F00D76FFD3F7}"/>
              </a:ext>
            </a:extLst>
          </p:cNvPr>
          <p:cNvSpPr/>
          <p:nvPr/>
        </p:nvSpPr>
        <p:spPr>
          <a:xfrm>
            <a:off x="177209" y="1134139"/>
            <a:ext cx="1989093" cy="4678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A_S_Webpage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074279-79A8-7F67-D79C-C6DDA00FD3D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462139" y="3033822"/>
            <a:ext cx="1472447" cy="1244011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B5A751C-50C7-D6F3-B10A-2CE14C13B325}"/>
              </a:ext>
            </a:extLst>
          </p:cNvPr>
          <p:cNvCxnSpPr>
            <a:cxnSpLocks/>
          </p:cNvCxnSpPr>
          <p:nvPr/>
        </p:nvCxnSpPr>
        <p:spPr>
          <a:xfrm flipH="1" flipV="1">
            <a:off x="3053155" y="3019645"/>
            <a:ext cx="415798" cy="1244011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49CC10-F616-D550-660D-8C54E67CA494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3584783" y="3019644"/>
            <a:ext cx="1659002" cy="1258189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56E484-E415-DFC1-62DF-B42BBA1745D2}"/>
              </a:ext>
            </a:extLst>
          </p:cNvPr>
          <p:cNvCxnSpPr>
            <a:cxnSpLocks/>
          </p:cNvCxnSpPr>
          <p:nvPr/>
        </p:nvCxnSpPr>
        <p:spPr>
          <a:xfrm>
            <a:off x="1097893" y="1630327"/>
            <a:ext cx="1305065" cy="921485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495F335-EC4E-0FA8-1007-9C3EA78278C4}"/>
              </a:ext>
            </a:extLst>
          </p:cNvPr>
          <p:cNvSpPr/>
          <p:nvPr/>
        </p:nvSpPr>
        <p:spPr>
          <a:xfrm>
            <a:off x="2704778" y="1134139"/>
            <a:ext cx="1989093" cy="4678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A_C_Webpage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F41908-26A8-579B-4102-E6196A458EB9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3136605" y="1469064"/>
            <a:ext cx="252201" cy="1082748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3C642DC-CE4B-CA16-C219-D704FB096A0D}"/>
              </a:ext>
            </a:extLst>
          </p:cNvPr>
          <p:cNvSpPr/>
          <p:nvPr/>
        </p:nvSpPr>
        <p:spPr>
          <a:xfrm>
            <a:off x="4047622" y="2076891"/>
            <a:ext cx="1989093" cy="4678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S_C_Webpage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8A3EC1-08E3-D95D-CAE2-E21E7E8FE385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3870251" y="2587256"/>
            <a:ext cx="482815" cy="198473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2CAEF2B-5822-A9F6-A03D-DBCA0E7DCE7A}"/>
              </a:ext>
            </a:extLst>
          </p:cNvPr>
          <p:cNvSpPr/>
          <p:nvPr/>
        </p:nvSpPr>
        <p:spPr>
          <a:xfrm>
            <a:off x="142494" y="2888512"/>
            <a:ext cx="1989093" cy="4678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A_S_C_Webpage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63B8B0B-2CDE-CBA2-1355-E21994B0AC74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2131587" y="2954076"/>
            <a:ext cx="358405" cy="168353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7C65040-3495-4877-43BE-F40D4BAC7879}"/>
              </a:ext>
            </a:extLst>
          </p:cNvPr>
          <p:cNvSpPr txBox="1"/>
          <p:nvPr/>
        </p:nvSpPr>
        <p:spPr>
          <a:xfrm>
            <a:off x="1341621" y="5577904"/>
            <a:ext cx="3779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Inheritance Explosion — Too Many Subclasses for Every Combination</a:t>
            </a:r>
            <a:endParaRPr lang="en-PK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24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21" grpId="0" animBg="1"/>
      <p:bldP spid="24" grpId="0" animBg="1"/>
      <p:bldP spid="28" grpId="0" animBg="1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67C590-45ED-92D3-A3A9-3C887BBBAF84}"/>
              </a:ext>
            </a:extLst>
          </p:cNvPr>
          <p:cNvSpPr txBox="1">
            <a:spLocks/>
          </p:cNvSpPr>
          <p:nvPr/>
        </p:nvSpPr>
        <p:spPr>
          <a:xfrm>
            <a:off x="309124" y="80707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Decorator Design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0BF22-283D-41AA-043B-EAB4DD74FF40}"/>
              </a:ext>
            </a:extLst>
          </p:cNvPr>
          <p:cNvSpPr txBox="1"/>
          <p:nvPr/>
        </p:nvSpPr>
        <p:spPr>
          <a:xfrm>
            <a:off x="309124" y="733246"/>
            <a:ext cx="1084217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Instead of creating multiple subclasses for every possible combination of </a:t>
            </a:r>
            <a:r>
              <a:rPr lang="en-GB" sz="2800" dirty="0" err="1"/>
              <a:t>behaviors</a:t>
            </a:r>
            <a:r>
              <a:rPr lang="en-GB" sz="2800" dirty="0"/>
              <a:t> (like authentication, authorization, caching, or logging), the </a:t>
            </a:r>
            <a:r>
              <a:rPr lang="en-GB" sz="2800" b="1" dirty="0">
                <a:solidFill>
                  <a:schemeClr val="accent1"/>
                </a:solidFill>
              </a:rPr>
              <a:t>Decorator Design Pattern allows us to dynamically attach these </a:t>
            </a:r>
            <a:r>
              <a:rPr lang="en-GB" sz="2800" b="1" dirty="0" err="1">
                <a:solidFill>
                  <a:schemeClr val="accent1"/>
                </a:solidFill>
              </a:rPr>
              <a:t>behaviors</a:t>
            </a:r>
            <a:r>
              <a:rPr lang="en-GB" sz="2800" b="1" dirty="0">
                <a:solidFill>
                  <a:schemeClr val="accent1"/>
                </a:solidFill>
              </a:rPr>
              <a:t> to a single base object at runtime</a:t>
            </a:r>
            <a:r>
              <a:rPr lang="en-GB" sz="2800" dirty="0">
                <a:solidFill>
                  <a:schemeClr val="accent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pattern uses </a:t>
            </a:r>
            <a:r>
              <a:rPr lang="en-GB" sz="2800" b="1" dirty="0">
                <a:solidFill>
                  <a:schemeClr val="accent1"/>
                </a:solidFill>
              </a:rPr>
              <a:t>composition</a:t>
            </a:r>
            <a:r>
              <a:rPr lang="en-GB" sz="2800" b="1" dirty="0"/>
              <a:t> </a:t>
            </a:r>
            <a:r>
              <a:rPr lang="en-GB" sz="2800" b="1" dirty="0">
                <a:solidFill>
                  <a:schemeClr val="accent1"/>
                </a:solidFill>
              </a:rPr>
              <a:t>(has-a relationship)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instead of inheritance to add new features, meaning </a:t>
            </a:r>
            <a:r>
              <a:rPr lang="en-GB" sz="2800" b="1" dirty="0">
                <a:solidFill>
                  <a:schemeClr val="accent1"/>
                </a:solidFill>
              </a:rPr>
              <a:t>we can wrap one object </a:t>
            </a:r>
            <a:r>
              <a:rPr lang="en-GB" sz="2800" dirty="0"/>
              <a:t>with another to incrementally add </a:t>
            </a:r>
            <a:r>
              <a:rPr lang="en-GB" sz="2800" b="1" dirty="0">
                <a:solidFill>
                  <a:schemeClr val="accent1"/>
                </a:solidFill>
              </a:rPr>
              <a:t>responsibilities</a:t>
            </a:r>
            <a:r>
              <a:rPr lang="en-GB" sz="2800" dirty="0"/>
              <a:t> without modifying </a:t>
            </a:r>
            <a:r>
              <a:rPr lang="en-GB" sz="2800" b="1" dirty="0">
                <a:solidFill>
                  <a:schemeClr val="accent1"/>
                </a:solidFill>
              </a:rPr>
              <a:t>existing code</a:t>
            </a:r>
            <a:r>
              <a:rPr lang="en-GB" sz="2800" dirty="0"/>
              <a:t>.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Each decorator </a:t>
            </a:r>
            <a:r>
              <a:rPr lang="en-GB" sz="2800" b="1" dirty="0">
                <a:solidFill>
                  <a:schemeClr val="accent1"/>
                </a:solidFill>
              </a:rPr>
              <a:t>adds its own functionality </a:t>
            </a:r>
            <a:r>
              <a:rPr lang="en-GB" sz="2800" dirty="0"/>
              <a:t>while keeping the original object unchanged, giving us the flexibility to mix and match features as needed rather than relying on a rigid class hierarchy.</a:t>
            </a:r>
          </a:p>
        </p:txBody>
      </p:sp>
    </p:spTree>
    <p:extLst>
      <p:ext uri="{BB962C8B-B14F-4D97-AF65-F5344CB8AC3E}">
        <p14:creationId xmlns:p14="http://schemas.microsoft.com/office/powerpoint/2010/main" val="38855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9DEC-730C-D4BD-DB1E-40882981F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5913D2-9359-1105-D5BF-00EA7340DCC8}"/>
              </a:ext>
            </a:extLst>
          </p:cNvPr>
          <p:cNvSpPr txBox="1">
            <a:spLocks/>
          </p:cNvSpPr>
          <p:nvPr/>
        </p:nvSpPr>
        <p:spPr>
          <a:xfrm>
            <a:off x="309124" y="80707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Decorator Design Pattern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8CEF6-7AE9-23A2-76F1-47E68A850996}"/>
              </a:ext>
            </a:extLst>
          </p:cNvPr>
          <p:cNvSpPr txBox="1"/>
          <p:nvPr/>
        </p:nvSpPr>
        <p:spPr>
          <a:xfrm>
            <a:off x="139260" y="406976"/>
            <a:ext cx="1084217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Because decorators share a </a:t>
            </a:r>
            <a:r>
              <a:rPr lang="en-GB" sz="2800" b="1" dirty="0">
                <a:solidFill>
                  <a:schemeClr val="accent1"/>
                </a:solidFill>
              </a:rPr>
              <a:t>common interface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with the base component, they can be </a:t>
            </a:r>
            <a:r>
              <a:rPr lang="en-GB" sz="2800" b="1" dirty="0">
                <a:solidFill>
                  <a:schemeClr val="accent1"/>
                </a:solidFill>
              </a:rPr>
              <a:t>stacked together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in any order, and the system still treats them uniformly — this makes </a:t>
            </a:r>
            <a:r>
              <a:rPr lang="en-GB" sz="2800" dirty="0" err="1"/>
              <a:t>behavior</a:t>
            </a:r>
            <a:r>
              <a:rPr lang="en-GB" sz="2800" dirty="0"/>
              <a:t> extension both </a:t>
            </a:r>
            <a:r>
              <a:rPr lang="en-GB" sz="2800" b="1" dirty="0">
                <a:solidFill>
                  <a:schemeClr val="accent1"/>
                </a:solidFill>
              </a:rPr>
              <a:t>modular and scalable</a:t>
            </a:r>
            <a:r>
              <a:rPr lang="en-GB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</a:t>
            </a:r>
            <a:r>
              <a:rPr lang="en-GB" sz="2800" b="1" dirty="0">
                <a:solidFill>
                  <a:schemeClr val="accent1"/>
                </a:solidFill>
              </a:rPr>
              <a:t>order of decoration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can be changed at runtime to alter how features are applied, something that is impossible with </a:t>
            </a:r>
            <a:r>
              <a:rPr lang="en-GB" sz="2800" b="1" dirty="0">
                <a:solidFill>
                  <a:srgbClr val="C00000"/>
                </a:solidFill>
              </a:rPr>
              <a:t>traditional inheritance where </a:t>
            </a:r>
            <a:r>
              <a:rPr lang="en-GB" sz="2800" b="1" dirty="0" err="1">
                <a:solidFill>
                  <a:srgbClr val="C00000"/>
                </a:solidFill>
              </a:rPr>
              <a:t>behaviors</a:t>
            </a:r>
            <a:r>
              <a:rPr lang="en-GB" sz="2800" b="1" dirty="0">
                <a:solidFill>
                  <a:srgbClr val="C00000"/>
                </a:solidFill>
              </a:rPr>
              <a:t> </a:t>
            </a:r>
            <a:r>
              <a:rPr lang="en-GB" sz="2800" dirty="0"/>
              <a:t>are fixed at compile time.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This approach </a:t>
            </a:r>
            <a:r>
              <a:rPr lang="en-GB" sz="2800" b="1" dirty="0">
                <a:solidFill>
                  <a:schemeClr val="accent1"/>
                </a:solidFill>
              </a:rPr>
              <a:t>reduces code duplication</a:t>
            </a:r>
            <a:r>
              <a:rPr lang="en-GB" sz="2800" dirty="0"/>
              <a:t>, </a:t>
            </a:r>
            <a:r>
              <a:rPr lang="en-GB" sz="2800" b="1" dirty="0">
                <a:solidFill>
                  <a:schemeClr val="accent1"/>
                </a:solidFill>
              </a:rPr>
              <a:t>avoids subclass explosion</a:t>
            </a:r>
            <a:r>
              <a:rPr lang="en-GB" sz="2800" dirty="0"/>
              <a:t>, and keeps the system </a:t>
            </a:r>
            <a:r>
              <a:rPr lang="en-GB" sz="2800" b="1" dirty="0">
                <a:solidFill>
                  <a:schemeClr val="accent1"/>
                </a:solidFill>
              </a:rPr>
              <a:t>open for extension but closed for modification</a:t>
            </a:r>
            <a:r>
              <a:rPr lang="en-GB" sz="2800" dirty="0"/>
              <a:t>, adhering to one of the most important object-oriented design principles.</a:t>
            </a:r>
          </a:p>
        </p:txBody>
      </p:sp>
    </p:spTree>
    <p:extLst>
      <p:ext uri="{BB962C8B-B14F-4D97-AF65-F5344CB8AC3E}">
        <p14:creationId xmlns:p14="http://schemas.microsoft.com/office/powerpoint/2010/main" val="233935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AE823-6AFA-997A-7684-2552D2E0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444807-D2BF-B6F8-E1BB-01DA3E4746A6}"/>
              </a:ext>
            </a:extLst>
          </p:cNvPr>
          <p:cNvSpPr txBox="1">
            <a:spLocks/>
          </p:cNvSpPr>
          <p:nvPr/>
        </p:nvSpPr>
        <p:spPr>
          <a:xfrm>
            <a:off x="309124" y="-101598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Decorator Design Pattern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70EC1-F2E5-2498-D9BF-511837664719}"/>
              </a:ext>
            </a:extLst>
          </p:cNvPr>
          <p:cNvSpPr txBox="1"/>
          <p:nvPr/>
        </p:nvSpPr>
        <p:spPr>
          <a:xfrm>
            <a:off x="-68091" y="42942"/>
            <a:ext cx="11256873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</a:t>
            </a:r>
            <a:r>
              <a:rPr lang="en-GB" sz="2800" b="1" dirty="0">
                <a:solidFill>
                  <a:schemeClr val="accent1"/>
                </a:solidFill>
              </a:rPr>
              <a:t>Decorator Design Pattern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is a structural pattern that </a:t>
            </a:r>
            <a:r>
              <a:rPr lang="en-GB" sz="2800" b="1" dirty="0">
                <a:solidFill>
                  <a:schemeClr val="accent1"/>
                </a:solidFill>
              </a:rPr>
              <a:t>allows you to dynamically add new responsibilities or </a:t>
            </a:r>
            <a:r>
              <a:rPr lang="en-GB" sz="2800" b="1" dirty="0" err="1">
                <a:solidFill>
                  <a:schemeClr val="accent1"/>
                </a:solidFill>
              </a:rPr>
              <a:t>behaviors</a:t>
            </a:r>
            <a:r>
              <a:rPr lang="en-GB" sz="2800" b="1" dirty="0">
                <a:solidFill>
                  <a:schemeClr val="accent1"/>
                </a:solidFill>
              </a:rPr>
              <a:t> to objects at runtime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by wrapping them inside special objects called decorators.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Each decorator </a:t>
            </a:r>
            <a:r>
              <a:rPr lang="en-GB" sz="2800" b="1" dirty="0">
                <a:solidFill>
                  <a:schemeClr val="accent1"/>
                </a:solidFill>
              </a:rPr>
              <a:t>implements the same interface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as the object it decorates, ensuring that both can be used interchangeably.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</a:t>
            </a:r>
            <a:r>
              <a:rPr lang="en-GB" sz="2800" b="1" dirty="0">
                <a:solidFill>
                  <a:schemeClr val="accent1"/>
                </a:solidFill>
              </a:rPr>
              <a:t>uses aggregation and delegation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to extend functionality — each decorator object maintains a reference to another component object and </a:t>
            </a:r>
            <a:r>
              <a:rPr lang="en-GB" sz="2800" b="1" dirty="0">
                <a:solidFill>
                  <a:schemeClr val="accent1"/>
                </a:solidFill>
              </a:rPr>
              <a:t>calls its methods before or after adding its own </a:t>
            </a:r>
            <a:r>
              <a:rPr lang="en-GB" sz="2800" b="1" dirty="0" err="1">
                <a:solidFill>
                  <a:schemeClr val="accent1"/>
                </a:solidFill>
              </a:rPr>
              <a:t>behavior</a:t>
            </a:r>
            <a:r>
              <a:rPr lang="en-GB" sz="2800" b="1" dirty="0">
                <a:solidFill>
                  <a:schemeClr val="accent1"/>
                </a:solidFill>
              </a:rPr>
              <a:t>.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In simple terms, the decorator pattern </a:t>
            </a:r>
            <a:r>
              <a:rPr lang="en-GB" sz="2800" b="1" dirty="0">
                <a:solidFill>
                  <a:schemeClr val="accent1"/>
                </a:solidFill>
              </a:rPr>
              <a:t>lets you build flexible and layered combinations of </a:t>
            </a:r>
            <a:r>
              <a:rPr lang="en-GB" sz="2800" b="1" dirty="0" err="1">
                <a:solidFill>
                  <a:schemeClr val="accent1"/>
                </a:solidFill>
              </a:rPr>
              <a:t>behavior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without altering existing classes, resulting in cleaner, more maintainable, and more adaptable software designs.</a:t>
            </a:r>
          </a:p>
        </p:txBody>
      </p:sp>
    </p:spTree>
    <p:extLst>
      <p:ext uri="{BB962C8B-B14F-4D97-AF65-F5344CB8AC3E}">
        <p14:creationId xmlns:p14="http://schemas.microsoft.com/office/powerpoint/2010/main" val="126490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4719CB-F2BF-6D46-D8D7-6BFC8036B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268258"/>
              </p:ext>
            </p:extLst>
          </p:nvPr>
        </p:nvGraphicFramePr>
        <p:xfrm>
          <a:off x="3133934" y="403437"/>
          <a:ext cx="290307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&lt;&lt;Webpage&gt;&gt;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display(): 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4281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2C8B2D-C2B0-92F8-536F-309910F19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211635"/>
              </p:ext>
            </p:extLst>
          </p:nvPr>
        </p:nvGraphicFramePr>
        <p:xfrm>
          <a:off x="661667" y="3063240"/>
          <a:ext cx="290307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BasicWebpage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display(): 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4281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56D9C3-B5DF-803A-9C05-7FAA03318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502568"/>
              </p:ext>
            </p:extLst>
          </p:nvPr>
        </p:nvGraphicFramePr>
        <p:xfrm>
          <a:off x="5860200" y="3063240"/>
          <a:ext cx="290307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WebpageDecorator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-page : Webpage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42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+display(): void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4680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7221FC-9152-5B96-D65F-6D8DAD8CB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307882"/>
              </p:ext>
            </p:extLst>
          </p:nvPr>
        </p:nvGraphicFramePr>
        <p:xfrm>
          <a:off x="3108805" y="4991523"/>
          <a:ext cx="290307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Authentication_Decorator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+display(): void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46801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CAD38A-6FB1-79B6-45A3-3D10FD084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644526"/>
              </p:ext>
            </p:extLst>
          </p:nvPr>
        </p:nvGraphicFramePr>
        <p:xfrm>
          <a:off x="7311735" y="4991523"/>
          <a:ext cx="290307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Authorization_Decorator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+display(): void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468011"/>
                  </a:ext>
                </a:extLst>
              </a:tr>
            </a:tbl>
          </a:graphicData>
        </a:graphic>
      </p:graphicFrame>
      <p:sp>
        <p:nvSpPr>
          <p:cNvPr id="48" name="Triangle 47">
            <a:extLst>
              <a:ext uri="{FF2B5EF4-FFF2-40B4-BE49-F238E27FC236}">
                <a16:creationId xmlns:a16="http://schemas.microsoft.com/office/drawing/2014/main" id="{7A0F1404-6AF5-C590-5C4A-36A126D70960}"/>
              </a:ext>
            </a:extLst>
          </p:cNvPr>
          <p:cNvSpPr/>
          <p:nvPr/>
        </p:nvSpPr>
        <p:spPr>
          <a:xfrm>
            <a:off x="4555067" y="1134958"/>
            <a:ext cx="332565" cy="21971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9" name="Triangle 48">
            <a:extLst>
              <a:ext uri="{FF2B5EF4-FFF2-40B4-BE49-F238E27FC236}">
                <a16:creationId xmlns:a16="http://schemas.microsoft.com/office/drawing/2014/main" id="{460A3A3E-78AE-A832-38DD-BFAAFDB58C07}"/>
              </a:ext>
            </a:extLst>
          </p:cNvPr>
          <p:cNvSpPr/>
          <p:nvPr/>
        </p:nvSpPr>
        <p:spPr>
          <a:xfrm>
            <a:off x="7145452" y="4160520"/>
            <a:ext cx="332565" cy="21971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0" name="Parallelogram 49">
            <a:extLst>
              <a:ext uri="{FF2B5EF4-FFF2-40B4-BE49-F238E27FC236}">
                <a16:creationId xmlns:a16="http://schemas.microsoft.com/office/drawing/2014/main" id="{3BCFA3F6-FAED-ECCF-D77E-42AA682C116C}"/>
              </a:ext>
            </a:extLst>
          </p:cNvPr>
          <p:cNvSpPr/>
          <p:nvPr/>
        </p:nvSpPr>
        <p:spPr>
          <a:xfrm rot="2457745">
            <a:off x="10271822" y="5183982"/>
            <a:ext cx="389961" cy="319601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4C6AF2B-6484-21DF-307C-5B8BE92F56E2}"/>
                  </a:ext>
                </a:extLst>
              </p14:cNvPr>
              <p14:cNvContentPartPr/>
              <p14:nvPr/>
            </p14:nvContentPartPr>
            <p14:xfrm>
              <a:off x="1905853" y="1385013"/>
              <a:ext cx="2818080" cy="16844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4C6AF2B-6484-21DF-307C-5B8BE92F56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8213" y="1367013"/>
                <a:ext cx="2853720" cy="172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29DCCE9-D7B1-FDFE-3D31-AF8159BAA3A8}"/>
                  </a:ext>
                </a:extLst>
              </p14:cNvPr>
              <p14:cNvContentPartPr/>
              <p14:nvPr/>
            </p14:nvContentPartPr>
            <p14:xfrm>
              <a:off x="4733293" y="1903773"/>
              <a:ext cx="2644560" cy="11930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29DCCE9-D7B1-FDFE-3D31-AF8159BAA3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5293" y="1886133"/>
                <a:ext cx="2680200" cy="12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9A46350-822B-B0C7-87DF-53E247536B15}"/>
                  </a:ext>
                </a:extLst>
              </p14:cNvPr>
              <p14:cNvContentPartPr/>
              <p14:nvPr/>
            </p14:nvContentPartPr>
            <p14:xfrm>
              <a:off x="4349533" y="4381653"/>
              <a:ext cx="2965680" cy="6127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9A46350-822B-B0C7-87DF-53E247536B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31533" y="4363653"/>
                <a:ext cx="3001320" cy="64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AF0DA37-2FA6-31FE-449F-1341CC9F7BF0}"/>
                  </a:ext>
                </a:extLst>
              </p14:cNvPr>
              <p14:cNvContentPartPr/>
              <p14:nvPr/>
            </p14:nvContentPartPr>
            <p14:xfrm>
              <a:off x="7331773" y="4564893"/>
              <a:ext cx="1550160" cy="4366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AF0DA37-2FA6-31FE-449F-1341CC9F7B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13773" y="4547253"/>
                <a:ext cx="158580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18C3FCB-108A-8094-B828-25396E484BC8}"/>
                  </a:ext>
                </a:extLst>
              </p14:cNvPr>
              <p14:cNvContentPartPr/>
              <p14:nvPr/>
            </p14:nvContentPartPr>
            <p14:xfrm>
              <a:off x="6000853" y="909093"/>
              <a:ext cx="5145480" cy="44334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18C3FCB-108A-8094-B828-25396E484B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83213" y="891093"/>
                <a:ext cx="5181120" cy="446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843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CB9A8-8EA1-448E-3B2A-09FB86782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972" y="342900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PK" dirty="0"/>
              <a:t>Thank You</a:t>
            </a:r>
            <a:r>
              <a:rPr lang="en-PK" dirty="0">
                <a:sym typeface="Wingdings" pitchFamily="2" charset="2"/>
              </a:rPr>
              <a:t>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85452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2068</TotalTime>
  <Words>1480</Words>
  <Application>Microsoft Macintosh PowerPoint</Application>
  <PresentationFormat>Widescreen</PresentationFormat>
  <Paragraphs>136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Times New Roman</vt:lpstr>
      <vt:lpstr>Wingdings</vt:lpstr>
      <vt:lpstr>Office Theme</vt:lpstr>
      <vt:lpstr>                             Software Design and architecture (SE322)   gg </vt:lpstr>
      <vt:lpstr>List of Topics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Nabi Lecturer FCSE</dc:creator>
  <cp:lastModifiedBy>Said Nabi Lecturer FCSE</cp:lastModifiedBy>
  <cp:revision>1</cp:revision>
  <dcterms:created xsi:type="dcterms:W3CDTF">2025-07-24T12:04:29Z</dcterms:created>
  <dcterms:modified xsi:type="dcterms:W3CDTF">2025-10-15T14:53:43Z</dcterms:modified>
</cp:coreProperties>
</file>