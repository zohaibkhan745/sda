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1"/>
  </p:notesMasterIdLst>
  <p:sldIdLst>
    <p:sldId id="384" r:id="rId5"/>
    <p:sldId id="1124" r:id="rId6"/>
    <p:sldId id="1250" r:id="rId7"/>
    <p:sldId id="1171" r:id="rId8"/>
    <p:sldId id="1252" r:id="rId9"/>
    <p:sldId id="1253" r:id="rId10"/>
    <p:sldId id="1304" r:id="rId11"/>
    <p:sldId id="1299" r:id="rId12"/>
    <p:sldId id="1300" r:id="rId13"/>
    <p:sldId id="1301" r:id="rId14"/>
    <p:sldId id="1302" r:id="rId15"/>
    <p:sldId id="1254" r:id="rId16"/>
    <p:sldId id="1255" r:id="rId17"/>
    <p:sldId id="1260" r:id="rId18"/>
    <p:sldId id="1256" r:id="rId19"/>
    <p:sldId id="1257" r:id="rId20"/>
    <p:sldId id="1258" r:id="rId21"/>
    <p:sldId id="1262" r:id="rId22"/>
    <p:sldId id="1259" r:id="rId23"/>
    <p:sldId id="1261" r:id="rId24"/>
    <p:sldId id="1288" r:id="rId25"/>
    <p:sldId id="1290" r:id="rId26"/>
    <p:sldId id="1268" r:id="rId27"/>
    <p:sldId id="1269" r:id="rId28"/>
    <p:sldId id="1270" r:id="rId29"/>
    <p:sldId id="1271" r:id="rId30"/>
    <p:sldId id="1305" r:id="rId31"/>
    <p:sldId id="1272" r:id="rId32"/>
    <p:sldId id="1306" r:id="rId33"/>
    <p:sldId id="1273" r:id="rId34"/>
    <p:sldId id="1307" r:id="rId35"/>
    <p:sldId id="1275" r:id="rId36"/>
    <p:sldId id="1308" r:id="rId37"/>
    <p:sldId id="1276" r:id="rId38"/>
    <p:sldId id="1309" r:id="rId39"/>
    <p:sldId id="1218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92CB6E-8845-D947-B747-42F855813977}" v="78" dt="2025-11-20T05:42:34.692"/>
    <p1510:client id="{FD58D022-EA1A-594A-9B6F-A8EFDEC41CFB}" v="154" dt="2025-11-20T08:33:41.0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86549"/>
  </p:normalViewPr>
  <p:slideViewPr>
    <p:cSldViewPr snapToGrid="0">
      <p:cViewPr varScale="1">
        <p:scale>
          <a:sx n="93" d="100"/>
          <a:sy n="93" d="100"/>
        </p:scale>
        <p:origin x="216" y="4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d Nabi Lecturer FCSE" userId="22162f9c-d122-430c-b6e9-ac8024b7b6c6" providerId="ADAL" clId="{67A4F9F5-779B-5943-B14E-B85497A2BF22}"/>
    <pc:docChg chg="undo redo custSel addSld delSld modSld sldOrd">
      <pc:chgData name="Said Nabi Lecturer FCSE" userId="22162f9c-d122-430c-b6e9-ac8024b7b6c6" providerId="ADAL" clId="{67A4F9F5-779B-5943-B14E-B85497A2BF22}" dt="2025-10-30T05:26:27.517" v="13215" actId="14100"/>
      <pc:docMkLst>
        <pc:docMk/>
      </pc:docMkLst>
      <pc:sldChg chg="modSp mod">
        <pc:chgData name="Said Nabi Lecturer FCSE" userId="22162f9c-d122-430c-b6e9-ac8024b7b6c6" providerId="ADAL" clId="{67A4F9F5-779B-5943-B14E-B85497A2BF22}" dt="2025-10-18T03:57:03.136" v="9670" actId="20577"/>
        <pc:sldMkLst>
          <pc:docMk/>
          <pc:sldMk cId="1696953445" sldId="384"/>
        </pc:sldMkLst>
      </pc:sldChg>
      <pc:sldChg chg="modSp mod modAnim">
        <pc:chgData name="Said Nabi Lecturer FCSE" userId="22162f9c-d122-430c-b6e9-ac8024b7b6c6" providerId="ADAL" clId="{67A4F9F5-779B-5943-B14E-B85497A2BF22}" dt="2025-10-07T05:51:54.882" v="8223" actId="20577"/>
        <pc:sldMkLst>
          <pc:docMk/>
          <pc:sldMk cId="3364439907" sldId="1124"/>
        </pc:sldMkLst>
      </pc:sldChg>
      <pc:sldChg chg="addSp delSp modSp add del mod delAnim modAnim">
        <pc:chgData name="Said Nabi Lecturer FCSE" userId="22162f9c-d122-430c-b6e9-ac8024b7b6c6" providerId="ADAL" clId="{67A4F9F5-779B-5943-B14E-B85497A2BF22}" dt="2025-10-22T13:56:17.837" v="10722" actId="20577"/>
        <pc:sldMkLst>
          <pc:docMk/>
          <pc:sldMk cId="2929290793" sldId="1171"/>
        </pc:sldMkLst>
        <pc:spChg chg="add mod">
          <ac:chgData name="Said Nabi Lecturer FCSE" userId="22162f9c-d122-430c-b6e9-ac8024b7b6c6" providerId="ADAL" clId="{67A4F9F5-779B-5943-B14E-B85497A2BF22}" dt="2025-10-22T13:56:17.837" v="10722" actId="20577"/>
          <ac:spMkLst>
            <pc:docMk/>
            <pc:sldMk cId="2929290793" sldId="1171"/>
            <ac:spMk id="2" creationId="{0F424351-1821-20D1-0B4F-9B2A07AD80E2}"/>
          </ac:spMkLst>
        </pc:spChg>
      </pc:sldChg>
      <pc:sldChg chg="delSp modSp new mod">
        <pc:chgData name="Said Nabi Lecturer FCSE" userId="22162f9c-d122-430c-b6e9-ac8024b7b6c6" providerId="ADAL" clId="{67A4F9F5-779B-5943-B14E-B85497A2BF22}" dt="2025-10-02T02:16:20.131" v="8012" actId="1076"/>
        <pc:sldMkLst>
          <pc:docMk/>
          <pc:sldMk cId="1185452636" sldId="1218"/>
        </pc:sldMkLst>
      </pc:sldChg>
      <pc:sldChg chg="addSp delSp modSp new mod ord modAnim">
        <pc:chgData name="Said Nabi Lecturer FCSE" userId="22162f9c-d122-430c-b6e9-ac8024b7b6c6" providerId="ADAL" clId="{67A4F9F5-779B-5943-B14E-B85497A2BF22}" dt="2025-10-21T05:58:59.498" v="10473" actId="207"/>
        <pc:sldMkLst>
          <pc:docMk/>
          <pc:sldMk cId="4121899737" sldId="1228"/>
        </pc:sldMkLst>
      </pc:sldChg>
      <pc:sldChg chg="modSp add mod modAnim">
        <pc:chgData name="Said Nabi Lecturer FCSE" userId="22162f9c-d122-430c-b6e9-ac8024b7b6c6" providerId="ADAL" clId="{67A4F9F5-779B-5943-B14E-B85497A2BF22}" dt="2025-10-21T02:54:49.823" v="10338"/>
        <pc:sldMkLst>
          <pc:docMk/>
          <pc:sldMk cId="2772810392" sldId="1243"/>
        </pc:sldMkLst>
      </pc:sldChg>
      <pc:sldChg chg="addSp delSp modSp add mod ord modAnim">
        <pc:chgData name="Said Nabi Lecturer FCSE" userId="22162f9c-d122-430c-b6e9-ac8024b7b6c6" providerId="ADAL" clId="{67A4F9F5-779B-5943-B14E-B85497A2BF22}" dt="2025-10-21T02:53:49.939" v="10335"/>
        <pc:sldMkLst>
          <pc:docMk/>
          <pc:sldMk cId="2501507078" sldId="1244"/>
        </pc:sldMkLst>
      </pc:sldChg>
      <pc:sldChg chg="addSp delSp modSp new mod addAnim delAnim modAnim">
        <pc:chgData name="Said Nabi Lecturer FCSE" userId="22162f9c-d122-430c-b6e9-ac8024b7b6c6" providerId="ADAL" clId="{67A4F9F5-779B-5943-B14E-B85497A2BF22}" dt="2025-10-21T02:56:13.863" v="10351"/>
        <pc:sldMkLst>
          <pc:docMk/>
          <pc:sldMk cId="1751128252" sldId="1245"/>
        </pc:sldMkLst>
      </pc:sldChg>
      <pc:sldChg chg="addSp delSp modSp add mod delAnim">
        <pc:chgData name="Said Nabi Lecturer FCSE" userId="22162f9c-d122-430c-b6e9-ac8024b7b6c6" providerId="ADAL" clId="{67A4F9F5-779B-5943-B14E-B85497A2BF22}" dt="2025-10-20T16:43:16.923" v="10320" actId="5793"/>
        <pc:sldMkLst>
          <pc:docMk/>
          <pc:sldMk cId="1092742553" sldId="1246"/>
        </pc:sldMkLst>
      </pc:sldChg>
      <pc:sldChg chg="modSp add mod">
        <pc:chgData name="Said Nabi Lecturer FCSE" userId="22162f9c-d122-430c-b6e9-ac8024b7b6c6" providerId="ADAL" clId="{67A4F9F5-779B-5943-B14E-B85497A2BF22}" dt="2025-10-21T03:24:28.778" v="10352"/>
        <pc:sldMkLst>
          <pc:docMk/>
          <pc:sldMk cId="1760459388" sldId="1247"/>
        </pc:sldMkLst>
      </pc:sldChg>
      <pc:sldChg chg="addSp delSp modSp add mod modAnim">
        <pc:chgData name="Said Nabi Lecturer FCSE" userId="22162f9c-d122-430c-b6e9-ac8024b7b6c6" providerId="ADAL" clId="{67A4F9F5-779B-5943-B14E-B85497A2BF22}" dt="2025-10-23T06:05:46.266" v="11081" actId="2165"/>
        <pc:sldMkLst>
          <pc:docMk/>
          <pc:sldMk cId="2263355912" sldId="1248"/>
        </pc:sldMkLst>
      </pc:sldChg>
      <pc:sldChg chg="addSp delSp modSp add mod ord">
        <pc:chgData name="Said Nabi Lecturer FCSE" userId="22162f9c-d122-430c-b6e9-ac8024b7b6c6" providerId="ADAL" clId="{67A4F9F5-779B-5943-B14E-B85497A2BF22}" dt="2025-10-20T16:43:00.593" v="10307" actId="20578"/>
        <pc:sldMkLst>
          <pc:docMk/>
          <pc:sldMk cId="1611223622" sldId="1249"/>
        </pc:sldMkLst>
      </pc:sldChg>
      <pc:sldChg chg="addSp delSp modSp add mod ord modAnim">
        <pc:chgData name="Said Nabi Lecturer FCSE" userId="22162f9c-d122-430c-b6e9-ac8024b7b6c6" providerId="ADAL" clId="{67A4F9F5-779B-5943-B14E-B85497A2BF22}" dt="2025-10-22T11:55:11.012" v="10693" actId="20577"/>
        <pc:sldMkLst>
          <pc:docMk/>
          <pc:sldMk cId="2266435415" sldId="1250"/>
        </pc:sldMkLst>
        <pc:spChg chg="add mod">
          <ac:chgData name="Said Nabi Lecturer FCSE" userId="22162f9c-d122-430c-b6e9-ac8024b7b6c6" providerId="ADAL" clId="{67A4F9F5-779B-5943-B14E-B85497A2BF22}" dt="2025-10-22T11:46:39.464" v="10630" actId="1076"/>
          <ac:spMkLst>
            <pc:docMk/>
            <pc:sldMk cId="2266435415" sldId="1250"/>
            <ac:spMk id="7" creationId="{7344755C-07C6-191A-9352-07BA7B2179D8}"/>
          </ac:spMkLst>
        </pc:spChg>
        <pc:spChg chg="add mod">
          <ac:chgData name="Said Nabi Lecturer FCSE" userId="22162f9c-d122-430c-b6e9-ac8024b7b6c6" providerId="ADAL" clId="{67A4F9F5-779B-5943-B14E-B85497A2BF22}" dt="2025-10-22T11:44:37.768" v="10609" actId="1076"/>
          <ac:spMkLst>
            <pc:docMk/>
            <pc:sldMk cId="2266435415" sldId="1250"/>
            <ac:spMk id="8" creationId="{2F7155A3-4E50-7343-9CAE-2A91F1E164BB}"/>
          </ac:spMkLst>
        </pc:spChg>
        <pc:spChg chg="add mod">
          <ac:chgData name="Said Nabi Lecturer FCSE" userId="22162f9c-d122-430c-b6e9-ac8024b7b6c6" providerId="ADAL" clId="{67A4F9F5-779B-5943-B14E-B85497A2BF22}" dt="2025-10-22T11:44:37.768" v="10609" actId="1076"/>
          <ac:spMkLst>
            <pc:docMk/>
            <pc:sldMk cId="2266435415" sldId="1250"/>
            <ac:spMk id="9" creationId="{0021F1D6-FDD7-E1E0-A71D-EC42145CF31D}"/>
          </ac:spMkLst>
        </pc:spChg>
        <pc:spChg chg="add mod">
          <ac:chgData name="Said Nabi Lecturer FCSE" userId="22162f9c-d122-430c-b6e9-ac8024b7b6c6" providerId="ADAL" clId="{67A4F9F5-779B-5943-B14E-B85497A2BF22}" dt="2025-10-22T11:44:37.768" v="10609" actId="1076"/>
          <ac:spMkLst>
            <pc:docMk/>
            <pc:sldMk cId="2266435415" sldId="1250"/>
            <ac:spMk id="10" creationId="{8E2DD257-E898-0C96-9CDF-A2AC2043FA40}"/>
          </ac:spMkLst>
        </pc:spChg>
        <pc:spChg chg="add mod">
          <ac:chgData name="Said Nabi Lecturer FCSE" userId="22162f9c-d122-430c-b6e9-ac8024b7b6c6" providerId="ADAL" clId="{67A4F9F5-779B-5943-B14E-B85497A2BF22}" dt="2025-10-22T11:48:11.568" v="10653" actId="20577"/>
          <ac:spMkLst>
            <pc:docMk/>
            <pc:sldMk cId="2266435415" sldId="1250"/>
            <ac:spMk id="44" creationId="{4564C773-0F1F-3969-2D80-AE3E67BA4F11}"/>
          </ac:spMkLst>
        </pc:spChg>
        <pc:spChg chg="add mod">
          <ac:chgData name="Said Nabi Lecturer FCSE" userId="22162f9c-d122-430c-b6e9-ac8024b7b6c6" providerId="ADAL" clId="{67A4F9F5-779B-5943-B14E-B85497A2BF22}" dt="2025-10-22T11:48:20.501" v="10657" actId="20577"/>
          <ac:spMkLst>
            <pc:docMk/>
            <pc:sldMk cId="2266435415" sldId="1250"/>
            <ac:spMk id="45" creationId="{3A50D204-82CF-AD1F-597E-C5606DFF6AFC}"/>
          </ac:spMkLst>
        </pc:spChg>
        <pc:spChg chg="add mod">
          <ac:chgData name="Said Nabi Lecturer FCSE" userId="22162f9c-d122-430c-b6e9-ac8024b7b6c6" providerId="ADAL" clId="{67A4F9F5-779B-5943-B14E-B85497A2BF22}" dt="2025-10-22T11:48:30.429" v="10661" actId="20577"/>
          <ac:spMkLst>
            <pc:docMk/>
            <pc:sldMk cId="2266435415" sldId="1250"/>
            <ac:spMk id="46" creationId="{2C8DEDB5-BF5C-E892-BBE3-225A8F682227}"/>
          </ac:spMkLst>
        </pc:spChg>
        <pc:spChg chg="add mod">
          <ac:chgData name="Said Nabi Lecturer FCSE" userId="22162f9c-d122-430c-b6e9-ac8024b7b6c6" providerId="ADAL" clId="{67A4F9F5-779B-5943-B14E-B85497A2BF22}" dt="2025-10-22T11:55:11.012" v="10693" actId="20577"/>
          <ac:spMkLst>
            <pc:docMk/>
            <pc:sldMk cId="2266435415" sldId="1250"/>
            <ac:spMk id="53" creationId="{7FF0BF0E-3A96-AE52-3AF0-90997A8AD7E0}"/>
          </ac:spMkLst>
        </pc:spChg>
        <pc:spChg chg="mod">
          <ac:chgData name="Said Nabi Lecturer FCSE" userId="22162f9c-d122-430c-b6e9-ac8024b7b6c6" providerId="ADAL" clId="{67A4F9F5-779B-5943-B14E-B85497A2BF22}" dt="2025-10-22T11:38:21.954" v="10494" actId="20577"/>
          <ac:spMkLst>
            <pc:docMk/>
            <pc:sldMk cId="2266435415" sldId="1250"/>
            <ac:spMk id="56" creationId="{91FC9E69-C745-9181-8302-180B7D43CED8}"/>
          </ac:spMkLst>
        </pc:spChg>
        <pc:inkChg chg="add mod topLvl">
          <ac:chgData name="Said Nabi Lecturer FCSE" userId="22162f9c-d122-430c-b6e9-ac8024b7b6c6" providerId="ADAL" clId="{67A4F9F5-779B-5943-B14E-B85497A2BF22}" dt="2025-10-22T11:52:27.900" v="10678" actId="165"/>
          <ac:inkMkLst>
            <pc:docMk/>
            <pc:sldMk cId="2266435415" sldId="1250"/>
            <ac:inkMk id="12" creationId="{4D71BDBE-F71B-113A-0C2A-4F120934F97E}"/>
          </ac:inkMkLst>
        </pc:inkChg>
        <pc:inkChg chg="add mod topLvl">
          <ac:chgData name="Said Nabi Lecturer FCSE" userId="22162f9c-d122-430c-b6e9-ac8024b7b6c6" providerId="ADAL" clId="{67A4F9F5-779B-5943-B14E-B85497A2BF22}" dt="2025-10-22T11:52:27.900" v="10678" actId="165"/>
          <ac:inkMkLst>
            <pc:docMk/>
            <pc:sldMk cId="2266435415" sldId="1250"/>
            <ac:inkMk id="13" creationId="{44FC6547-BFFB-01C5-FBB3-A29C8F0F098B}"/>
          </ac:inkMkLst>
        </pc:inkChg>
        <pc:inkChg chg="add mod topLvl">
          <ac:chgData name="Said Nabi Lecturer FCSE" userId="22162f9c-d122-430c-b6e9-ac8024b7b6c6" providerId="ADAL" clId="{67A4F9F5-779B-5943-B14E-B85497A2BF22}" dt="2025-10-22T11:46:11.592" v="10627" actId="165"/>
          <ac:inkMkLst>
            <pc:docMk/>
            <pc:sldMk cId="2266435415" sldId="1250"/>
            <ac:inkMk id="16" creationId="{39455A0E-1757-8FF0-706C-D3EDEF5B6CE1}"/>
          </ac:inkMkLst>
        </pc:inkChg>
        <pc:inkChg chg="add mod topLvl">
          <ac:chgData name="Said Nabi Lecturer FCSE" userId="22162f9c-d122-430c-b6e9-ac8024b7b6c6" providerId="ADAL" clId="{67A4F9F5-779B-5943-B14E-B85497A2BF22}" dt="2025-10-22T11:46:11.592" v="10627" actId="165"/>
          <ac:inkMkLst>
            <pc:docMk/>
            <pc:sldMk cId="2266435415" sldId="1250"/>
            <ac:inkMk id="17" creationId="{BB8725B2-6921-DDF4-C9E7-516DF1EEF0FC}"/>
          </ac:inkMkLst>
        </pc:inkChg>
        <pc:inkChg chg="add mod topLvl">
          <ac:chgData name="Said Nabi Lecturer FCSE" userId="22162f9c-d122-430c-b6e9-ac8024b7b6c6" providerId="ADAL" clId="{67A4F9F5-779B-5943-B14E-B85497A2BF22}" dt="2025-10-22T11:46:11.592" v="10627" actId="165"/>
          <ac:inkMkLst>
            <pc:docMk/>
            <pc:sldMk cId="2266435415" sldId="1250"/>
            <ac:inkMk id="20" creationId="{8821ACF3-0108-8422-0962-E4EC90DCC24B}"/>
          </ac:inkMkLst>
        </pc:inkChg>
        <pc:inkChg chg="add mod topLvl">
          <ac:chgData name="Said Nabi Lecturer FCSE" userId="22162f9c-d122-430c-b6e9-ac8024b7b6c6" providerId="ADAL" clId="{67A4F9F5-779B-5943-B14E-B85497A2BF22}" dt="2025-10-22T11:46:11.592" v="10627" actId="165"/>
          <ac:inkMkLst>
            <pc:docMk/>
            <pc:sldMk cId="2266435415" sldId="1250"/>
            <ac:inkMk id="21" creationId="{7ACD0DD5-031B-1D23-0069-A50A44F2004E}"/>
          </ac:inkMkLst>
        </pc:inkChg>
        <pc:inkChg chg="add mod topLvl">
          <ac:chgData name="Said Nabi Lecturer FCSE" userId="22162f9c-d122-430c-b6e9-ac8024b7b6c6" providerId="ADAL" clId="{67A4F9F5-779B-5943-B14E-B85497A2BF22}" dt="2025-10-22T11:46:11.592" v="10627" actId="165"/>
          <ac:inkMkLst>
            <pc:docMk/>
            <pc:sldMk cId="2266435415" sldId="1250"/>
            <ac:inkMk id="24" creationId="{25DA0D6B-1111-F9B7-2987-6F268A99F17C}"/>
          </ac:inkMkLst>
        </pc:inkChg>
        <pc:inkChg chg="add mod topLvl">
          <ac:chgData name="Said Nabi Lecturer FCSE" userId="22162f9c-d122-430c-b6e9-ac8024b7b6c6" providerId="ADAL" clId="{67A4F9F5-779B-5943-B14E-B85497A2BF22}" dt="2025-10-22T11:48:38.085" v="10662" actId="165"/>
          <ac:inkMkLst>
            <pc:docMk/>
            <pc:sldMk cId="2266435415" sldId="1250"/>
            <ac:inkMk id="27" creationId="{172314B0-C9EE-CF73-67A2-7AA23F970F16}"/>
          </ac:inkMkLst>
        </pc:inkChg>
        <pc:inkChg chg="add mod topLvl">
          <ac:chgData name="Said Nabi Lecturer FCSE" userId="22162f9c-d122-430c-b6e9-ac8024b7b6c6" providerId="ADAL" clId="{67A4F9F5-779B-5943-B14E-B85497A2BF22}" dt="2025-10-22T11:48:38.085" v="10662" actId="165"/>
          <ac:inkMkLst>
            <pc:docMk/>
            <pc:sldMk cId="2266435415" sldId="1250"/>
            <ac:inkMk id="28" creationId="{113B628B-C928-0226-2497-591FF32ED157}"/>
          </ac:inkMkLst>
        </pc:inkChg>
        <pc:inkChg chg="add mod topLvl">
          <ac:chgData name="Said Nabi Lecturer FCSE" userId="22162f9c-d122-430c-b6e9-ac8024b7b6c6" providerId="ADAL" clId="{67A4F9F5-779B-5943-B14E-B85497A2BF22}" dt="2025-10-22T11:48:38.085" v="10662" actId="165"/>
          <ac:inkMkLst>
            <pc:docMk/>
            <pc:sldMk cId="2266435415" sldId="1250"/>
            <ac:inkMk id="31" creationId="{69B70F3C-D4C0-A515-993F-80B609E87CD0}"/>
          </ac:inkMkLst>
        </pc:inkChg>
        <pc:inkChg chg="add mod topLvl">
          <ac:chgData name="Said Nabi Lecturer FCSE" userId="22162f9c-d122-430c-b6e9-ac8024b7b6c6" providerId="ADAL" clId="{67A4F9F5-779B-5943-B14E-B85497A2BF22}" dt="2025-10-22T11:48:38.085" v="10662" actId="165"/>
          <ac:inkMkLst>
            <pc:docMk/>
            <pc:sldMk cId="2266435415" sldId="1250"/>
            <ac:inkMk id="34" creationId="{4FB45CF5-5740-CEB7-A818-84BBBF16C100}"/>
          </ac:inkMkLst>
        </pc:inkChg>
        <pc:inkChg chg="add mod topLvl">
          <ac:chgData name="Said Nabi Lecturer FCSE" userId="22162f9c-d122-430c-b6e9-ac8024b7b6c6" providerId="ADAL" clId="{67A4F9F5-779B-5943-B14E-B85497A2BF22}" dt="2025-10-22T11:48:38.085" v="10662" actId="165"/>
          <ac:inkMkLst>
            <pc:docMk/>
            <pc:sldMk cId="2266435415" sldId="1250"/>
            <ac:inkMk id="37" creationId="{C0455BFF-05DC-5311-4265-7C669BA3E7A9}"/>
          </ac:inkMkLst>
        </pc:inkChg>
        <pc:inkChg chg="add">
          <ac:chgData name="Said Nabi Lecturer FCSE" userId="22162f9c-d122-430c-b6e9-ac8024b7b6c6" providerId="ADAL" clId="{67A4F9F5-779B-5943-B14E-B85497A2BF22}" dt="2025-10-22T11:47:47.779" v="10644" actId="9405"/>
          <ac:inkMkLst>
            <pc:docMk/>
            <pc:sldMk cId="2266435415" sldId="1250"/>
            <ac:inkMk id="43" creationId="{EAA7A82D-471C-D152-2B26-16DE896FBA89}"/>
          </ac:inkMkLst>
        </pc:inkChg>
        <pc:inkChg chg="add mod topLvl">
          <ac:chgData name="Said Nabi Lecturer FCSE" userId="22162f9c-d122-430c-b6e9-ac8024b7b6c6" providerId="ADAL" clId="{67A4F9F5-779B-5943-B14E-B85497A2BF22}" dt="2025-10-22T11:52:27.900" v="10678" actId="165"/>
          <ac:inkMkLst>
            <pc:docMk/>
            <pc:sldMk cId="2266435415" sldId="1250"/>
            <ac:inkMk id="47" creationId="{4CF16A24-3E9A-CFAD-97E6-727A5A46B8F7}"/>
          </ac:inkMkLst>
        </pc:inkChg>
        <pc:inkChg chg="add mod topLvl">
          <ac:chgData name="Said Nabi Lecturer FCSE" userId="22162f9c-d122-430c-b6e9-ac8024b7b6c6" providerId="ADAL" clId="{67A4F9F5-779B-5943-B14E-B85497A2BF22}" dt="2025-10-22T11:52:27.900" v="10678" actId="165"/>
          <ac:inkMkLst>
            <pc:docMk/>
            <pc:sldMk cId="2266435415" sldId="1250"/>
            <ac:inkMk id="50" creationId="{A0261C8A-F30F-9AEA-5E65-EE62E514BAEE}"/>
          </ac:inkMkLst>
        </pc:inkChg>
      </pc:sldChg>
      <pc:sldChg chg="delSp modSp add mod ord">
        <pc:chgData name="Said Nabi Lecturer FCSE" userId="22162f9c-d122-430c-b6e9-ac8024b7b6c6" providerId="ADAL" clId="{67A4F9F5-779B-5943-B14E-B85497A2BF22}" dt="2025-10-22T13:58:53.998" v="10729" actId="478"/>
        <pc:sldMkLst>
          <pc:docMk/>
          <pc:sldMk cId="4058084929" sldId="1251"/>
        </pc:sldMkLst>
      </pc:sldChg>
      <pc:sldChg chg="addSp delSp modSp add mod delAnim modAnim">
        <pc:chgData name="Said Nabi Lecturer FCSE" userId="22162f9c-d122-430c-b6e9-ac8024b7b6c6" providerId="ADAL" clId="{67A4F9F5-779B-5943-B14E-B85497A2BF22}" dt="2025-10-22T15:40:16.846" v="11078"/>
        <pc:sldMkLst>
          <pc:docMk/>
          <pc:sldMk cId="537363446" sldId="1252"/>
        </pc:sldMkLst>
        <pc:spChg chg="add mod">
          <ac:chgData name="Said Nabi Lecturer FCSE" userId="22162f9c-d122-430c-b6e9-ac8024b7b6c6" providerId="ADAL" clId="{67A4F9F5-779B-5943-B14E-B85497A2BF22}" dt="2025-10-22T14:26:34.205" v="10970" actId="1076"/>
          <ac:spMkLst>
            <pc:docMk/>
            <pc:sldMk cId="537363446" sldId="1252"/>
            <ac:spMk id="11" creationId="{85E75E38-ECD3-11B6-BEE2-DC2F274A065B}"/>
          </ac:spMkLst>
        </pc:spChg>
        <pc:spChg chg="add mod">
          <ac:chgData name="Said Nabi Lecturer FCSE" userId="22162f9c-d122-430c-b6e9-ac8024b7b6c6" providerId="ADAL" clId="{67A4F9F5-779B-5943-B14E-B85497A2BF22}" dt="2025-10-22T15:33:40.476" v="11016" actId="14100"/>
          <ac:spMkLst>
            <pc:docMk/>
            <pc:sldMk cId="537363446" sldId="1252"/>
            <ac:spMk id="26" creationId="{43CEE863-53C0-DFD3-A37E-E40149CA7ACF}"/>
          </ac:spMkLst>
        </pc:spChg>
        <pc:spChg chg="add mod">
          <ac:chgData name="Said Nabi Lecturer FCSE" userId="22162f9c-d122-430c-b6e9-ac8024b7b6c6" providerId="ADAL" clId="{67A4F9F5-779B-5943-B14E-B85497A2BF22}" dt="2025-10-22T15:36:59.558" v="11033" actId="767"/>
          <ac:spMkLst>
            <pc:docMk/>
            <pc:sldMk cId="537363446" sldId="1252"/>
            <ac:spMk id="29" creationId="{A1EE4DB0-B588-A849-FD08-924D7EE7C9AE}"/>
          </ac:spMkLst>
        </pc:spChg>
        <pc:spChg chg="mod">
          <ac:chgData name="Said Nabi Lecturer FCSE" userId="22162f9c-d122-430c-b6e9-ac8024b7b6c6" providerId="ADAL" clId="{67A4F9F5-779B-5943-B14E-B85497A2BF22}" dt="2025-10-22T11:53:02.130" v="10691" actId="20577"/>
          <ac:spMkLst>
            <pc:docMk/>
            <pc:sldMk cId="537363446" sldId="1252"/>
            <ac:spMk id="56" creationId="{09EF6F6B-9E87-9AF2-FE5A-8E0498C5200A}"/>
          </ac:spMkLst>
        </pc:spChg>
        <pc:graphicFrameChg chg="add mod modGraphic">
          <ac:chgData name="Said Nabi Lecturer FCSE" userId="22162f9c-d122-430c-b6e9-ac8024b7b6c6" providerId="ADAL" clId="{67A4F9F5-779B-5943-B14E-B85497A2BF22}" dt="2025-10-22T15:32:53.312" v="11008" actId="114"/>
          <ac:graphicFrameMkLst>
            <pc:docMk/>
            <pc:sldMk cId="537363446" sldId="1252"/>
            <ac:graphicFrameMk id="3" creationId="{5AE4AABB-8C60-EBA0-623A-71D71F43CB89}"/>
          </ac:graphicFrameMkLst>
        </pc:graphicFrameChg>
        <pc:graphicFrameChg chg="add mod modGraphic">
          <ac:chgData name="Said Nabi Lecturer FCSE" userId="22162f9c-d122-430c-b6e9-ac8024b7b6c6" providerId="ADAL" clId="{67A4F9F5-779B-5943-B14E-B85497A2BF22}" dt="2025-10-22T15:34:57.452" v="11020" actId="20577"/>
          <ac:graphicFrameMkLst>
            <pc:docMk/>
            <pc:sldMk cId="537363446" sldId="1252"/>
            <ac:graphicFrameMk id="4" creationId="{D5931F3E-E9F3-9A53-6688-F46427A5072E}"/>
          </ac:graphicFrameMkLst>
        </pc:graphicFrameChg>
        <pc:graphicFrameChg chg="add mod modGraphic">
          <ac:chgData name="Said Nabi Lecturer FCSE" userId="22162f9c-d122-430c-b6e9-ac8024b7b6c6" providerId="ADAL" clId="{67A4F9F5-779B-5943-B14E-B85497A2BF22}" dt="2025-10-22T15:34:55.248" v="11018" actId="20577"/>
          <ac:graphicFrameMkLst>
            <pc:docMk/>
            <pc:sldMk cId="537363446" sldId="1252"/>
            <ac:graphicFrameMk id="7" creationId="{8EDDC08D-EE91-61FF-113D-73AB2548B03B}"/>
          </ac:graphicFrameMkLst>
        </pc:graphicFrameChg>
        <pc:graphicFrameChg chg="add mod modGraphic">
          <ac:chgData name="Said Nabi Lecturer FCSE" userId="22162f9c-d122-430c-b6e9-ac8024b7b6c6" providerId="ADAL" clId="{67A4F9F5-779B-5943-B14E-B85497A2BF22}" dt="2025-10-22T15:34:59.973" v="11022" actId="20577"/>
          <ac:graphicFrameMkLst>
            <pc:docMk/>
            <pc:sldMk cId="537363446" sldId="1252"/>
            <ac:graphicFrameMk id="8" creationId="{F27CEE46-5CFE-9CF2-7B84-7C40C2DD2C73}"/>
          </ac:graphicFrameMkLst>
        </pc:graphicFrameChg>
        <pc:graphicFrameChg chg="add mod modGraphic">
          <ac:chgData name="Said Nabi Lecturer FCSE" userId="22162f9c-d122-430c-b6e9-ac8024b7b6c6" providerId="ADAL" clId="{67A4F9F5-779B-5943-B14E-B85497A2BF22}" dt="2025-10-22T15:35:02.010" v="11024" actId="20577"/>
          <ac:graphicFrameMkLst>
            <pc:docMk/>
            <pc:sldMk cId="537363446" sldId="1252"/>
            <ac:graphicFrameMk id="9" creationId="{126E1E96-FB2A-E13D-401E-37034A9F3D68}"/>
          </ac:graphicFrameMkLst>
        </pc:graphicFrameChg>
        <pc:graphicFrameChg chg="add mod modGraphic">
          <ac:chgData name="Said Nabi Lecturer FCSE" userId="22162f9c-d122-430c-b6e9-ac8024b7b6c6" providerId="ADAL" clId="{67A4F9F5-779B-5943-B14E-B85497A2BF22}" dt="2025-10-22T15:33:14.661" v="11013" actId="114"/>
          <ac:graphicFrameMkLst>
            <pc:docMk/>
            <pc:sldMk cId="537363446" sldId="1252"/>
            <ac:graphicFrameMk id="10" creationId="{8A769AB3-66A8-019A-E872-1CA26242DC0B}"/>
          </ac:graphicFrameMkLst>
        </pc:graphicFrameChg>
        <pc:cxnChg chg="add mod">
          <ac:chgData name="Said Nabi Lecturer FCSE" userId="22162f9c-d122-430c-b6e9-ac8024b7b6c6" providerId="ADAL" clId="{67A4F9F5-779B-5943-B14E-B85497A2BF22}" dt="2025-10-22T14:26:34.205" v="10970" actId="1076"/>
          <ac:cxnSpMkLst>
            <pc:docMk/>
            <pc:sldMk cId="537363446" sldId="1252"/>
            <ac:cxnSpMk id="12" creationId="{3EDE7D24-0B0F-604F-C96E-460E9A23EA98}"/>
          </ac:cxnSpMkLst>
        </pc:cxnChg>
        <pc:cxnChg chg="add mod">
          <ac:chgData name="Said Nabi Lecturer FCSE" userId="22162f9c-d122-430c-b6e9-ac8024b7b6c6" providerId="ADAL" clId="{67A4F9F5-779B-5943-B14E-B85497A2BF22}" dt="2025-10-22T14:26:47.336" v="10973" actId="14100"/>
          <ac:cxnSpMkLst>
            <pc:docMk/>
            <pc:sldMk cId="537363446" sldId="1252"/>
            <ac:cxnSpMk id="13" creationId="{42410E49-834F-F049-365C-337561E78863}"/>
          </ac:cxnSpMkLst>
        </pc:cxnChg>
        <pc:cxnChg chg="add mod">
          <ac:chgData name="Said Nabi Lecturer FCSE" userId="22162f9c-d122-430c-b6e9-ac8024b7b6c6" providerId="ADAL" clId="{67A4F9F5-779B-5943-B14E-B85497A2BF22}" dt="2025-10-22T14:27:17.509" v="10981" actId="14100"/>
          <ac:cxnSpMkLst>
            <pc:docMk/>
            <pc:sldMk cId="537363446" sldId="1252"/>
            <ac:cxnSpMk id="16" creationId="{67E6AECE-CC05-50E7-DEC8-AC0A2A109551}"/>
          </ac:cxnSpMkLst>
        </pc:cxnChg>
        <pc:cxnChg chg="add mod">
          <ac:chgData name="Said Nabi Lecturer FCSE" userId="22162f9c-d122-430c-b6e9-ac8024b7b6c6" providerId="ADAL" clId="{67A4F9F5-779B-5943-B14E-B85497A2BF22}" dt="2025-10-22T14:27:45.486" v="10985" actId="1076"/>
          <ac:cxnSpMkLst>
            <pc:docMk/>
            <pc:sldMk cId="537363446" sldId="1252"/>
            <ac:cxnSpMk id="23" creationId="{5BDE5CE4-2F9E-3035-16F7-CD4E5A44DE6C}"/>
          </ac:cxnSpMkLst>
        </pc:cxnChg>
        <pc:cxnChg chg="add mod">
          <ac:chgData name="Said Nabi Lecturer FCSE" userId="22162f9c-d122-430c-b6e9-ac8024b7b6c6" providerId="ADAL" clId="{67A4F9F5-779B-5943-B14E-B85497A2BF22}" dt="2025-10-22T14:27:56.554" v="10987" actId="1076"/>
          <ac:cxnSpMkLst>
            <pc:docMk/>
            <pc:sldMk cId="537363446" sldId="1252"/>
            <ac:cxnSpMk id="24" creationId="{9C6DB1BF-43E4-4325-C953-FDC9DD51525D}"/>
          </ac:cxnSpMkLst>
        </pc:cxnChg>
        <pc:cxnChg chg="add mod">
          <ac:chgData name="Said Nabi Lecturer FCSE" userId="22162f9c-d122-430c-b6e9-ac8024b7b6c6" providerId="ADAL" clId="{67A4F9F5-779B-5943-B14E-B85497A2BF22}" dt="2025-10-22T15:30:54.557" v="11007" actId="1076"/>
          <ac:cxnSpMkLst>
            <pc:docMk/>
            <pc:sldMk cId="537363446" sldId="1252"/>
            <ac:cxnSpMk id="28" creationId="{9AE34D3C-DD2B-FDA1-AA3D-19A348BB029E}"/>
          </ac:cxnSpMkLst>
        </pc:cxnChg>
      </pc:sldChg>
      <pc:sldChg chg="delSp new del mod">
        <pc:chgData name="Said Nabi Lecturer FCSE" userId="22162f9c-d122-430c-b6e9-ac8024b7b6c6" providerId="ADAL" clId="{67A4F9F5-779B-5943-B14E-B85497A2BF22}" dt="2025-10-22T13:58:38.227" v="10726" actId="2696"/>
        <pc:sldMkLst>
          <pc:docMk/>
          <pc:sldMk cId="3187508056" sldId="1253"/>
        </pc:sldMkLst>
      </pc:sldChg>
      <pc:sldChg chg="addSp delSp modSp add mod ord">
        <pc:chgData name="Said Nabi Lecturer FCSE" userId="22162f9c-d122-430c-b6e9-ac8024b7b6c6" providerId="ADAL" clId="{67A4F9F5-779B-5943-B14E-B85497A2BF22}" dt="2025-10-30T04:30:15.611" v="12555" actId="207"/>
        <pc:sldMkLst>
          <pc:docMk/>
          <pc:sldMk cId="2973614963" sldId="1256"/>
        </pc:sldMkLst>
        <pc:spChg chg="mod">
          <ac:chgData name="Said Nabi Lecturer FCSE" userId="22162f9c-d122-430c-b6e9-ac8024b7b6c6" providerId="ADAL" clId="{67A4F9F5-779B-5943-B14E-B85497A2BF22}" dt="2025-10-28T07:22:56.497" v="11098" actId="20577"/>
          <ac:spMkLst>
            <pc:docMk/>
            <pc:sldMk cId="2973614963" sldId="1256"/>
            <ac:spMk id="4" creationId="{D98565ED-FF43-49CD-83BB-042652C7F0F4}"/>
          </ac:spMkLst>
        </pc:spChg>
        <pc:spChg chg="mod">
          <ac:chgData name="Said Nabi Lecturer FCSE" userId="22162f9c-d122-430c-b6e9-ac8024b7b6c6" providerId="ADAL" clId="{67A4F9F5-779B-5943-B14E-B85497A2BF22}" dt="2025-10-30T04:30:15.611" v="12555" actId="207"/>
          <ac:spMkLst>
            <pc:docMk/>
            <pc:sldMk cId="2973614963" sldId="1256"/>
            <ac:spMk id="6" creationId="{3A83E6BE-C5C9-F639-5381-DA2D17459DBC}"/>
          </ac:spMkLst>
        </pc:spChg>
      </pc:sldChg>
      <pc:sldChg chg="modSp add mod">
        <pc:chgData name="Said Nabi Lecturer FCSE" userId="22162f9c-d122-430c-b6e9-ac8024b7b6c6" providerId="ADAL" clId="{67A4F9F5-779B-5943-B14E-B85497A2BF22}" dt="2025-10-30T04:31:08.498" v="12566" actId="207"/>
        <pc:sldMkLst>
          <pc:docMk/>
          <pc:sldMk cId="2672428336" sldId="1257"/>
        </pc:sldMkLst>
        <pc:spChg chg="mod">
          <ac:chgData name="Said Nabi Lecturer FCSE" userId="22162f9c-d122-430c-b6e9-ac8024b7b6c6" providerId="ADAL" clId="{67A4F9F5-779B-5943-B14E-B85497A2BF22}" dt="2025-10-28T07:31:01.317" v="11118" actId="5793"/>
          <ac:spMkLst>
            <pc:docMk/>
            <pc:sldMk cId="2672428336" sldId="1257"/>
            <ac:spMk id="4" creationId="{6654E447-097C-A111-6C74-7ACA31047700}"/>
          </ac:spMkLst>
        </pc:spChg>
        <pc:spChg chg="mod">
          <ac:chgData name="Said Nabi Lecturer FCSE" userId="22162f9c-d122-430c-b6e9-ac8024b7b6c6" providerId="ADAL" clId="{67A4F9F5-779B-5943-B14E-B85497A2BF22}" dt="2025-10-30T04:31:08.498" v="12566" actId="207"/>
          <ac:spMkLst>
            <pc:docMk/>
            <pc:sldMk cId="2672428336" sldId="1257"/>
            <ac:spMk id="6" creationId="{8785B13A-EA74-9064-787F-492B08260687}"/>
          </ac:spMkLst>
        </pc:spChg>
      </pc:sldChg>
      <pc:sldChg chg="addSp delSp modSp add mod ord addAnim delAnim modAnim modNotesTx">
        <pc:chgData name="Said Nabi Lecturer FCSE" userId="22162f9c-d122-430c-b6e9-ac8024b7b6c6" providerId="ADAL" clId="{67A4F9F5-779B-5943-B14E-B85497A2BF22}" dt="2025-10-28T14:59:18.187" v="11430" actId="20577"/>
        <pc:sldMkLst>
          <pc:docMk/>
          <pc:sldMk cId="1151164678" sldId="1258"/>
        </pc:sldMkLst>
        <pc:spChg chg="add mod">
          <ac:chgData name="Said Nabi Lecturer FCSE" userId="22162f9c-d122-430c-b6e9-ac8024b7b6c6" providerId="ADAL" clId="{67A4F9F5-779B-5943-B14E-B85497A2BF22}" dt="2025-10-28T07:42:20.637" v="11416" actId="1038"/>
          <ac:spMkLst>
            <pc:docMk/>
            <pc:sldMk cId="1151164678" sldId="1258"/>
            <ac:spMk id="2" creationId="{179177AA-D3E5-A524-5714-7B01DABF79CB}"/>
          </ac:spMkLst>
        </pc:spChg>
        <pc:spChg chg="add mod">
          <ac:chgData name="Said Nabi Lecturer FCSE" userId="22162f9c-d122-430c-b6e9-ac8024b7b6c6" providerId="ADAL" clId="{67A4F9F5-779B-5943-B14E-B85497A2BF22}" dt="2025-10-28T07:42:20.637" v="11416" actId="1038"/>
          <ac:spMkLst>
            <pc:docMk/>
            <pc:sldMk cId="1151164678" sldId="1258"/>
            <ac:spMk id="9" creationId="{4CA7E26F-9A00-ACE8-4C53-5E2DC506B871}"/>
          </ac:spMkLst>
        </pc:spChg>
        <pc:spChg chg="add mod">
          <ac:chgData name="Said Nabi Lecturer FCSE" userId="22162f9c-d122-430c-b6e9-ac8024b7b6c6" providerId="ADAL" clId="{67A4F9F5-779B-5943-B14E-B85497A2BF22}" dt="2025-10-28T07:42:20.637" v="11416" actId="1038"/>
          <ac:spMkLst>
            <pc:docMk/>
            <pc:sldMk cId="1151164678" sldId="1258"/>
            <ac:spMk id="10" creationId="{A6181194-E280-317B-B616-33EC9052311F}"/>
          </ac:spMkLst>
        </pc:spChg>
        <pc:spChg chg="mod">
          <ac:chgData name="Said Nabi Lecturer FCSE" userId="22162f9c-d122-430c-b6e9-ac8024b7b6c6" providerId="ADAL" clId="{67A4F9F5-779B-5943-B14E-B85497A2BF22}" dt="2025-10-28T07:42:20.637" v="11416" actId="1038"/>
          <ac:spMkLst>
            <pc:docMk/>
            <pc:sldMk cId="1151164678" sldId="1258"/>
            <ac:spMk id="11" creationId="{315D1A46-C84B-1CBD-B82E-A0679947D9E4}"/>
          </ac:spMkLst>
        </pc:spChg>
        <pc:spChg chg="mod">
          <ac:chgData name="Said Nabi Lecturer FCSE" userId="22162f9c-d122-430c-b6e9-ac8024b7b6c6" providerId="ADAL" clId="{67A4F9F5-779B-5943-B14E-B85497A2BF22}" dt="2025-10-28T07:42:20.637" v="11416" actId="1038"/>
          <ac:spMkLst>
            <pc:docMk/>
            <pc:sldMk cId="1151164678" sldId="1258"/>
            <ac:spMk id="21" creationId="{34796A5E-E2C2-EC52-655E-27AA1C02BA11}"/>
          </ac:spMkLst>
        </pc:spChg>
        <pc:spChg chg="mod">
          <ac:chgData name="Said Nabi Lecturer FCSE" userId="22162f9c-d122-430c-b6e9-ac8024b7b6c6" providerId="ADAL" clId="{67A4F9F5-779B-5943-B14E-B85497A2BF22}" dt="2025-10-28T07:42:20.637" v="11416" actId="1038"/>
          <ac:spMkLst>
            <pc:docMk/>
            <pc:sldMk cId="1151164678" sldId="1258"/>
            <ac:spMk id="29" creationId="{4D9FF2B1-19C2-159A-48EB-F2CAD75EC7ED}"/>
          </ac:spMkLst>
        </pc:spChg>
        <pc:graphicFrameChg chg="mod modGraphic">
          <ac:chgData name="Said Nabi Lecturer FCSE" userId="22162f9c-d122-430c-b6e9-ac8024b7b6c6" providerId="ADAL" clId="{67A4F9F5-779B-5943-B14E-B85497A2BF22}" dt="2025-10-28T07:42:20.637" v="11416" actId="1038"/>
          <ac:graphicFrameMkLst>
            <pc:docMk/>
            <pc:sldMk cId="1151164678" sldId="1258"/>
            <ac:graphicFrameMk id="3" creationId="{148B95A8-43F3-1FD3-EA63-695CD035FC0A}"/>
          </ac:graphicFrameMkLst>
        </pc:graphicFrameChg>
        <pc:graphicFrameChg chg="mod modGraphic">
          <ac:chgData name="Said Nabi Lecturer FCSE" userId="22162f9c-d122-430c-b6e9-ac8024b7b6c6" providerId="ADAL" clId="{67A4F9F5-779B-5943-B14E-B85497A2BF22}" dt="2025-10-28T07:42:20.637" v="11416" actId="1038"/>
          <ac:graphicFrameMkLst>
            <pc:docMk/>
            <pc:sldMk cId="1151164678" sldId="1258"/>
            <ac:graphicFrameMk id="5" creationId="{1DEB910B-9A13-1B7F-53F1-4B84681DD43E}"/>
          </ac:graphicFrameMkLst>
        </pc:graphicFrameChg>
        <pc:graphicFrameChg chg="mod modGraphic">
          <ac:chgData name="Said Nabi Lecturer FCSE" userId="22162f9c-d122-430c-b6e9-ac8024b7b6c6" providerId="ADAL" clId="{67A4F9F5-779B-5943-B14E-B85497A2BF22}" dt="2025-10-28T07:42:20.637" v="11416" actId="1038"/>
          <ac:graphicFrameMkLst>
            <pc:docMk/>
            <pc:sldMk cId="1151164678" sldId="1258"/>
            <ac:graphicFrameMk id="7" creationId="{117692BD-59BC-E8FF-B4FE-1A92CDE7714F}"/>
          </ac:graphicFrameMkLst>
        </pc:graphicFrameChg>
        <pc:graphicFrameChg chg="mod modGraphic">
          <ac:chgData name="Said Nabi Lecturer FCSE" userId="22162f9c-d122-430c-b6e9-ac8024b7b6c6" providerId="ADAL" clId="{67A4F9F5-779B-5943-B14E-B85497A2BF22}" dt="2025-10-28T14:56:51.411" v="11417" actId="20577"/>
          <ac:graphicFrameMkLst>
            <pc:docMk/>
            <pc:sldMk cId="1151164678" sldId="1258"/>
            <ac:graphicFrameMk id="20" creationId="{DA23B1CA-6C91-4464-51D5-1AC7D661DAF3}"/>
          </ac:graphicFrameMkLst>
        </pc:graphicFrameChg>
        <pc:cxnChg chg="add mod">
          <ac:chgData name="Said Nabi Lecturer FCSE" userId="22162f9c-d122-430c-b6e9-ac8024b7b6c6" providerId="ADAL" clId="{67A4F9F5-779B-5943-B14E-B85497A2BF22}" dt="2025-10-28T07:39:46.054" v="11329" actId="1038"/>
          <ac:cxnSpMkLst>
            <pc:docMk/>
            <pc:sldMk cId="1151164678" sldId="1258"/>
            <ac:cxnSpMk id="4" creationId="{CCCF14FC-9868-B3E3-522B-5D9E7772F0BE}"/>
          </ac:cxnSpMkLst>
        </pc:cxnChg>
        <pc:cxnChg chg="mod">
          <ac:chgData name="Said Nabi Lecturer FCSE" userId="22162f9c-d122-430c-b6e9-ac8024b7b6c6" providerId="ADAL" clId="{67A4F9F5-779B-5943-B14E-B85497A2BF22}" dt="2025-10-28T07:40:11.766" v="11350" actId="1076"/>
          <ac:cxnSpMkLst>
            <pc:docMk/>
            <pc:sldMk cId="1151164678" sldId="1258"/>
            <ac:cxnSpMk id="12" creationId="{BD354473-B73F-2405-3590-698C412BB3EE}"/>
          </ac:cxnSpMkLst>
        </pc:cxnChg>
      </pc:sldChg>
      <pc:sldChg chg="addSp modSp add mod ord">
        <pc:chgData name="Said Nabi Lecturer FCSE" userId="22162f9c-d122-430c-b6e9-ac8024b7b6c6" providerId="ADAL" clId="{67A4F9F5-779B-5943-B14E-B85497A2BF22}" dt="2025-10-30T04:31:33.925" v="12570" actId="207"/>
        <pc:sldMkLst>
          <pc:docMk/>
          <pc:sldMk cId="4198637322" sldId="1259"/>
        </pc:sldMkLst>
        <pc:spChg chg="mod">
          <ac:chgData name="Said Nabi Lecturer FCSE" userId="22162f9c-d122-430c-b6e9-ac8024b7b6c6" providerId="ADAL" clId="{67A4F9F5-779B-5943-B14E-B85497A2BF22}" dt="2025-10-29T02:21:06.260" v="11444" actId="20577"/>
          <ac:spMkLst>
            <pc:docMk/>
            <pc:sldMk cId="4198637322" sldId="1259"/>
            <ac:spMk id="4" creationId="{EBE8DE72-1BFA-2DC4-C6E9-65C75C72B515}"/>
          </ac:spMkLst>
        </pc:spChg>
        <pc:spChg chg="mod">
          <ac:chgData name="Said Nabi Lecturer FCSE" userId="22162f9c-d122-430c-b6e9-ac8024b7b6c6" providerId="ADAL" clId="{67A4F9F5-779B-5943-B14E-B85497A2BF22}" dt="2025-10-30T04:31:33.925" v="12570" actId="207"/>
          <ac:spMkLst>
            <pc:docMk/>
            <pc:sldMk cId="4198637322" sldId="1259"/>
            <ac:spMk id="6" creationId="{0308E13E-887E-4AE0-0237-84944A413324}"/>
          </ac:spMkLst>
        </pc:spChg>
        <pc:picChg chg="add mod">
          <ac:chgData name="Said Nabi Lecturer FCSE" userId="22162f9c-d122-430c-b6e9-ac8024b7b6c6" providerId="ADAL" clId="{67A4F9F5-779B-5943-B14E-B85497A2BF22}" dt="2025-10-29T02:32:24.245" v="11476" actId="1076"/>
          <ac:picMkLst>
            <pc:docMk/>
            <pc:sldMk cId="4198637322" sldId="1259"/>
            <ac:picMk id="3" creationId="{6509E81C-5921-A845-F97C-21EB2B6ABD20}"/>
          </ac:picMkLst>
        </pc:picChg>
      </pc:sldChg>
      <pc:sldChg chg="addSp delSp modSp new mod">
        <pc:chgData name="Said Nabi Lecturer FCSE" userId="22162f9c-d122-430c-b6e9-ac8024b7b6c6" providerId="ADAL" clId="{67A4F9F5-779B-5943-B14E-B85497A2BF22}" dt="2025-10-29T02:27:53.612" v="11461" actId="14100"/>
        <pc:sldMkLst>
          <pc:docMk/>
          <pc:sldMk cId="20478837" sldId="1260"/>
        </pc:sldMkLst>
        <pc:picChg chg="add mod">
          <ac:chgData name="Said Nabi Lecturer FCSE" userId="22162f9c-d122-430c-b6e9-ac8024b7b6c6" providerId="ADAL" clId="{67A4F9F5-779B-5943-B14E-B85497A2BF22}" dt="2025-10-29T02:27:53.612" v="11461" actId="14100"/>
          <ac:picMkLst>
            <pc:docMk/>
            <pc:sldMk cId="20478837" sldId="1260"/>
            <ac:picMk id="4" creationId="{202956BD-D804-15AB-7623-339917096270}"/>
          </ac:picMkLst>
        </pc:picChg>
      </pc:sldChg>
      <pc:sldChg chg="addSp delSp modSp add mod ord delAnim modAnim">
        <pc:chgData name="Said Nabi Lecturer FCSE" userId="22162f9c-d122-430c-b6e9-ac8024b7b6c6" providerId="ADAL" clId="{67A4F9F5-779B-5943-B14E-B85497A2BF22}" dt="2025-10-29T02:45:57.929" v="11537" actId="21"/>
        <pc:sldMkLst>
          <pc:docMk/>
          <pc:sldMk cId="2961832874" sldId="1261"/>
        </pc:sldMkLst>
        <pc:spChg chg="mod">
          <ac:chgData name="Said Nabi Lecturer FCSE" userId="22162f9c-d122-430c-b6e9-ac8024b7b6c6" providerId="ADAL" clId="{67A4F9F5-779B-5943-B14E-B85497A2BF22}" dt="2025-10-29T02:38:06.601" v="11530" actId="207"/>
          <ac:spMkLst>
            <pc:docMk/>
            <pc:sldMk cId="2961832874" sldId="1261"/>
            <ac:spMk id="21" creationId="{466C6336-CA84-ABA3-B47F-FC005D3CCCF2}"/>
          </ac:spMkLst>
        </pc:spChg>
        <pc:graphicFrameChg chg="mod">
          <ac:chgData name="Said Nabi Lecturer FCSE" userId="22162f9c-d122-430c-b6e9-ac8024b7b6c6" providerId="ADAL" clId="{67A4F9F5-779B-5943-B14E-B85497A2BF22}" dt="2025-10-29T02:34:35.633" v="11481"/>
          <ac:graphicFrameMkLst>
            <pc:docMk/>
            <pc:sldMk cId="2961832874" sldId="1261"/>
            <ac:graphicFrameMk id="3" creationId="{5A2802BF-16F1-7E2D-7346-A178580E7FB6}"/>
          </ac:graphicFrameMkLst>
        </pc:graphicFrameChg>
        <pc:graphicFrameChg chg="add mod modGraphic">
          <ac:chgData name="Said Nabi Lecturer FCSE" userId="22162f9c-d122-430c-b6e9-ac8024b7b6c6" providerId="ADAL" clId="{67A4F9F5-779B-5943-B14E-B85497A2BF22}" dt="2025-10-29T02:35:22.664" v="11496"/>
          <ac:graphicFrameMkLst>
            <pc:docMk/>
            <pc:sldMk cId="2961832874" sldId="1261"/>
            <ac:graphicFrameMk id="6" creationId="{9FFB1C61-FD89-A9B3-7BC0-365AEC3715B8}"/>
          </ac:graphicFrameMkLst>
        </pc:graphicFrameChg>
        <pc:graphicFrameChg chg="add mod">
          <ac:chgData name="Said Nabi Lecturer FCSE" userId="22162f9c-d122-430c-b6e9-ac8024b7b6c6" providerId="ADAL" clId="{67A4F9F5-779B-5943-B14E-B85497A2BF22}" dt="2025-10-29T02:35:37.580" v="11498" actId="1076"/>
          <ac:graphicFrameMkLst>
            <pc:docMk/>
            <pc:sldMk cId="2961832874" sldId="1261"/>
            <ac:graphicFrameMk id="8" creationId="{0D2A2F2F-B704-B590-F129-2E3F18071D0A}"/>
          </ac:graphicFrameMkLst>
        </pc:graphicFrameChg>
        <pc:graphicFrameChg chg="mod modGraphic">
          <ac:chgData name="Said Nabi Lecturer FCSE" userId="22162f9c-d122-430c-b6e9-ac8024b7b6c6" providerId="ADAL" clId="{67A4F9F5-779B-5943-B14E-B85497A2BF22}" dt="2025-10-29T02:37:50.383" v="11526" actId="1076"/>
          <ac:graphicFrameMkLst>
            <pc:docMk/>
            <pc:sldMk cId="2961832874" sldId="1261"/>
            <ac:graphicFrameMk id="20" creationId="{03F9EB18-8904-B8A3-A586-89FE236E4024}"/>
          </ac:graphicFrameMkLst>
        </pc:graphicFrameChg>
        <pc:cxnChg chg="mod">
          <ac:chgData name="Said Nabi Lecturer FCSE" userId="22162f9c-d122-430c-b6e9-ac8024b7b6c6" providerId="ADAL" clId="{67A4F9F5-779B-5943-B14E-B85497A2BF22}" dt="2025-10-29T02:36:27.305" v="11510" actId="14100"/>
          <ac:cxnSpMkLst>
            <pc:docMk/>
            <pc:sldMk cId="2961832874" sldId="1261"/>
            <ac:cxnSpMk id="12" creationId="{EAC78CDB-F12E-3D1F-B196-979D1EB37817}"/>
          </ac:cxnSpMkLst>
        </pc:cxnChg>
        <pc:cxnChg chg="add mod">
          <ac:chgData name="Said Nabi Lecturer FCSE" userId="22162f9c-d122-430c-b6e9-ac8024b7b6c6" providerId="ADAL" clId="{67A4F9F5-779B-5943-B14E-B85497A2BF22}" dt="2025-10-29T02:35:57.818" v="11503" actId="14100"/>
          <ac:cxnSpMkLst>
            <pc:docMk/>
            <pc:sldMk cId="2961832874" sldId="1261"/>
            <ac:cxnSpMk id="13" creationId="{782C0B3D-86E4-03E8-DD35-4E5CEAF7ECF1}"/>
          </ac:cxnSpMkLst>
        </pc:cxnChg>
        <pc:cxnChg chg="add mod">
          <ac:chgData name="Said Nabi Lecturer FCSE" userId="22162f9c-d122-430c-b6e9-ac8024b7b6c6" providerId="ADAL" clId="{67A4F9F5-779B-5943-B14E-B85497A2BF22}" dt="2025-10-29T02:36:18.290" v="11507" actId="14100"/>
          <ac:cxnSpMkLst>
            <pc:docMk/>
            <pc:sldMk cId="2961832874" sldId="1261"/>
            <ac:cxnSpMk id="17" creationId="{821E8280-645D-B672-5408-3BAD0FCA5885}"/>
          </ac:cxnSpMkLst>
        </pc:cxnChg>
        <pc:cxnChg chg="add mod">
          <ac:chgData name="Said Nabi Lecturer FCSE" userId="22162f9c-d122-430c-b6e9-ac8024b7b6c6" providerId="ADAL" clId="{67A4F9F5-779B-5943-B14E-B85497A2BF22}" dt="2025-10-29T02:36:21.916" v="11509" actId="1076"/>
          <ac:cxnSpMkLst>
            <pc:docMk/>
            <pc:sldMk cId="2961832874" sldId="1261"/>
            <ac:cxnSpMk id="23" creationId="{19DE8163-9295-88C0-D32D-B63C33A42987}"/>
          </ac:cxnSpMkLst>
        </pc:cxnChg>
      </pc:sldChg>
      <pc:sldChg chg="addSp delSp modSp new mod modAnim">
        <pc:chgData name="Said Nabi Lecturer FCSE" userId="22162f9c-d122-430c-b6e9-ac8024b7b6c6" providerId="ADAL" clId="{67A4F9F5-779B-5943-B14E-B85497A2BF22}" dt="2025-10-29T02:51:06.565" v="11572" actId="255"/>
        <pc:sldMkLst>
          <pc:docMk/>
          <pc:sldMk cId="4077593267" sldId="1262"/>
        </pc:sldMkLst>
        <pc:spChg chg="add mod">
          <ac:chgData name="Said Nabi Lecturer FCSE" userId="22162f9c-d122-430c-b6e9-ac8024b7b6c6" providerId="ADAL" clId="{67A4F9F5-779B-5943-B14E-B85497A2BF22}" dt="2025-10-29T02:50:32.639" v="11568" actId="1076"/>
          <ac:spMkLst>
            <pc:docMk/>
            <pc:sldMk cId="4077593267" sldId="1262"/>
            <ac:spMk id="6" creationId="{D6EDA5C3-ABDB-B5CC-D116-95E141AF4D08}"/>
          </ac:spMkLst>
        </pc:spChg>
        <pc:spChg chg="add mod">
          <ac:chgData name="Said Nabi Lecturer FCSE" userId="22162f9c-d122-430c-b6e9-ac8024b7b6c6" providerId="ADAL" clId="{67A4F9F5-779B-5943-B14E-B85497A2BF22}" dt="2025-10-29T02:51:06.565" v="11572" actId="255"/>
          <ac:spMkLst>
            <pc:docMk/>
            <pc:sldMk cId="4077593267" sldId="1262"/>
            <ac:spMk id="7" creationId="{C124D3DA-572F-105F-44C0-9A1B48A94DB7}"/>
          </ac:spMkLst>
        </pc:spChg>
        <pc:picChg chg="add mod">
          <ac:chgData name="Said Nabi Lecturer FCSE" userId="22162f9c-d122-430c-b6e9-ac8024b7b6c6" providerId="ADAL" clId="{67A4F9F5-779B-5943-B14E-B85497A2BF22}" dt="2025-10-29T02:48:18.152" v="11547" actId="1076"/>
          <ac:picMkLst>
            <pc:docMk/>
            <pc:sldMk cId="4077593267" sldId="1262"/>
            <ac:picMk id="4" creationId="{528AE39B-8E3C-10BA-FDF2-2BCC19CC5C12}"/>
          </ac:picMkLst>
        </pc:picChg>
      </pc:sldChg>
      <pc:sldChg chg="addSp delSp modSp add mod ord modAnim">
        <pc:chgData name="Said Nabi Lecturer FCSE" userId="22162f9c-d122-430c-b6e9-ac8024b7b6c6" providerId="ADAL" clId="{67A4F9F5-779B-5943-B14E-B85497A2BF22}" dt="2025-10-29T03:14:35.790" v="11608" actId="207"/>
        <pc:sldMkLst>
          <pc:docMk/>
          <pc:sldMk cId="3783565812" sldId="1263"/>
        </pc:sldMkLst>
      </pc:sldChg>
      <pc:sldChg chg="addSp delSp modSp add mod ord">
        <pc:chgData name="Said Nabi Lecturer FCSE" userId="22162f9c-d122-430c-b6e9-ac8024b7b6c6" providerId="ADAL" clId="{67A4F9F5-779B-5943-B14E-B85497A2BF22}" dt="2025-10-30T04:31:59.370" v="12576" actId="207"/>
        <pc:sldMkLst>
          <pc:docMk/>
          <pc:sldMk cId="2771707052" sldId="1264"/>
        </pc:sldMkLst>
      </pc:sldChg>
      <pc:sldChg chg="addSp delSp modSp add mod ord modAnim">
        <pc:chgData name="Said Nabi Lecturer FCSE" userId="22162f9c-d122-430c-b6e9-ac8024b7b6c6" providerId="ADAL" clId="{67A4F9F5-779B-5943-B14E-B85497A2BF22}" dt="2025-10-29T03:36:01.744" v="11741" actId="20577"/>
        <pc:sldMkLst>
          <pc:docMk/>
          <pc:sldMk cId="4197855304" sldId="1265"/>
        </pc:sldMkLst>
      </pc:sldChg>
      <pc:sldChg chg="addSp delSp modSp add mod ord">
        <pc:chgData name="Said Nabi Lecturer FCSE" userId="22162f9c-d122-430c-b6e9-ac8024b7b6c6" providerId="ADAL" clId="{67A4F9F5-779B-5943-B14E-B85497A2BF22}" dt="2025-10-30T04:32:16.085" v="12579" actId="207"/>
        <pc:sldMkLst>
          <pc:docMk/>
          <pc:sldMk cId="1277994506" sldId="1266"/>
        </pc:sldMkLst>
      </pc:sldChg>
      <pc:sldChg chg="delSp modSp add mod">
        <pc:chgData name="Said Nabi Lecturer FCSE" userId="22162f9c-d122-430c-b6e9-ac8024b7b6c6" providerId="ADAL" clId="{67A4F9F5-779B-5943-B14E-B85497A2BF22}" dt="2025-10-30T04:33:22.753" v="12593" actId="207"/>
        <pc:sldMkLst>
          <pc:docMk/>
          <pc:sldMk cId="2014246211" sldId="1267"/>
        </pc:sldMkLst>
      </pc:sldChg>
      <pc:sldChg chg="modSp add mod">
        <pc:chgData name="Said Nabi Lecturer FCSE" userId="22162f9c-d122-430c-b6e9-ac8024b7b6c6" providerId="ADAL" clId="{67A4F9F5-779B-5943-B14E-B85497A2BF22}" dt="2025-10-30T04:36:35.808" v="12632" actId="207"/>
        <pc:sldMkLst>
          <pc:docMk/>
          <pc:sldMk cId="47850072" sldId="1268"/>
        </pc:sldMkLst>
        <pc:spChg chg="mod">
          <ac:chgData name="Said Nabi Lecturer FCSE" userId="22162f9c-d122-430c-b6e9-ac8024b7b6c6" providerId="ADAL" clId="{67A4F9F5-779B-5943-B14E-B85497A2BF22}" dt="2025-10-30T04:36:35.808" v="12632" actId="207"/>
          <ac:spMkLst>
            <pc:docMk/>
            <pc:sldMk cId="47850072" sldId="1268"/>
            <ac:spMk id="6" creationId="{9609B4D0-F873-4EB1-9060-455C54B9CC55}"/>
          </ac:spMkLst>
        </pc:spChg>
        <pc:spChg chg="mod">
          <ac:chgData name="Said Nabi Lecturer FCSE" userId="22162f9c-d122-430c-b6e9-ac8024b7b6c6" providerId="ADAL" clId="{67A4F9F5-779B-5943-B14E-B85497A2BF22}" dt="2025-10-29T05:13:58.475" v="11845" actId="255"/>
          <ac:spMkLst>
            <pc:docMk/>
            <pc:sldMk cId="47850072" sldId="1268"/>
            <ac:spMk id="7" creationId="{BA9BA7CE-4CAD-7C93-D5D2-2124FBF89A0C}"/>
          </ac:spMkLst>
        </pc:spChg>
      </pc:sldChg>
      <pc:sldChg chg="modSp add del mod">
        <pc:chgData name="Said Nabi Lecturer FCSE" userId="22162f9c-d122-430c-b6e9-ac8024b7b6c6" providerId="ADAL" clId="{67A4F9F5-779B-5943-B14E-B85497A2BF22}" dt="2025-10-29T05:04:59.821" v="11841" actId="2696"/>
        <pc:sldMkLst>
          <pc:docMk/>
          <pc:sldMk cId="1259123727" sldId="1269"/>
        </pc:sldMkLst>
      </pc:sldChg>
      <pc:sldChg chg="modSp add mod modAnim">
        <pc:chgData name="Said Nabi Lecturer FCSE" userId="22162f9c-d122-430c-b6e9-ac8024b7b6c6" providerId="ADAL" clId="{67A4F9F5-779B-5943-B14E-B85497A2BF22}" dt="2025-10-30T04:37:43.721" v="12647" actId="207"/>
        <pc:sldMkLst>
          <pc:docMk/>
          <pc:sldMk cId="1314682081" sldId="1269"/>
        </pc:sldMkLst>
        <pc:spChg chg="mod">
          <ac:chgData name="Said Nabi Lecturer FCSE" userId="22162f9c-d122-430c-b6e9-ac8024b7b6c6" providerId="ADAL" clId="{67A4F9F5-779B-5943-B14E-B85497A2BF22}" dt="2025-10-30T04:37:43.721" v="12647" actId="207"/>
          <ac:spMkLst>
            <pc:docMk/>
            <pc:sldMk cId="1314682081" sldId="1269"/>
            <ac:spMk id="6" creationId="{0052683E-B066-15F4-E734-66D2D77CD8E3}"/>
          </ac:spMkLst>
        </pc:spChg>
        <pc:spChg chg="mod">
          <ac:chgData name="Said Nabi Lecturer FCSE" userId="22162f9c-d122-430c-b6e9-ac8024b7b6c6" providerId="ADAL" clId="{67A4F9F5-779B-5943-B14E-B85497A2BF22}" dt="2025-10-29T05:16:27.861" v="11917" actId="20577"/>
          <ac:spMkLst>
            <pc:docMk/>
            <pc:sldMk cId="1314682081" sldId="1269"/>
            <ac:spMk id="7" creationId="{55BA6212-0B5C-C903-EDDA-15507633816D}"/>
          </ac:spMkLst>
        </pc:spChg>
      </pc:sldChg>
      <pc:sldChg chg="modSp add mod">
        <pc:chgData name="Said Nabi Lecturer FCSE" userId="22162f9c-d122-430c-b6e9-ac8024b7b6c6" providerId="ADAL" clId="{67A4F9F5-779B-5943-B14E-B85497A2BF22}" dt="2025-10-29T05:39:11.065" v="11989" actId="207"/>
        <pc:sldMkLst>
          <pc:docMk/>
          <pc:sldMk cId="3807921517" sldId="1270"/>
        </pc:sldMkLst>
        <pc:spChg chg="mod">
          <ac:chgData name="Said Nabi Lecturer FCSE" userId="22162f9c-d122-430c-b6e9-ac8024b7b6c6" providerId="ADAL" clId="{67A4F9F5-779B-5943-B14E-B85497A2BF22}" dt="2025-10-29T05:39:11.065" v="11989" actId="207"/>
          <ac:spMkLst>
            <pc:docMk/>
            <pc:sldMk cId="3807921517" sldId="1270"/>
            <ac:spMk id="6" creationId="{DF4F94F2-507C-C33C-E8E6-B9B5D1BD208D}"/>
          </ac:spMkLst>
        </pc:spChg>
        <pc:spChg chg="mod">
          <ac:chgData name="Said Nabi Lecturer FCSE" userId="22162f9c-d122-430c-b6e9-ac8024b7b6c6" providerId="ADAL" clId="{67A4F9F5-779B-5943-B14E-B85497A2BF22}" dt="2025-10-29T05:37:36.880" v="11972" actId="1076"/>
          <ac:spMkLst>
            <pc:docMk/>
            <pc:sldMk cId="3807921517" sldId="1270"/>
            <ac:spMk id="7" creationId="{2CC0E646-ABA4-F624-8F30-90CB366C732F}"/>
          </ac:spMkLst>
        </pc:spChg>
      </pc:sldChg>
      <pc:sldChg chg="modSp add mod modNotesTx">
        <pc:chgData name="Said Nabi Lecturer FCSE" userId="22162f9c-d122-430c-b6e9-ac8024b7b6c6" providerId="ADAL" clId="{67A4F9F5-779B-5943-B14E-B85497A2BF22}" dt="2025-10-29T05:46:49.661" v="12035" actId="20577"/>
        <pc:sldMkLst>
          <pc:docMk/>
          <pc:sldMk cId="3618038641" sldId="1271"/>
        </pc:sldMkLst>
        <pc:spChg chg="mod">
          <ac:chgData name="Said Nabi Lecturer FCSE" userId="22162f9c-d122-430c-b6e9-ac8024b7b6c6" providerId="ADAL" clId="{67A4F9F5-779B-5943-B14E-B85497A2BF22}" dt="2025-10-29T05:46:33.354" v="12018" actId="207"/>
          <ac:spMkLst>
            <pc:docMk/>
            <pc:sldMk cId="3618038641" sldId="1271"/>
            <ac:spMk id="6" creationId="{0D1BF2E5-ADDD-6365-1FA8-0B39091DDEB3}"/>
          </ac:spMkLst>
        </pc:spChg>
        <pc:spChg chg="mod">
          <ac:chgData name="Said Nabi Lecturer FCSE" userId="22162f9c-d122-430c-b6e9-ac8024b7b6c6" providerId="ADAL" clId="{67A4F9F5-779B-5943-B14E-B85497A2BF22}" dt="2025-10-29T05:46:42.858" v="12034" actId="20577"/>
          <ac:spMkLst>
            <pc:docMk/>
            <pc:sldMk cId="3618038641" sldId="1271"/>
            <ac:spMk id="7" creationId="{E806EC0D-911B-860A-8E2A-4A6A13F0939E}"/>
          </ac:spMkLst>
        </pc:spChg>
      </pc:sldChg>
      <pc:sldChg chg="modSp add mod">
        <pc:chgData name="Said Nabi Lecturer FCSE" userId="22162f9c-d122-430c-b6e9-ac8024b7b6c6" providerId="ADAL" clId="{67A4F9F5-779B-5943-B14E-B85497A2BF22}" dt="2025-10-30T04:38:26.834" v="12655" actId="207"/>
        <pc:sldMkLst>
          <pc:docMk/>
          <pc:sldMk cId="328436420" sldId="1272"/>
        </pc:sldMkLst>
        <pc:spChg chg="mod">
          <ac:chgData name="Said Nabi Lecturer FCSE" userId="22162f9c-d122-430c-b6e9-ac8024b7b6c6" providerId="ADAL" clId="{67A4F9F5-779B-5943-B14E-B85497A2BF22}" dt="2025-10-30T04:38:26.834" v="12655" actId="207"/>
          <ac:spMkLst>
            <pc:docMk/>
            <pc:sldMk cId="328436420" sldId="1272"/>
            <ac:spMk id="6" creationId="{59F39D97-C14C-04DB-3F3D-88DF7053D1E8}"/>
          </ac:spMkLst>
        </pc:spChg>
        <pc:spChg chg="mod">
          <ac:chgData name="Said Nabi Lecturer FCSE" userId="22162f9c-d122-430c-b6e9-ac8024b7b6c6" providerId="ADAL" clId="{67A4F9F5-779B-5943-B14E-B85497A2BF22}" dt="2025-10-29T05:47:40.387" v="12050" actId="20577"/>
          <ac:spMkLst>
            <pc:docMk/>
            <pc:sldMk cId="328436420" sldId="1272"/>
            <ac:spMk id="7" creationId="{96170D16-9EC2-6E08-E8AF-83D794E31F54}"/>
          </ac:spMkLst>
        </pc:spChg>
      </pc:sldChg>
      <pc:sldChg chg="modSp add mod">
        <pc:chgData name="Said Nabi Lecturer FCSE" userId="22162f9c-d122-430c-b6e9-ac8024b7b6c6" providerId="ADAL" clId="{67A4F9F5-779B-5943-B14E-B85497A2BF22}" dt="2025-10-30T04:39:11.674" v="12665" actId="207"/>
        <pc:sldMkLst>
          <pc:docMk/>
          <pc:sldMk cId="654157343" sldId="1273"/>
        </pc:sldMkLst>
        <pc:spChg chg="mod">
          <ac:chgData name="Said Nabi Lecturer FCSE" userId="22162f9c-d122-430c-b6e9-ac8024b7b6c6" providerId="ADAL" clId="{67A4F9F5-779B-5943-B14E-B85497A2BF22}" dt="2025-10-30T04:39:11.674" v="12665" actId="207"/>
          <ac:spMkLst>
            <pc:docMk/>
            <pc:sldMk cId="654157343" sldId="1273"/>
            <ac:spMk id="6" creationId="{7917C507-3313-690A-F7C5-B09F9D73042D}"/>
          </ac:spMkLst>
        </pc:spChg>
        <pc:spChg chg="mod">
          <ac:chgData name="Said Nabi Lecturer FCSE" userId="22162f9c-d122-430c-b6e9-ac8024b7b6c6" providerId="ADAL" clId="{67A4F9F5-779B-5943-B14E-B85497A2BF22}" dt="2025-10-29T05:49:14.786" v="12067" actId="20577"/>
          <ac:spMkLst>
            <pc:docMk/>
            <pc:sldMk cId="654157343" sldId="1273"/>
            <ac:spMk id="7" creationId="{3F51A646-B50F-2571-8EA4-547BC3E1A4C0}"/>
          </ac:spMkLst>
        </pc:spChg>
      </pc:sldChg>
      <pc:sldChg chg="add del">
        <pc:chgData name="Said Nabi Lecturer FCSE" userId="22162f9c-d122-430c-b6e9-ac8024b7b6c6" providerId="ADAL" clId="{67A4F9F5-779B-5943-B14E-B85497A2BF22}" dt="2025-10-30T04:39:22.399" v="12666" actId="2696"/>
        <pc:sldMkLst>
          <pc:docMk/>
          <pc:sldMk cId="173998873" sldId="1274"/>
        </pc:sldMkLst>
      </pc:sldChg>
      <pc:sldChg chg="modSp add mod modNotesTx">
        <pc:chgData name="Said Nabi Lecturer FCSE" userId="22162f9c-d122-430c-b6e9-ac8024b7b6c6" providerId="ADAL" clId="{67A4F9F5-779B-5943-B14E-B85497A2BF22}" dt="2025-10-30T04:40:01.165" v="12675" actId="207"/>
        <pc:sldMkLst>
          <pc:docMk/>
          <pc:sldMk cId="1571636620" sldId="1275"/>
        </pc:sldMkLst>
        <pc:spChg chg="mod">
          <ac:chgData name="Said Nabi Lecturer FCSE" userId="22162f9c-d122-430c-b6e9-ac8024b7b6c6" providerId="ADAL" clId="{67A4F9F5-779B-5943-B14E-B85497A2BF22}" dt="2025-10-30T04:40:01.165" v="12675" actId="207"/>
          <ac:spMkLst>
            <pc:docMk/>
            <pc:sldMk cId="1571636620" sldId="1275"/>
            <ac:spMk id="6" creationId="{E8A356BE-A6CF-1282-7E15-311A1C812154}"/>
          </ac:spMkLst>
        </pc:spChg>
        <pc:spChg chg="mod">
          <ac:chgData name="Said Nabi Lecturer FCSE" userId="22162f9c-d122-430c-b6e9-ac8024b7b6c6" providerId="ADAL" clId="{67A4F9F5-779B-5943-B14E-B85497A2BF22}" dt="2025-10-29T05:51:43.291" v="12081" actId="20577"/>
          <ac:spMkLst>
            <pc:docMk/>
            <pc:sldMk cId="1571636620" sldId="1275"/>
            <ac:spMk id="7" creationId="{4227E716-1E79-9114-B134-241FB80041D1}"/>
          </ac:spMkLst>
        </pc:spChg>
      </pc:sldChg>
      <pc:sldChg chg="modSp add mod">
        <pc:chgData name="Said Nabi Lecturer FCSE" userId="22162f9c-d122-430c-b6e9-ac8024b7b6c6" providerId="ADAL" clId="{67A4F9F5-779B-5943-B14E-B85497A2BF22}" dt="2025-10-30T04:40:55.509" v="12686" actId="207"/>
        <pc:sldMkLst>
          <pc:docMk/>
          <pc:sldMk cId="2800734109" sldId="1276"/>
        </pc:sldMkLst>
        <pc:spChg chg="mod">
          <ac:chgData name="Said Nabi Lecturer FCSE" userId="22162f9c-d122-430c-b6e9-ac8024b7b6c6" providerId="ADAL" clId="{67A4F9F5-779B-5943-B14E-B85497A2BF22}" dt="2025-10-30T04:40:55.509" v="12686" actId="207"/>
          <ac:spMkLst>
            <pc:docMk/>
            <pc:sldMk cId="2800734109" sldId="1276"/>
            <ac:spMk id="6" creationId="{72C0E603-E03C-DC72-19C2-4EFA775BD8B6}"/>
          </ac:spMkLst>
        </pc:spChg>
        <pc:spChg chg="mod">
          <ac:chgData name="Said Nabi Lecturer FCSE" userId="22162f9c-d122-430c-b6e9-ac8024b7b6c6" providerId="ADAL" clId="{67A4F9F5-779B-5943-B14E-B85497A2BF22}" dt="2025-10-29T07:30:32.785" v="12115" actId="20577"/>
          <ac:spMkLst>
            <pc:docMk/>
            <pc:sldMk cId="2800734109" sldId="1276"/>
            <ac:spMk id="7" creationId="{DA0AD4FC-6E84-C1EF-A33E-59008081ED30}"/>
          </ac:spMkLst>
        </pc:spChg>
      </pc:sldChg>
      <pc:sldChg chg="modSp add mod modAnim">
        <pc:chgData name="Said Nabi Lecturer FCSE" userId="22162f9c-d122-430c-b6e9-ac8024b7b6c6" providerId="ADAL" clId="{67A4F9F5-779B-5943-B14E-B85497A2BF22}" dt="2025-10-30T04:41:54.735" v="12698" actId="207"/>
        <pc:sldMkLst>
          <pc:docMk/>
          <pc:sldMk cId="2583583273" sldId="1277"/>
        </pc:sldMkLst>
        <pc:spChg chg="mod">
          <ac:chgData name="Said Nabi Lecturer FCSE" userId="22162f9c-d122-430c-b6e9-ac8024b7b6c6" providerId="ADAL" clId="{67A4F9F5-779B-5943-B14E-B85497A2BF22}" dt="2025-10-30T04:41:54.735" v="12698" actId="207"/>
          <ac:spMkLst>
            <pc:docMk/>
            <pc:sldMk cId="2583583273" sldId="1277"/>
            <ac:spMk id="6" creationId="{0550DA01-71AA-A97A-E91F-4AB57E148C60}"/>
          </ac:spMkLst>
        </pc:spChg>
        <pc:spChg chg="mod">
          <ac:chgData name="Said Nabi Lecturer FCSE" userId="22162f9c-d122-430c-b6e9-ac8024b7b6c6" providerId="ADAL" clId="{67A4F9F5-779B-5943-B14E-B85497A2BF22}" dt="2025-10-29T07:31:02.551" v="12166" actId="20577"/>
          <ac:spMkLst>
            <pc:docMk/>
            <pc:sldMk cId="2583583273" sldId="1277"/>
            <ac:spMk id="7" creationId="{95972AF8-9058-D43D-8809-A354D4A4CCBF}"/>
          </ac:spMkLst>
        </pc:spChg>
      </pc:sldChg>
      <pc:sldChg chg="modSp add mod">
        <pc:chgData name="Said Nabi Lecturer FCSE" userId="22162f9c-d122-430c-b6e9-ac8024b7b6c6" providerId="ADAL" clId="{67A4F9F5-779B-5943-B14E-B85497A2BF22}" dt="2025-10-30T04:42:44.229" v="12708" actId="207"/>
        <pc:sldMkLst>
          <pc:docMk/>
          <pc:sldMk cId="2883568473" sldId="1278"/>
        </pc:sldMkLst>
        <pc:spChg chg="mod">
          <ac:chgData name="Said Nabi Lecturer FCSE" userId="22162f9c-d122-430c-b6e9-ac8024b7b6c6" providerId="ADAL" clId="{67A4F9F5-779B-5943-B14E-B85497A2BF22}" dt="2025-10-30T04:42:44.229" v="12708" actId="207"/>
          <ac:spMkLst>
            <pc:docMk/>
            <pc:sldMk cId="2883568473" sldId="1278"/>
            <ac:spMk id="6" creationId="{27C63366-1EDE-2529-F06B-EFD9E7A10948}"/>
          </ac:spMkLst>
        </pc:spChg>
        <pc:spChg chg="mod">
          <ac:chgData name="Said Nabi Lecturer FCSE" userId="22162f9c-d122-430c-b6e9-ac8024b7b6c6" providerId="ADAL" clId="{67A4F9F5-779B-5943-B14E-B85497A2BF22}" dt="2025-10-29T07:32:42.927" v="12192" actId="20577"/>
          <ac:spMkLst>
            <pc:docMk/>
            <pc:sldMk cId="2883568473" sldId="1278"/>
            <ac:spMk id="7" creationId="{05EF71DC-3D56-81CF-DBAD-99F0EADC0118}"/>
          </ac:spMkLst>
        </pc:spChg>
      </pc:sldChg>
      <pc:sldChg chg="modSp add mod">
        <pc:chgData name="Said Nabi Lecturer FCSE" userId="22162f9c-d122-430c-b6e9-ac8024b7b6c6" providerId="ADAL" clId="{67A4F9F5-779B-5943-B14E-B85497A2BF22}" dt="2025-10-30T04:43:29.499" v="12718" actId="207"/>
        <pc:sldMkLst>
          <pc:docMk/>
          <pc:sldMk cId="3664232527" sldId="1279"/>
        </pc:sldMkLst>
        <pc:spChg chg="mod">
          <ac:chgData name="Said Nabi Lecturer FCSE" userId="22162f9c-d122-430c-b6e9-ac8024b7b6c6" providerId="ADAL" clId="{67A4F9F5-779B-5943-B14E-B85497A2BF22}" dt="2025-10-30T04:43:29.499" v="12718" actId="207"/>
          <ac:spMkLst>
            <pc:docMk/>
            <pc:sldMk cId="3664232527" sldId="1279"/>
            <ac:spMk id="6" creationId="{2DD88823-C234-4249-60BA-55E5F3646608}"/>
          </ac:spMkLst>
        </pc:spChg>
        <pc:spChg chg="mod">
          <ac:chgData name="Said Nabi Lecturer FCSE" userId="22162f9c-d122-430c-b6e9-ac8024b7b6c6" providerId="ADAL" clId="{67A4F9F5-779B-5943-B14E-B85497A2BF22}" dt="2025-10-29T07:36:31.244" v="12249" actId="1035"/>
          <ac:spMkLst>
            <pc:docMk/>
            <pc:sldMk cId="3664232527" sldId="1279"/>
            <ac:spMk id="7" creationId="{DABF467A-36C7-EF69-22A6-EA1259F5BB01}"/>
          </ac:spMkLst>
        </pc:spChg>
      </pc:sldChg>
      <pc:sldChg chg="modSp add mod">
        <pc:chgData name="Said Nabi Lecturer FCSE" userId="22162f9c-d122-430c-b6e9-ac8024b7b6c6" providerId="ADAL" clId="{67A4F9F5-779B-5943-B14E-B85497A2BF22}" dt="2025-10-30T04:43:53.248" v="12723" actId="207"/>
        <pc:sldMkLst>
          <pc:docMk/>
          <pc:sldMk cId="2437511848" sldId="1280"/>
        </pc:sldMkLst>
        <pc:spChg chg="mod">
          <ac:chgData name="Said Nabi Lecturer FCSE" userId="22162f9c-d122-430c-b6e9-ac8024b7b6c6" providerId="ADAL" clId="{67A4F9F5-779B-5943-B14E-B85497A2BF22}" dt="2025-10-30T04:43:53.248" v="12723" actId="207"/>
          <ac:spMkLst>
            <pc:docMk/>
            <pc:sldMk cId="2437511848" sldId="1280"/>
            <ac:spMk id="6" creationId="{E0BB3DE4-497B-37BC-1C0F-D70F56E94028}"/>
          </ac:spMkLst>
        </pc:spChg>
        <pc:spChg chg="mod">
          <ac:chgData name="Said Nabi Lecturer FCSE" userId="22162f9c-d122-430c-b6e9-ac8024b7b6c6" providerId="ADAL" clId="{67A4F9F5-779B-5943-B14E-B85497A2BF22}" dt="2025-10-29T07:37:48.385" v="12273" actId="20577"/>
          <ac:spMkLst>
            <pc:docMk/>
            <pc:sldMk cId="2437511848" sldId="1280"/>
            <ac:spMk id="7" creationId="{FC146A01-AB3A-3113-E11A-117D9D7EF089}"/>
          </ac:spMkLst>
        </pc:spChg>
      </pc:sldChg>
      <pc:sldChg chg="modSp add mod">
        <pc:chgData name="Said Nabi Lecturer FCSE" userId="22162f9c-d122-430c-b6e9-ac8024b7b6c6" providerId="ADAL" clId="{67A4F9F5-779B-5943-B14E-B85497A2BF22}" dt="2025-10-30T04:44:24.652" v="12730" actId="207"/>
        <pc:sldMkLst>
          <pc:docMk/>
          <pc:sldMk cId="1863781370" sldId="1281"/>
        </pc:sldMkLst>
        <pc:spChg chg="mod">
          <ac:chgData name="Said Nabi Lecturer FCSE" userId="22162f9c-d122-430c-b6e9-ac8024b7b6c6" providerId="ADAL" clId="{67A4F9F5-779B-5943-B14E-B85497A2BF22}" dt="2025-10-30T04:44:24.652" v="12730" actId="207"/>
          <ac:spMkLst>
            <pc:docMk/>
            <pc:sldMk cId="1863781370" sldId="1281"/>
            <ac:spMk id="6" creationId="{D6FB9106-6AE5-9791-439F-0249BDCB1D30}"/>
          </ac:spMkLst>
        </pc:spChg>
        <pc:spChg chg="mod">
          <ac:chgData name="Said Nabi Lecturer FCSE" userId="22162f9c-d122-430c-b6e9-ac8024b7b6c6" providerId="ADAL" clId="{67A4F9F5-779B-5943-B14E-B85497A2BF22}" dt="2025-10-29T07:38:38.338" v="12286" actId="20577"/>
          <ac:spMkLst>
            <pc:docMk/>
            <pc:sldMk cId="1863781370" sldId="1281"/>
            <ac:spMk id="7" creationId="{BFDE4F89-DA0B-30EB-3C9C-DB6B1B8BF595}"/>
          </ac:spMkLst>
        </pc:spChg>
      </pc:sldChg>
      <pc:sldChg chg="modSp add mod">
        <pc:chgData name="Said Nabi Lecturer FCSE" userId="22162f9c-d122-430c-b6e9-ac8024b7b6c6" providerId="ADAL" clId="{67A4F9F5-779B-5943-B14E-B85497A2BF22}" dt="2025-10-30T04:45:01.136" v="12738" actId="207"/>
        <pc:sldMkLst>
          <pc:docMk/>
          <pc:sldMk cId="2631238936" sldId="1282"/>
        </pc:sldMkLst>
        <pc:spChg chg="mod">
          <ac:chgData name="Said Nabi Lecturer FCSE" userId="22162f9c-d122-430c-b6e9-ac8024b7b6c6" providerId="ADAL" clId="{67A4F9F5-779B-5943-B14E-B85497A2BF22}" dt="2025-10-30T04:45:01.136" v="12738" actId="207"/>
          <ac:spMkLst>
            <pc:docMk/>
            <pc:sldMk cId="2631238936" sldId="1282"/>
            <ac:spMk id="6" creationId="{23E80171-E5B4-2388-FDDC-01F5D7B55381}"/>
          </ac:spMkLst>
        </pc:spChg>
        <pc:spChg chg="mod">
          <ac:chgData name="Said Nabi Lecturer FCSE" userId="22162f9c-d122-430c-b6e9-ac8024b7b6c6" providerId="ADAL" clId="{67A4F9F5-779B-5943-B14E-B85497A2BF22}" dt="2025-10-29T07:40:49.610" v="12309" actId="20577"/>
          <ac:spMkLst>
            <pc:docMk/>
            <pc:sldMk cId="2631238936" sldId="1282"/>
            <ac:spMk id="7" creationId="{1899C479-7B57-EA34-7CEB-77478FC1924D}"/>
          </ac:spMkLst>
        </pc:spChg>
      </pc:sldChg>
      <pc:sldChg chg="modSp add mod">
        <pc:chgData name="Said Nabi Lecturer FCSE" userId="22162f9c-d122-430c-b6e9-ac8024b7b6c6" providerId="ADAL" clId="{67A4F9F5-779B-5943-B14E-B85497A2BF22}" dt="2025-10-30T04:45:39.776" v="12746" actId="207"/>
        <pc:sldMkLst>
          <pc:docMk/>
          <pc:sldMk cId="934195758" sldId="1283"/>
        </pc:sldMkLst>
        <pc:spChg chg="mod">
          <ac:chgData name="Said Nabi Lecturer FCSE" userId="22162f9c-d122-430c-b6e9-ac8024b7b6c6" providerId="ADAL" clId="{67A4F9F5-779B-5943-B14E-B85497A2BF22}" dt="2025-10-30T04:45:39.776" v="12746" actId="207"/>
          <ac:spMkLst>
            <pc:docMk/>
            <pc:sldMk cId="934195758" sldId="1283"/>
            <ac:spMk id="6" creationId="{99DF89AF-AF0F-F627-E8E8-8EE10522F17E}"/>
          </ac:spMkLst>
        </pc:spChg>
        <pc:spChg chg="mod">
          <ac:chgData name="Said Nabi Lecturer FCSE" userId="22162f9c-d122-430c-b6e9-ac8024b7b6c6" providerId="ADAL" clId="{67A4F9F5-779B-5943-B14E-B85497A2BF22}" dt="2025-10-29T07:42:32.671" v="12348" actId="20577"/>
          <ac:spMkLst>
            <pc:docMk/>
            <pc:sldMk cId="934195758" sldId="1283"/>
            <ac:spMk id="7" creationId="{AF3D32A1-E59A-1EFA-0AC8-D90D6C39520E}"/>
          </ac:spMkLst>
        </pc:spChg>
      </pc:sldChg>
      <pc:sldChg chg="modSp add mod">
        <pc:chgData name="Said Nabi Lecturer FCSE" userId="22162f9c-d122-430c-b6e9-ac8024b7b6c6" providerId="ADAL" clId="{67A4F9F5-779B-5943-B14E-B85497A2BF22}" dt="2025-10-30T04:46:08.568" v="12752" actId="207"/>
        <pc:sldMkLst>
          <pc:docMk/>
          <pc:sldMk cId="1164820952" sldId="1284"/>
        </pc:sldMkLst>
        <pc:spChg chg="mod">
          <ac:chgData name="Said Nabi Lecturer FCSE" userId="22162f9c-d122-430c-b6e9-ac8024b7b6c6" providerId="ADAL" clId="{67A4F9F5-779B-5943-B14E-B85497A2BF22}" dt="2025-10-30T04:46:08.568" v="12752" actId="207"/>
          <ac:spMkLst>
            <pc:docMk/>
            <pc:sldMk cId="1164820952" sldId="1284"/>
            <ac:spMk id="6" creationId="{2ADB4D24-56AE-E63B-1EF2-92A6D05BD02C}"/>
          </ac:spMkLst>
        </pc:spChg>
        <pc:spChg chg="mod">
          <ac:chgData name="Said Nabi Lecturer FCSE" userId="22162f9c-d122-430c-b6e9-ac8024b7b6c6" providerId="ADAL" clId="{67A4F9F5-779B-5943-B14E-B85497A2BF22}" dt="2025-10-29T07:43:36.590" v="12371" actId="20577"/>
          <ac:spMkLst>
            <pc:docMk/>
            <pc:sldMk cId="1164820952" sldId="1284"/>
            <ac:spMk id="7" creationId="{A920C507-D650-5F05-1A8D-E14C590239D8}"/>
          </ac:spMkLst>
        </pc:spChg>
      </pc:sldChg>
      <pc:sldChg chg="modSp add mod">
        <pc:chgData name="Said Nabi Lecturer FCSE" userId="22162f9c-d122-430c-b6e9-ac8024b7b6c6" providerId="ADAL" clId="{67A4F9F5-779B-5943-B14E-B85497A2BF22}" dt="2025-10-30T04:46:37.555" v="12758" actId="207"/>
        <pc:sldMkLst>
          <pc:docMk/>
          <pc:sldMk cId="933072674" sldId="1285"/>
        </pc:sldMkLst>
        <pc:spChg chg="mod">
          <ac:chgData name="Said Nabi Lecturer FCSE" userId="22162f9c-d122-430c-b6e9-ac8024b7b6c6" providerId="ADAL" clId="{67A4F9F5-779B-5943-B14E-B85497A2BF22}" dt="2025-10-30T04:46:37.555" v="12758" actId="207"/>
          <ac:spMkLst>
            <pc:docMk/>
            <pc:sldMk cId="933072674" sldId="1285"/>
            <ac:spMk id="6" creationId="{3583727A-9DC4-F37E-65E2-A8647E3A67F2}"/>
          </ac:spMkLst>
        </pc:spChg>
        <pc:spChg chg="mod">
          <ac:chgData name="Said Nabi Lecturer FCSE" userId="22162f9c-d122-430c-b6e9-ac8024b7b6c6" providerId="ADAL" clId="{67A4F9F5-779B-5943-B14E-B85497A2BF22}" dt="2025-10-29T07:44:27.079" v="12405" actId="20577"/>
          <ac:spMkLst>
            <pc:docMk/>
            <pc:sldMk cId="933072674" sldId="1285"/>
            <ac:spMk id="7" creationId="{FC0F5327-F080-B4DC-5599-2ECCEDA348C0}"/>
          </ac:spMkLst>
        </pc:spChg>
      </pc:sldChg>
      <pc:sldChg chg="modSp add mod">
        <pc:chgData name="Said Nabi Lecturer FCSE" userId="22162f9c-d122-430c-b6e9-ac8024b7b6c6" providerId="ADAL" clId="{67A4F9F5-779B-5943-B14E-B85497A2BF22}" dt="2025-10-30T04:47:23.923" v="12767" actId="207"/>
        <pc:sldMkLst>
          <pc:docMk/>
          <pc:sldMk cId="1267137170" sldId="1286"/>
        </pc:sldMkLst>
        <pc:spChg chg="mod">
          <ac:chgData name="Said Nabi Lecturer FCSE" userId="22162f9c-d122-430c-b6e9-ac8024b7b6c6" providerId="ADAL" clId="{67A4F9F5-779B-5943-B14E-B85497A2BF22}" dt="2025-10-30T04:47:23.923" v="12767" actId="207"/>
          <ac:spMkLst>
            <pc:docMk/>
            <pc:sldMk cId="1267137170" sldId="1286"/>
            <ac:spMk id="6" creationId="{FE8D974B-CB40-13A9-EFAA-F5EAB813A21C}"/>
          </ac:spMkLst>
        </pc:spChg>
        <pc:spChg chg="mod">
          <ac:chgData name="Said Nabi Lecturer FCSE" userId="22162f9c-d122-430c-b6e9-ac8024b7b6c6" providerId="ADAL" clId="{67A4F9F5-779B-5943-B14E-B85497A2BF22}" dt="2025-10-29T07:46:55.228" v="12429" actId="20577"/>
          <ac:spMkLst>
            <pc:docMk/>
            <pc:sldMk cId="1267137170" sldId="1286"/>
            <ac:spMk id="7" creationId="{0DB28392-1A21-4CA0-2C78-C2EC439B8C17}"/>
          </ac:spMkLst>
        </pc:spChg>
      </pc:sldChg>
      <pc:sldChg chg="new del">
        <pc:chgData name="Said Nabi Lecturer FCSE" userId="22162f9c-d122-430c-b6e9-ac8024b7b6c6" providerId="ADAL" clId="{67A4F9F5-779B-5943-B14E-B85497A2BF22}" dt="2025-10-29T10:16:44.877" v="12441" actId="2696"/>
        <pc:sldMkLst>
          <pc:docMk/>
          <pc:sldMk cId="4259573910" sldId="1287"/>
        </pc:sldMkLst>
      </pc:sldChg>
      <pc:sldChg chg="addSp delSp modSp add mod modAnim">
        <pc:chgData name="Said Nabi Lecturer FCSE" userId="22162f9c-d122-430c-b6e9-ac8024b7b6c6" providerId="ADAL" clId="{67A4F9F5-779B-5943-B14E-B85497A2BF22}" dt="2025-10-30T04:34:16.454" v="12606" actId="207"/>
        <pc:sldMkLst>
          <pc:docMk/>
          <pc:sldMk cId="2014776065" sldId="1288"/>
        </pc:sldMkLst>
        <pc:spChg chg="mod">
          <ac:chgData name="Said Nabi Lecturer FCSE" userId="22162f9c-d122-430c-b6e9-ac8024b7b6c6" providerId="ADAL" clId="{67A4F9F5-779B-5943-B14E-B85497A2BF22}" dt="2025-10-30T04:34:16.454" v="12606" actId="207"/>
          <ac:spMkLst>
            <pc:docMk/>
            <pc:sldMk cId="2014776065" sldId="1288"/>
            <ac:spMk id="6" creationId="{7C890B8E-5E3E-EB8D-C4F5-82EE98070C7E}"/>
          </ac:spMkLst>
        </pc:spChg>
        <pc:spChg chg="mod">
          <ac:chgData name="Said Nabi Lecturer FCSE" userId="22162f9c-d122-430c-b6e9-ac8024b7b6c6" providerId="ADAL" clId="{67A4F9F5-779B-5943-B14E-B85497A2BF22}" dt="2025-10-29T10:17:03.931" v="12487" actId="20577"/>
          <ac:spMkLst>
            <pc:docMk/>
            <pc:sldMk cId="2014776065" sldId="1288"/>
            <ac:spMk id="7" creationId="{7F47B79B-627C-AB2C-4CB3-0E34057AE5B3}"/>
          </ac:spMkLst>
        </pc:spChg>
      </pc:sldChg>
      <pc:sldChg chg="addSp delSp modSp new mod">
        <pc:chgData name="Said Nabi Lecturer FCSE" userId="22162f9c-d122-430c-b6e9-ac8024b7b6c6" providerId="ADAL" clId="{67A4F9F5-779B-5943-B14E-B85497A2BF22}" dt="2025-10-29T15:10:57.827" v="12526" actId="14100"/>
        <pc:sldMkLst>
          <pc:docMk/>
          <pc:sldMk cId="3088916056" sldId="1289"/>
        </pc:sldMkLst>
      </pc:sldChg>
      <pc:sldChg chg="modSp add mod">
        <pc:chgData name="Said Nabi Lecturer FCSE" userId="22162f9c-d122-430c-b6e9-ac8024b7b6c6" providerId="ADAL" clId="{67A4F9F5-779B-5943-B14E-B85497A2BF22}" dt="2025-10-30T04:35:38.636" v="12621" actId="207"/>
        <pc:sldMkLst>
          <pc:docMk/>
          <pc:sldMk cId="3571000408" sldId="1290"/>
        </pc:sldMkLst>
        <pc:spChg chg="mod">
          <ac:chgData name="Said Nabi Lecturer FCSE" userId="22162f9c-d122-430c-b6e9-ac8024b7b6c6" providerId="ADAL" clId="{67A4F9F5-779B-5943-B14E-B85497A2BF22}" dt="2025-10-30T04:35:38.636" v="12621" actId="207"/>
          <ac:spMkLst>
            <pc:docMk/>
            <pc:sldMk cId="3571000408" sldId="1290"/>
            <ac:spMk id="6" creationId="{7053604B-E3D6-5D76-0F24-44DFA1FD90DE}"/>
          </ac:spMkLst>
        </pc:spChg>
        <pc:spChg chg="mod">
          <ac:chgData name="Said Nabi Lecturer FCSE" userId="22162f9c-d122-430c-b6e9-ac8024b7b6c6" providerId="ADAL" clId="{67A4F9F5-779B-5943-B14E-B85497A2BF22}" dt="2025-10-29T15:11:36.861" v="12536" actId="5793"/>
          <ac:spMkLst>
            <pc:docMk/>
            <pc:sldMk cId="3571000408" sldId="1290"/>
            <ac:spMk id="7" creationId="{6E75B15F-A19D-CA12-5A80-6E6DD1BE839B}"/>
          </ac:spMkLst>
        </pc:spChg>
      </pc:sldChg>
      <pc:sldChg chg="addSp modSp add mod">
        <pc:chgData name="Said Nabi Lecturer FCSE" userId="22162f9c-d122-430c-b6e9-ac8024b7b6c6" providerId="ADAL" clId="{67A4F9F5-779B-5943-B14E-B85497A2BF22}" dt="2025-10-30T04:57:11.137" v="12849" actId="1076"/>
        <pc:sldMkLst>
          <pc:docMk/>
          <pc:sldMk cId="1501627490" sldId="1291"/>
        </pc:sldMkLst>
        <pc:spChg chg="mod">
          <ac:chgData name="Said Nabi Lecturer FCSE" userId="22162f9c-d122-430c-b6e9-ac8024b7b6c6" providerId="ADAL" clId="{67A4F9F5-779B-5943-B14E-B85497A2BF22}" dt="2025-10-30T04:57:11.137" v="12849" actId="1076"/>
          <ac:spMkLst>
            <pc:docMk/>
            <pc:sldMk cId="1501627490" sldId="1291"/>
            <ac:spMk id="6" creationId="{37DF21FF-3B6D-5E94-E7D0-51BA2F3AF7CD}"/>
          </ac:spMkLst>
        </pc:spChg>
        <pc:spChg chg="mod">
          <ac:chgData name="Said Nabi Lecturer FCSE" userId="22162f9c-d122-430c-b6e9-ac8024b7b6c6" providerId="ADAL" clId="{67A4F9F5-779B-5943-B14E-B85497A2BF22}" dt="2025-10-30T04:52:32.204" v="12789" actId="20577"/>
          <ac:spMkLst>
            <pc:docMk/>
            <pc:sldMk cId="1501627490" sldId="1291"/>
            <ac:spMk id="7" creationId="{CAD5A1DF-20EB-D987-1B4E-74DF41C65B73}"/>
          </ac:spMkLst>
        </pc:spChg>
        <pc:picChg chg="add mod">
          <ac:chgData name="Said Nabi Lecturer FCSE" userId="22162f9c-d122-430c-b6e9-ac8024b7b6c6" providerId="ADAL" clId="{67A4F9F5-779B-5943-B14E-B85497A2BF22}" dt="2025-10-30T04:56:59.853" v="12847" actId="1038"/>
          <ac:picMkLst>
            <pc:docMk/>
            <pc:sldMk cId="1501627490" sldId="1291"/>
            <ac:picMk id="3" creationId="{625C6CD4-8F44-3375-C340-172EA15B7841}"/>
          </ac:picMkLst>
        </pc:picChg>
      </pc:sldChg>
      <pc:sldChg chg="delSp modSp add mod">
        <pc:chgData name="Said Nabi Lecturer FCSE" userId="22162f9c-d122-430c-b6e9-ac8024b7b6c6" providerId="ADAL" clId="{67A4F9F5-779B-5943-B14E-B85497A2BF22}" dt="2025-10-30T05:09:17.983" v="13046" actId="207"/>
        <pc:sldMkLst>
          <pc:docMk/>
          <pc:sldMk cId="2306373294" sldId="1292"/>
        </pc:sldMkLst>
        <pc:spChg chg="mod">
          <ac:chgData name="Said Nabi Lecturer FCSE" userId="22162f9c-d122-430c-b6e9-ac8024b7b6c6" providerId="ADAL" clId="{67A4F9F5-779B-5943-B14E-B85497A2BF22}" dt="2025-10-30T05:09:17.983" v="13046" actId="207"/>
          <ac:spMkLst>
            <pc:docMk/>
            <pc:sldMk cId="2306373294" sldId="1292"/>
            <ac:spMk id="6" creationId="{D6887995-BD0F-2162-ECE1-265570BA6590}"/>
          </ac:spMkLst>
        </pc:spChg>
        <pc:spChg chg="mod">
          <ac:chgData name="Said Nabi Lecturer FCSE" userId="22162f9c-d122-430c-b6e9-ac8024b7b6c6" providerId="ADAL" clId="{67A4F9F5-779B-5943-B14E-B85497A2BF22}" dt="2025-10-30T05:05:26.691" v="12996" actId="20577"/>
          <ac:spMkLst>
            <pc:docMk/>
            <pc:sldMk cId="2306373294" sldId="1292"/>
            <ac:spMk id="7" creationId="{AAC8EF04-9F7E-7361-64B7-6E7273CE01C3}"/>
          </ac:spMkLst>
        </pc:spChg>
      </pc:sldChg>
      <pc:sldChg chg="addSp delSp modSp new mod modAnim">
        <pc:chgData name="Said Nabi Lecturer FCSE" userId="22162f9c-d122-430c-b6e9-ac8024b7b6c6" providerId="ADAL" clId="{67A4F9F5-779B-5943-B14E-B85497A2BF22}" dt="2025-10-30T05:03:24.479" v="12985" actId="108"/>
        <pc:sldMkLst>
          <pc:docMk/>
          <pc:sldMk cId="1665626534" sldId="1293"/>
        </pc:sldMkLst>
        <pc:spChg chg="mod">
          <ac:chgData name="Said Nabi Lecturer FCSE" userId="22162f9c-d122-430c-b6e9-ac8024b7b6c6" providerId="ADAL" clId="{67A4F9F5-779B-5943-B14E-B85497A2BF22}" dt="2025-10-30T05:03:24.479" v="12985" actId="108"/>
          <ac:spMkLst>
            <pc:docMk/>
            <pc:sldMk cId="1665626534" sldId="1293"/>
            <ac:spMk id="3" creationId="{35F9FF2F-3BD8-A80A-A499-3DD1EEDDB21A}"/>
          </ac:spMkLst>
        </pc:spChg>
        <pc:spChg chg="add mod">
          <ac:chgData name="Said Nabi Lecturer FCSE" userId="22162f9c-d122-430c-b6e9-ac8024b7b6c6" providerId="ADAL" clId="{67A4F9F5-779B-5943-B14E-B85497A2BF22}" dt="2025-10-30T04:58:08.939" v="12866"/>
          <ac:spMkLst>
            <pc:docMk/>
            <pc:sldMk cId="1665626534" sldId="1293"/>
            <ac:spMk id="4" creationId="{C0046A18-E86E-CE40-DB7B-8CF01085C39A}"/>
          </ac:spMkLst>
        </pc:spChg>
      </pc:sldChg>
      <pc:sldChg chg="addSp delSp modSp add mod">
        <pc:chgData name="Said Nabi Lecturer FCSE" userId="22162f9c-d122-430c-b6e9-ac8024b7b6c6" providerId="ADAL" clId="{67A4F9F5-779B-5943-B14E-B85497A2BF22}" dt="2025-10-30T05:23:16.734" v="13192" actId="14100"/>
        <pc:sldMkLst>
          <pc:docMk/>
          <pc:sldMk cId="2787239569" sldId="1294"/>
        </pc:sldMkLst>
        <pc:spChg chg="add mod">
          <ac:chgData name="Said Nabi Lecturer FCSE" userId="22162f9c-d122-430c-b6e9-ac8024b7b6c6" providerId="ADAL" clId="{67A4F9F5-779B-5943-B14E-B85497A2BF22}" dt="2025-10-30T05:23:16.734" v="13192" actId="14100"/>
          <ac:spMkLst>
            <pc:docMk/>
            <pc:sldMk cId="2787239569" sldId="1294"/>
            <ac:spMk id="4" creationId="{80219865-FF4C-7E19-A010-568DBB81BB6A}"/>
          </ac:spMkLst>
        </pc:spChg>
        <pc:spChg chg="mod">
          <ac:chgData name="Said Nabi Lecturer FCSE" userId="22162f9c-d122-430c-b6e9-ac8024b7b6c6" providerId="ADAL" clId="{67A4F9F5-779B-5943-B14E-B85497A2BF22}" dt="2025-10-30T05:09:41.175" v="13060" actId="20577"/>
          <ac:spMkLst>
            <pc:docMk/>
            <pc:sldMk cId="2787239569" sldId="1294"/>
            <ac:spMk id="7" creationId="{BC75D577-67A7-CCB8-D7CE-1FAA4A71BF6A}"/>
          </ac:spMkLst>
        </pc:spChg>
        <pc:graphicFrameChg chg="add mod modGraphic">
          <ac:chgData name="Said Nabi Lecturer FCSE" userId="22162f9c-d122-430c-b6e9-ac8024b7b6c6" providerId="ADAL" clId="{67A4F9F5-779B-5943-B14E-B85497A2BF22}" dt="2025-10-30T05:22:35.708" v="13182" actId="1035"/>
          <ac:graphicFrameMkLst>
            <pc:docMk/>
            <pc:sldMk cId="2787239569" sldId="1294"/>
            <ac:graphicFrameMk id="2" creationId="{2ACCE4FD-0D28-61DB-66F3-A3B7CE6A1092}"/>
          </ac:graphicFrameMkLst>
        </pc:graphicFrameChg>
      </pc:sldChg>
      <pc:sldChg chg="delSp new mod">
        <pc:chgData name="Said Nabi Lecturer FCSE" userId="22162f9c-d122-430c-b6e9-ac8024b7b6c6" providerId="ADAL" clId="{67A4F9F5-779B-5943-B14E-B85497A2BF22}" dt="2025-10-30T05:13:51.523" v="13141" actId="478"/>
        <pc:sldMkLst>
          <pc:docMk/>
          <pc:sldMk cId="2021670558" sldId="1295"/>
        </pc:sldMkLst>
      </pc:sldChg>
      <pc:sldChg chg="addSp delSp modSp add mod">
        <pc:chgData name="Said Nabi Lecturer FCSE" userId="22162f9c-d122-430c-b6e9-ac8024b7b6c6" providerId="ADAL" clId="{67A4F9F5-779B-5943-B14E-B85497A2BF22}" dt="2025-10-30T05:26:08.469" v="13208" actId="21"/>
        <pc:sldMkLst>
          <pc:docMk/>
          <pc:sldMk cId="1810775614" sldId="1296"/>
        </pc:sldMkLst>
        <pc:spChg chg="add mod">
          <ac:chgData name="Said Nabi Lecturer FCSE" userId="22162f9c-d122-430c-b6e9-ac8024b7b6c6" providerId="ADAL" clId="{67A4F9F5-779B-5943-B14E-B85497A2BF22}" dt="2025-10-30T05:24:41.619" v="13206" actId="1076"/>
          <ac:spMkLst>
            <pc:docMk/>
            <pc:sldMk cId="1810775614" sldId="1296"/>
            <ac:spMk id="3" creationId="{3EC66576-35EA-4C6E-4F69-F628CE3EE1AA}"/>
          </ac:spMkLst>
        </pc:spChg>
        <pc:spChg chg="mod">
          <ac:chgData name="Said Nabi Lecturer FCSE" userId="22162f9c-d122-430c-b6e9-ac8024b7b6c6" providerId="ADAL" clId="{67A4F9F5-779B-5943-B14E-B85497A2BF22}" dt="2025-10-30T05:16:32.245" v="13148" actId="20577"/>
          <ac:spMkLst>
            <pc:docMk/>
            <pc:sldMk cId="1810775614" sldId="1296"/>
            <ac:spMk id="7" creationId="{EB291EA3-CC43-008B-4EEB-4016715F2863}"/>
          </ac:spMkLst>
        </pc:spChg>
      </pc:sldChg>
      <pc:sldChg chg="addSp delSp modSp new mod">
        <pc:chgData name="Said Nabi Lecturer FCSE" userId="22162f9c-d122-430c-b6e9-ac8024b7b6c6" providerId="ADAL" clId="{67A4F9F5-779B-5943-B14E-B85497A2BF22}" dt="2025-10-30T05:26:27.517" v="13215" actId="14100"/>
        <pc:sldMkLst>
          <pc:docMk/>
          <pc:sldMk cId="973916219" sldId="1297"/>
        </pc:sldMkLst>
        <pc:picChg chg="add mod">
          <ac:chgData name="Said Nabi Lecturer FCSE" userId="22162f9c-d122-430c-b6e9-ac8024b7b6c6" providerId="ADAL" clId="{67A4F9F5-779B-5943-B14E-B85497A2BF22}" dt="2025-10-30T05:26:27.517" v="13215" actId="14100"/>
          <ac:picMkLst>
            <pc:docMk/>
            <pc:sldMk cId="973916219" sldId="1297"/>
            <ac:picMk id="4" creationId="{AF771B69-B8BD-1091-218B-8E92F084B19A}"/>
          </ac:picMkLst>
        </pc:picChg>
      </pc:sldChg>
    </pc:docChg>
  </pc:docChgLst>
  <pc:docChgLst>
    <pc:chgData name="Said Nabi Lecturer FCSE" userId="22162f9c-d122-430c-b6e9-ac8024b7b6c6" providerId="ADAL" clId="{3C2EED44-34BE-BD45-BA3D-D6EE60DC1207}"/>
    <pc:docChg chg="undo custSel addSld modSld sldOrd">
      <pc:chgData name="Said Nabi Lecturer FCSE" userId="22162f9c-d122-430c-b6e9-ac8024b7b6c6" providerId="ADAL" clId="{3C2EED44-34BE-BD45-BA3D-D6EE60DC1207}" dt="2025-10-03T07:42:12.002" v="464" actId="1035"/>
      <pc:docMkLst>
        <pc:docMk/>
      </pc:docMkLst>
      <pc:sldChg chg="modSp mod">
        <pc:chgData name="Said Nabi Lecturer FCSE" userId="22162f9c-d122-430c-b6e9-ac8024b7b6c6" providerId="ADAL" clId="{3C2EED44-34BE-BD45-BA3D-D6EE60DC1207}" dt="2025-10-03T05:18:40.850" v="3" actId="20577"/>
        <pc:sldMkLst>
          <pc:docMk/>
          <pc:sldMk cId="1696953445" sldId="384"/>
        </pc:sldMkLst>
      </pc:sldChg>
    </pc:docChg>
  </pc:docChgLst>
  <pc:docChgLst>
    <pc:chgData name="Said Nabi Lecturer FCSE" userId="22162f9c-d122-430c-b6e9-ac8024b7b6c6" providerId="ADAL" clId="{F52FF6DB-E99F-2443-B41D-2F38D8B1FE95}"/>
    <pc:docChg chg="undo custSel addSld modSld sldOrd">
      <pc:chgData name="Said Nabi Lecturer FCSE" userId="22162f9c-d122-430c-b6e9-ac8024b7b6c6" providerId="ADAL" clId="{F52FF6DB-E99F-2443-B41D-2F38D8B1FE95}" dt="2025-10-10T07:25:32.533" v="614" actId="20577"/>
      <pc:docMkLst>
        <pc:docMk/>
      </pc:docMkLst>
    </pc:docChg>
  </pc:docChgLst>
  <pc:docChgLst>
    <pc:chgData name="Said Nabi Lecturer FCSE" userId="22162f9c-d122-430c-b6e9-ac8024b7b6c6" providerId="ADAL" clId="{1892CB6E-8845-D947-B747-42F855813977}"/>
    <pc:docChg chg="undo custSel addSld delSld modSld sldOrd">
      <pc:chgData name="Said Nabi Lecturer FCSE" userId="22162f9c-d122-430c-b6e9-ac8024b7b6c6" providerId="ADAL" clId="{1892CB6E-8845-D947-B747-42F855813977}" dt="2025-11-20T05:43:07.823" v="321" actId="14100"/>
      <pc:docMkLst>
        <pc:docMk/>
      </pc:docMkLst>
      <pc:sldChg chg="addSp delSp modSp mod">
        <pc:chgData name="Said Nabi Lecturer FCSE" userId="22162f9c-d122-430c-b6e9-ac8024b7b6c6" providerId="ADAL" clId="{1892CB6E-8845-D947-B747-42F855813977}" dt="2025-11-13T04:30:22.139" v="15" actId="14100"/>
        <pc:sldMkLst>
          <pc:docMk/>
          <pc:sldMk cId="2004355453" sldId="1253"/>
        </pc:sldMkLst>
        <pc:picChg chg="add mod">
          <ac:chgData name="Said Nabi Lecturer FCSE" userId="22162f9c-d122-430c-b6e9-ac8024b7b6c6" providerId="ADAL" clId="{1892CB6E-8845-D947-B747-42F855813977}" dt="2025-11-13T04:30:22.139" v="15" actId="14100"/>
          <ac:picMkLst>
            <pc:docMk/>
            <pc:sldMk cId="2004355453" sldId="1253"/>
            <ac:picMk id="2" creationId="{9EC06504-B294-02B7-4A31-C4B3E60AB67D}"/>
          </ac:picMkLst>
        </pc:picChg>
      </pc:sldChg>
      <pc:sldChg chg="addSp delSp modSp mod">
        <pc:chgData name="Said Nabi Lecturer FCSE" userId="22162f9c-d122-430c-b6e9-ac8024b7b6c6" providerId="ADAL" clId="{1892CB6E-8845-D947-B747-42F855813977}" dt="2025-11-13T04:29:59.842" v="9" actId="21"/>
        <pc:sldMkLst>
          <pc:docMk/>
          <pc:sldMk cId="1070050867" sldId="1254"/>
        </pc:sldMkLst>
        <pc:spChg chg="mod">
          <ac:chgData name="Said Nabi Lecturer FCSE" userId="22162f9c-d122-430c-b6e9-ac8024b7b6c6" providerId="ADAL" clId="{1892CB6E-8845-D947-B747-42F855813977}" dt="2025-11-08T06:30:33.247" v="7" actId="207"/>
          <ac:spMkLst>
            <pc:docMk/>
            <pc:sldMk cId="1070050867" sldId="1254"/>
            <ac:spMk id="6" creationId="{5B624BC0-85EE-DE2D-5589-05BB9C5B2E4B}"/>
          </ac:spMkLst>
        </pc:spChg>
      </pc:sldChg>
      <pc:sldChg chg="modSp mod">
        <pc:chgData name="Said Nabi Lecturer FCSE" userId="22162f9c-d122-430c-b6e9-ac8024b7b6c6" providerId="ADAL" clId="{1892CB6E-8845-D947-B747-42F855813977}" dt="2025-11-13T04:42:16.840" v="17" actId="20577"/>
        <pc:sldMkLst>
          <pc:docMk/>
          <pc:sldMk cId="491651696" sldId="1255"/>
        </pc:sldMkLst>
        <pc:graphicFrameChg chg="modGraphic">
          <ac:chgData name="Said Nabi Lecturer FCSE" userId="22162f9c-d122-430c-b6e9-ac8024b7b6c6" providerId="ADAL" clId="{1892CB6E-8845-D947-B747-42F855813977}" dt="2025-11-13T04:42:16.840" v="17" actId="20577"/>
          <ac:graphicFrameMkLst>
            <pc:docMk/>
            <pc:sldMk cId="491651696" sldId="1255"/>
            <ac:graphicFrameMk id="3" creationId="{488A2615-79D3-7053-4B6E-2B74EA9D8006}"/>
          </ac:graphicFrameMkLst>
        </pc:graphicFrameChg>
      </pc:sldChg>
      <pc:sldChg chg="modNotesTx">
        <pc:chgData name="Said Nabi Lecturer FCSE" userId="22162f9c-d122-430c-b6e9-ac8024b7b6c6" providerId="ADAL" clId="{1892CB6E-8845-D947-B747-42F855813977}" dt="2025-11-17T01:30:22.740" v="20" actId="20577"/>
        <pc:sldMkLst>
          <pc:docMk/>
          <pc:sldMk cId="1151164678" sldId="1258"/>
        </pc:sldMkLst>
      </pc:sldChg>
      <pc:sldChg chg="addSp modSp mod modAnim modNotesTx">
        <pc:chgData name="Said Nabi Lecturer FCSE" userId="22162f9c-d122-430c-b6e9-ac8024b7b6c6" providerId="ADAL" clId="{1892CB6E-8845-D947-B747-42F855813977}" dt="2025-11-18T06:21:30.999" v="82" actId="1076"/>
        <pc:sldMkLst>
          <pc:docMk/>
          <pc:sldMk cId="2961832874" sldId="1261"/>
        </pc:sldMkLst>
        <pc:graphicFrameChg chg="add mod modGraphic">
          <ac:chgData name="Said Nabi Lecturer FCSE" userId="22162f9c-d122-430c-b6e9-ac8024b7b6c6" providerId="ADAL" clId="{1892CB6E-8845-D947-B747-42F855813977}" dt="2025-11-18T06:21:16.905" v="78" actId="20577"/>
          <ac:graphicFrameMkLst>
            <pc:docMk/>
            <pc:sldMk cId="2961832874" sldId="1261"/>
            <ac:graphicFrameMk id="2" creationId="{4B97B23D-E3A9-037D-1D95-82F1A48A1D25}"/>
          </ac:graphicFrameMkLst>
        </pc:graphicFrameChg>
        <pc:graphicFrameChg chg="mod modGraphic">
          <ac:chgData name="Said Nabi Lecturer FCSE" userId="22162f9c-d122-430c-b6e9-ac8024b7b6c6" providerId="ADAL" clId="{1892CB6E-8845-D947-B747-42F855813977}" dt="2025-11-18T06:19:41.739" v="69" actId="20577"/>
          <ac:graphicFrameMkLst>
            <pc:docMk/>
            <pc:sldMk cId="2961832874" sldId="1261"/>
            <ac:graphicFrameMk id="3" creationId="{5A2802BF-16F1-7E2D-7346-A178580E7FB6}"/>
          </ac:graphicFrameMkLst>
        </pc:graphicFrameChg>
        <pc:graphicFrameChg chg="mod">
          <ac:chgData name="Said Nabi Lecturer FCSE" userId="22162f9c-d122-430c-b6e9-ac8024b7b6c6" providerId="ADAL" clId="{1892CB6E-8845-D947-B747-42F855813977}" dt="2025-11-18T06:20:06.782" v="71"/>
          <ac:graphicFrameMkLst>
            <pc:docMk/>
            <pc:sldMk cId="2961832874" sldId="1261"/>
            <ac:graphicFrameMk id="6" creationId="{9FFB1C61-FD89-A9B3-7BC0-365AEC3715B8}"/>
          </ac:graphicFrameMkLst>
        </pc:graphicFrameChg>
        <pc:graphicFrameChg chg="mod">
          <ac:chgData name="Said Nabi Lecturer FCSE" userId="22162f9c-d122-430c-b6e9-ac8024b7b6c6" providerId="ADAL" clId="{1892CB6E-8845-D947-B747-42F855813977}" dt="2025-11-18T06:20:03.202" v="70"/>
          <ac:graphicFrameMkLst>
            <pc:docMk/>
            <pc:sldMk cId="2961832874" sldId="1261"/>
            <ac:graphicFrameMk id="8" creationId="{0D2A2F2F-B704-B590-F129-2E3F18071D0A}"/>
          </ac:graphicFrameMkLst>
        </pc:graphicFrameChg>
        <pc:graphicFrameChg chg="mod modGraphic">
          <ac:chgData name="Said Nabi Lecturer FCSE" userId="22162f9c-d122-430c-b6e9-ac8024b7b6c6" providerId="ADAL" clId="{1892CB6E-8845-D947-B747-42F855813977}" dt="2025-11-18T06:20:53.718" v="74" actId="122"/>
          <ac:graphicFrameMkLst>
            <pc:docMk/>
            <pc:sldMk cId="2961832874" sldId="1261"/>
            <ac:graphicFrameMk id="20" creationId="{03F9EB18-8904-B8A3-A586-89FE236E4024}"/>
          </ac:graphicFrameMkLst>
        </pc:graphicFrameChg>
        <pc:cxnChg chg="add mod">
          <ac:chgData name="Said Nabi Lecturer FCSE" userId="22162f9c-d122-430c-b6e9-ac8024b7b6c6" providerId="ADAL" clId="{1892CB6E-8845-D947-B747-42F855813977}" dt="2025-11-18T06:21:23.766" v="80" actId="1076"/>
          <ac:cxnSpMkLst>
            <pc:docMk/>
            <pc:sldMk cId="2961832874" sldId="1261"/>
            <ac:cxnSpMk id="4" creationId="{796D9095-002F-EE78-F7F2-62EABB6815E7}"/>
          </ac:cxnSpMkLst>
        </pc:cxnChg>
        <pc:cxnChg chg="add mod">
          <ac:chgData name="Said Nabi Lecturer FCSE" userId="22162f9c-d122-430c-b6e9-ac8024b7b6c6" providerId="ADAL" clId="{1892CB6E-8845-D947-B747-42F855813977}" dt="2025-11-18T06:21:30.999" v="82" actId="1076"/>
          <ac:cxnSpMkLst>
            <pc:docMk/>
            <pc:sldMk cId="2961832874" sldId="1261"/>
            <ac:cxnSpMk id="5" creationId="{91A38CA2-2FFB-644E-7900-50558CDA4E72}"/>
          </ac:cxnSpMkLst>
        </pc:cxnChg>
      </pc:sldChg>
      <pc:sldChg chg="del">
        <pc:chgData name="Said Nabi Lecturer FCSE" userId="22162f9c-d122-430c-b6e9-ac8024b7b6c6" providerId="ADAL" clId="{1892CB6E-8845-D947-B747-42F855813977}" dt="2025-11-18T02:40:43.558" v="24" actId="2696"/>
        <pc:sldMkLst>
          <pc:docMk/>
          <pc:sldMk cId="3783565812" sldId="1263"/>
        </pc:sldMkLst>
      </pc:sldChg>
      <pc:sldChg chg="del">
        <pc:chgData name="Said Nabi Lecturer FCSE" userId="22162f9c-d122-430c-b6e9-ac8024b7b6c6" providerId="ADAL" clId="{1892CB6E-8845-D947-B747-42F855813977}" dt="2025-11-18T02:40:43.558" v="24" actId="2696"/>
        <pc:sldMkLst>
          <pc:docMk/>
          <pc:sldMk cId="2771707052" sldId="1264"/>
        </pc:sldMkLst>
      </pc:sldChg>
      <pc:sldChg chg="del">
        <pc:chgData name="Said Nabi Lecturer FCSE" userId="22162f9c-d122-430c-b6e9-ac8024b7b6c6" providerId="ADAL" clId="{1892CB6E-8845-D947-B747-42F855813977}" dt="2025-11-18T02:40:43.558" v="24" actId="2696"/>
        <pc:sldMkLst>
          <pc:docMk/>
          <pc:sldMk cId="4197855304" sldId="1265"/>
        </pc:sldMkLst>
      </pc:sldChg>
      <pc:sldChg chg="del">
        <pc:chgData name="Said Nabi Lecturer FCSE" userId="22162f9c-d122-430c-b6e9-ac8024b7b6c6" providerId="ADAL" clId="{1892CB6E-8845-D947-B747-42F855813977}" dt="2025-11-18T04:05:24.064" v="25" actId="2696"/>
        <pc:sldMkLst>
          <pc:docMk/>
          <pc:sldMk cId="1277994506" sldId="1266"/>
        </pc:sldMkLst>
      </pc:sldChg>
      <pc:sldChg chg="add">
        <pc:chgData name="Said Nabi Lecturer FCSE" userId="22162f9c-d122-430c-b6e9-ac8024b7b6c6" providerId="ADAL" clId="{1892CB6E-8845-D947-B747-42F855813977}" dt="2025-11-18T04:05:29.786" v="26"/>
        <pc:sldMkLst>
          <pc:docMk/>
          <pc:sldMk cId="4035709817" sldId="1266"/>
        </pc:sldMkLst>
      </pc:sldChg>
      <pc:sldChg chg="add">
        <pc:chgData name="Said Nabi Lecturer FCSE" userId="22162f9c-d122-430c-b6e9-ac8024b7b6c6" providerId="ADAL" clId="{1892CB6E-8845-D947-B747-42F855813977}" dt="2025-11-18T04:05:29.786" v="26"/>
        <pc:sldMkLst>
          <pc:docMk/>
          <pc:sldMk cId="1010021182" sldId="1267"/>
        </pc:sldMkLst>
      </pc:sldChg>
      <pc:sldChg chg="del">
        <pc:chgData name="Said Nabi Lecturer FCSE" userId="22162f9c-d122-430c-b6e9-ac8024b7b6c6" providerId="ADAL" clId="{1892CB6E-8845-D947-B747-42F855813977}" dt="2025-11-18T04:05:24.064" v="25" actId="2696"/>
        <pc:sldMkLst>
          <pc:docMk/>
          <pc:sldMk cId="2014246211" sldId="1267"/>
        </pc:sldMkLst>
      </pc:sldChg>
      <pc:sldChg chg="modSp mod">
        <pc:chgData name="Said Nabi Lecturer FCSE" userId="22162f9c-d122-430c-b6e9-ac8024b7b6c6" providerId="ADAL" clId="{1892CB6E-8845-D947-B747-42F855813977}" dt="2025-11-20T03:13:55.839" v="97" actId="20577"/>
        <pc:sldMkLst>
          <pc:docMk/>
          <pc:sldMk cId="47850072" sldId="1268"/>
        </pc:sldMkLst>
        <pc:spChg chg="mod">
          <ac:chgData name="Said Nabi Lecturer FCSE" userId="22162f9c-d122-430c-b6e9-ac8024b7b6c6" providerId="ADAL" clId="{1892CB6E-8845-D947-B747-42F855813977}" dt="2025-11-20T03:13:55.839" v="97" actId="20577"/>
          <ac:spMkLst>
            <pc:docMk/>
            <pc:sldMk cId="47850072" sldId="1268"/>
            <ac:spMk id="6" creationId="{9609B4D0-F873-4EB1-9060-455C54B9CC55}"/>
          </ac:spMkLst>
        </pc:spChg>
      </pc:sldChg>
      <pc:sldChg chg="modNotesTx">
        <pc:chgData name="Said Nabi Lecturer FCSE" userId="22162f9c-d122-430c-b6e9-ac8024b7b6c6" providerId="ADAL" clId="{1892CB6E-8845-D947-B747-42F855813977}" dt="2025-11-18T06:38:15.451" v="83" actId="20577"/>
        <pc:sldMkLst>
          <pc:docMk/>
          <pc:sldMk cId="1314682081" sldId="1269"/>
        </pc:sldMkLst>
      </pc:sldChg>
      <pc:sldChg chg="modSp mod modNotesTx">
        <pc:chgData name="Said Nabi Lecturer FCSE" userId="22162f9c-d122-430c-b6e9-ac8024b7b6c6" providerId="ADAL" clId="{1892CB6E-8845-D947-B747-42F855813977}" dt="2025-11-20T04:22:43.801" v="105" actId="207"/>
        <pc:sldMkLst>
          <pc:docMk/>
          <pc:sldMk cId="3807921517" sldId="1270"/>
        </pc:sldMkLst>
        <pc:spChg chg="mod">
          <ac:chgData name="Said Nabi Lecturer FCSE" userId="22162f9c-d122-430c-b6e9-ac8024b7b6c6" providerId="ADAL" clId="{1892CB6E-8845-D947-B747-42F855813977}" dt="2025-11-20T04:22:43.801" v="105" actId="207"/>
          <ac:spMkLst>
            <pc:docMk/>
            <pc:sldMk cId="3807921517" sldId="1270"/>
            <ac:spMk id="6" creationId="{DF4F94F2-507C-C33C-E8E6-B9B5D1BD208D}"/>
          </ac:spMkLst>
        </pc:spChg>
      </pc:sldChg>
      <pc:sldChg chg="modSp mod">
        <pc:chgData name="Said Nabi Lecturer FCSE" userId="22162f9c-d122-430c-b6e9-ac8024b7b6c6" providerId="ADAL" clId="{1892CB6E-8845-D947-B747-42F855813977}" dt="2025-11-20T04:41:11.495" v="120" actId="20577"/>
        <pc:sldMkLst>
          <pc:docMk/>
          <pc:sldMk cId="3618038641" sldId="1271"/>
        </pc:sldMkLst>
        <pc:spChg chg="mod">
          <ac:chgData name="Said Nabi Lecturer FCSE" userId="22162f9c-d122-430c-b6e9-ac8024b7b6c6" providerId="ADAL" clId="{1892CB6E-8845-D947-B747-42F855813977}" dt="2025-11-20T04:41:11.495" v="120" actId="20577"/>
          <ac:spMkLst>
            <pc:docMk/>
            <pc:sldMk cId="3618038641" sldId="1271"/>
            <ac:spMk id="6" creationId="{0D1BF2E5-ADDD-6365-1FA8-0B39091DDEB3}"/>
          </ac:spMkLst>
        </pc:spChg>
      </pc:sldChg>
      <pc:sldChg chg="addSp delSp modSp mod">
        <pc:chgData name="Said Nabi Lecturer FCSE" userId="22162f9c-d122-430c-b6e9-ac8024b7b6c6" providerId="ADAL" clId="{1892CB6E-8845-D947-B747-42F855813977}" dt="2025-11-20T05:14:42.375" v="224" actId="207"/>
        <pc:sldMkLst>
          <pc:docMk/>
          <pc:sldMk cId="654157343" sldId="1273"/>
        </pc:sldMkLst>
        <pc:spChg chg="mod">
          <ac:chgData name="Said Nabi Lecturer FCSE" userId="22162f9c-d122-430c-b6e9-ac8024b7b6c6" providerId="ADAL" clId="{1892CB6E-8845-D947-B747-42F855813977}" dt="2025-11-20T05:14:42.375" v="224" actId="207"/>
          <ac:spMkLst>
            <pc:docMk/>
            <pc:sldMk cId="654157343" sldId="1273"/>
            <ac:spMk id="6" creationId="{7917C507-3313-690A-F7C5-B09F9D73042D}"/>
          </ac:spMkLst>
        </pc:spChg>
        <pc:picChg chg="add del mod">
          <ac:chgData name="Said Nabi Lecturer FCSE" userId="22162f9c-d122-430c-b6e9-ac8024b7b6c6" providerId="ADAL" clId="{1892CB6E-8845-D947-B747-42F855813977}" dt="2025-11-20T05:01:06.157" v="191" actId="21"/>
          <ac:picMkLst>
            <pc:docMk/>
            <pc:sldMk cId="654157343" sldId="1273"/>
            <ac:picMk id="3" creationId="{86DD9CC9-F2A2-40E8-4FFA-3E49FDBEA2E7}"/>
          </ac:picMkLst>
        </pc:picChg>
      </pc:sldChg>
      <pc:sldChg chg="modSp mod">
        <pc:chgData name="Said Nabi Lecturer FCSE" userId="22162f9c-d122-430c-b6e9-ac8024b7b6c6" providerId="ADAL" clId="{1892CB6E-8845-D947-B747-42F855813977}" dt="2025-11-20T05:18:07.711" v="225" actId="5793"/>
        <pc:sldMkLst>
          <pc:docMk/>
          <pc:sldMk cId="1571636620" sldId="1275"/>
        </pc:sldMkLst>
        <pc:spChg chg="mod">
          <ac:chgData name="Said Nabi Lecturer FCSE" userId="22162f9c-d122-430c-b6e9-ac8024b7b6c6" providerId="ADAL" clId="{1892CB6E-8845-D947-B747-42F855813977}" dt="2025-11-20T05:18:07.711" v="225" actId="5793"/>
          <ac:spMkLst>
            <pc:docMk/>
            <pc:sldMk cId="1571636620" sldId="1275"/>
            <ac:spMk id="6" creationId="{E8A356BE-A6CF-1282-7E15-311A1C812154}"/>
          </ac:spMkLst>
        </pc:spChg>
      </pc:sldChg>
      <pc:sldChg chg="addSp delSp modSp mod modAnim">
        <pc:chgData name="Said Nabi Lecturer FCSE" userId="22162f9c-d122-430c-b6e9-ac8024b7b6c6" providerId="ADAL" clId="{1892CB6E-8845-D947-B747-42F855813977}" dt="2025-11-20T05:34:13.197" v="294" actId="207"/>
        <pc:sldMkLst>
          <pc:docMk/>
          <pc:sldMk cId="2800734109" sldId="1276"/>
        </pc:sldMkLst>
        <pc:spChg chg="mod">
          <ac:chgData name="Said Nabi Lecturer FCSE" userId="22162f9c-d122-430c-b6e9-ac8024b7b6c6" providerId="ADAL" clId="{1892CB6E-8845-D947-B747-42F855813977}" dt="2025-11-20T05:34:13.197" v="294" actId="207"/>
          <ac:spMkLst>
            <pc:docMk/>
            <pc:sldMk cId="2800734109" sldId="1276"/>
            <ac:spMk id="6" creationId="{72C0E603-E03C-DC72-19C2-4EFA775BD8B6}"/>
          </ac:spMkLst>
        </pc:spChg>
        <pc:picChg chg="add del mod">
          <ac:chgData name="Said Nabi Lecturer FCSE" userId="22162f9c-d122-430c-b6e9-ac8024b7b6c6" providerId="ADAL" clId="{1892CB6E-8845-D947-B747-42F855813977}" dt="2025-11-20T05:27:50.786" v="251" actId="21"/>
          <ac:picMkLst>
            <pc:docMk/>
            <pc:sldMk cId="2800734109" sldId="1276"/>
            <ac:picMk id="3" creationId="{54A2C764-C965-94A2-2F21-1CB4CB499938}"/>
          </ac:picMkLst>
        </pc:picChg>
      </pc:sldChg>
      <pc:sldChg chg="modSp mod">
        <pc:chgData name="Said Nabi Lecturer FCSE" userId="22162f9c-d122-430c-b6e9-ac8024b7b6c6" providerId="ADAL" clId="{1892CB6E-8845-D947-B747-42F855813977}" dt="2025-11-18T05:06:05.435" v="41" actId="207"/>
        <pc:sldMkLst>
          <pc:docMk/>
          <pc:sldMk cId="2014776065" sldId="1288"/>
        </pc:sldMkLst>
        <pc:spChg chg="mod">
          <ac:chgData name="Said Nabi Lecturer FCSE" userId="22162f9c-d122-430c-b6e9-ac8024b7b6c6" providerId="ADAL" clId="{1892CB6E-8845-D947-B747-42F855813977}" dt="2025-11-18T05:06:05.435" v="41" actId="207"/>
          <ac:spMkLst>
            <pc:docMk/>
            <pc:sldMk cId="2014776065" sldId="1288"/>
            <ac:spMk id="6" creationId="{7C890B8E-5E3E-EB8D-C4F5-82EE98070C7E}"/>
          </ac:spMkLst>
        </pc:spChg>
      </pc:sldChg>
      <pc:sldChg chg="del">
        <pc:chgData name="Said Nabi Lecturer FCSE" userId="22162f9c-d122-430c-b6e9-ac8024b7b6c6" providerId="ADAL" clId="{1892CB6E-8845-D947-B747-42F855813977}" dt="2025-11-18T04:05:24.064" v="25" actId="2696"/>
        <pc:sldMkLst>
          <pc:docMk/>
          <pc:sldMk cId="3088916056" sldId="1289"/>
        </pc:sldMkLst>
      </pc:sldChg>
      <pc:sldChg chg="add">
        <pc:chgData name="Said Nabi Lecturer FCSE" userId="22162f9c-d122-430c-b6e9-ac8024b7b6c6" providerId="ADAL" clId="{1892CB6E-8845-D947-B747-42F855813977}" dt="2025-11-18T04:05:29.786" v="26"/>
        <pc:sldMkLst>
          <pc:docMk/>
          <pc:sldMk cId="3717621914" sldId="1289"/>
        </pc:sldMkLst>
      </pc:sldChg>
      <pc:sldChg chg="modSp mod">
        <pc:chgData name="Said Nabi Lecturer FCSE" userId="22162f9c-d122-430c-b6e9-ac8024b7b6c6" providerId="ADAL" clId="{1892CB6E-8845-D947-B747-42F855813977}" dt="2025-11-18T06:14:36.968" v="47" actId="20577"/>
        <pc:sldMkLst>
          <pc:docMk/>
          <pc:sldMk cId="3571000408" sldId="1290"/>
        </pc:sldMkLst>
        <pc:spChg chg="mod">
          <ac:chgData name="Said Nabi Lecturer FCSE" userId="22162f9c-d122-430c-b6e9-ac8024b7b6c6" providerId="ADAL" clId="{1892CB6E-8845-D947-B747-42F855813977}" dt="2025-11-18T06:14:36.968" v="47" actId="20577"/>
          <ac:spMkLst>
            <pc:docMk/>
            <pc:sldMk cId="3571000408" sldId="1290"/>
            <ac:spMk id="6" creationId="{7053604B-E3D6-5D76-0F24-44DFA1FD90DE}"/>
          </ac:spMkLst>
        </pc:spChg>
      </pc:sldChg>
      <pc:sldChg chg="addSp delSp modSp new mod modAnim">
        <pc:chgData name="Said Nabi Lecturer FCSE" userId="22162f9c-d122-430c-b6e9-ac8024b7b6c6" providerId="ADAL" clId="{1892CB6E-8845-D947-B747-42F855813977}" dt="2025-11-20T04:47:27.910" v="153"/>
        <pc:sldMkLst>
          <pc:docMk/>
          <pc:sldMk cId="3480754971" sldId="1305"/>
        </pc:sldMkLst>
        <pc:spChg chg="del">
          <ac:chgData name="Said Nabi Lecturer FCSE" userId="22162f9c-d122-430c-b6e9-ac8024b7b6c6" providerId="ADAL" clId="{1892CB6E-8845-D947-B747-42F855813977}" dt="2025-11-20T04:44:31.606" v="122" actId="478"/>
          <ac:spMkLst>
            <pc:docMk/>
            <pc:sldMk cId="3480754971" sldId="1305"/>
            <ac:spMk id="2" creationId="{EA0F8C36-7467-5E7F-3300-EDD8B77DDEF8}"/>
          </ac:spMkLst>
        </pc:spChg>
        <pc:spChg chg="del">
          <ac:chgData name="Said Nabi Lecturer FCSE" userId="22162f9c-d122-430c-b6e9-ac8024b7b6c6" providerId="ADAL" clId="{1892CB6E-8845-D947-B747-42F855813977}" dt="2025-11-20T04:44:33.182" v="123" actId="478"/>
          <ac:spMkLst>
            <pc:docMk/>
            <pc:sldMk cId="3480754971" sldId="1305"/>
            <ac:spMk id="3" creationId="{AB7729C1-A3A8-ACB9-DA23-FC219F834696}"/>
          </ac:spMkLst>
        </pc:spChg>
        <pc:spChg chg="add mod">
          <ac:chgData name="Said Nabi Lecturer FCSE" userId="22162f9c-d122-430c-b6e9-ac8024b7b6c6" providerId="ADAL" clId="{1892CB6E-8845-D947-B747-42F855813977}" dt="2025-11-20T04:44:47.418" v="131" actId="20577"/>
          <ac:spMkLst>
            <pc:docMk/>
            <pc:sldMk cId="3480754971" sldId="1305"/>
            <ac:spMk id="4" creationId="{11DF37B9-BC41-AA9A-5031-2DA0F690E29F}"/>
          </ac:spMkLst>
        </pc:spChg>
        <pc:picChg chg="add mod">
          <ac:chgData name="Said Nabi Lecturer FCSE" userId="22162f9c-d122-430c-b6e9-ac8024b7b6c6" providerId="ADAL" clId="{1892CB6E-8845-D947-B747-42F855813977}" dt="2025-11-20T04:46:50.959" v="145" actId="1076"/>
          <ac:picMkLst>
            <pc:docMk/>
            <pc:sldMk cId="3480754971" sldId="1305"/>
            <ac:picMk id="6" creationId="{621A8782-E128-DC76-E521-17785C6E3C6D}"/>
          </ac:picMkLst>
        </pc:picChg>
        <pc:picChg chg="add mod">
          <ac:chgData name="Said Nabi Lecturer FCSE" userId="22162f9c-d122-430c-b6e9-ac8024b7b6c6" providerId="ADAL" clId="{1892CB6E-8845-D947-B747-42F855813977}" dt="2025-11-20T04:46:54.726" v="146" actId="1076"/>
          <ac:picMkLst>
            <pc:docMk/>
            <pc:sldMk cId="3480754971" sldId="1305"/>
            <ac:picMk id="8" creationId="{5034719C-E9D2-06C2-A181-655DA4187724}"/>
          </ac:picMkLst>
        </pc:picChg>
        <pc:picChg chg="add mod">
          <ac:chgData name="Said Nabi Lecturer FCSE" userId="22162f9c-d122-430c-b6e9-ac8024b7b6c6" providerId="ADAL" clId="{1892CB6E-8845-D947-B747-42F855813977}" dt="2025-11-20T04:46:59.859" v="147" actId="1076"/>
          <ac:picMkLst>
            <pc:docMk/>
            <pc:sldMk cId="3480754971" sldId="1305"/>
            <ac:picMk id="10" creationId="{6D8413C2-E069-FC8F-064F-092D48FC1473}"/>
          </ac:picMkLst>
        </pc:picChg>
      </pc:sldChg>
      <pc:sldChg chg="add del">
        <pc:chgData name="Said Nabi Lecturer FCSE" userId="22162f9c-d122-430c-b6e9-ac8024b7b6c6" providerId="ADAL" clId="{1892CB6E-8845-D947-B747-42F855813977}" dt="2025-11-18T04:29:46.917" v="28" actId="2890"/>
        <pc:sldMkLst>
          <pc:docMk/>
          <pc:sldMk cId="3550682003" sldId="1305"/>
        </pc:sldMkLst>
      </pc:sldChg>
      <pc:sldChg chg="addSp delSp modSp add mod">
        <pc:chgData name="Said Nabi Lecturer FCSE" userId="22162f9c-d122-430c-b6e9-ac8024b7b6c6" providerId="ADAL" clId="{1892CB6E-8845-D947-B747-42F855813977}" dt="2025-11-20T04:51:37.695" v="189" actId="14100"/>
        <pc:sldMkLst>
          <pc:docMk/>
          <pc:sldMk cId="2567244784" sldId="1306"/>
        </pc:sldMkLst>
        <pc:spChg chg="del">
          <ac:chgData name="Said Nabi Lecturer FCSE" userId="22162f9c-d122-430c-b6e9-ac8024b7b6c6" providerId="ADAL" clId="{1892CB6E-8845-D947-B747-42F855813977}" dt="2025-11-20T04:49:53.557" v="162" actId="478"/>
          <ac:spMkLst>
            <pc:docMk/>
            <pc:sldMk cId="2567244784" sldId="1306"/>
            <ac:spMk id="6" creationId="{0A6461B5-84D0-9CA6-E970-59141799A991}"/>
          </ac:spMkLst>
        </pc:spChg>
        <pc:spChg chg="mod">
          <ac:chgData name="Said Nabi Lecturer FCSE" userId="22162f9c-d122-430c-b6e9-ac8024b7b6c6" providerId="ADAL" clId="{1892CB6E-8845-D947-B747-42F855813977}" dt="2025-11-20T04:49:50.360" v="161" actId="20577"/>
          <ac:spMkLst>
            <pc:docMk/>
            <pc:sldMk cId="2567244784" sldId="1306"/>
            <ac:spMk id="7" creationId="{2B6F4F1A-5829-5997-E88F-9BB1BA534F07}"/>
          </ac:spMkLst>
        </pc:spChg>
        <pc:picChg chg="add mod">
          <ac:chgData name="Said Nabi Lecturer FCSE" userId="22162f9c-d122-430c-b6e9-ac8024b7b6c6" providerId="ADAL" clId="{1892CB6E-8845-D947-B747-42F855813977}" dt="2025-11-20T04:51:37.695" v="189" actId="14100"/>
          <ac:picMkLst>
            <pc:docMk/>
            <pc:sldMk cId="2567244784" sldId="1306"/>
            <ac:picMk id="3" creationId="{E461E5FD-C28C-BEA6-7697-6349AF8AA6E7}"/>
          </ac:picMkLst>
        </pc:picChg>
        <pc:picChg chg="add mod">
          <ac:chgData name="Said Nabi Lecturer FCSE" userId="22162f9c-d122-430c-b6e9-ac8024b7b6c6" providerId="ADAL" clId="{1892CB6E-8845-D947-B747-42F855813977}" dt="2025-11-20T04:51:32.527" v="188" actId="1076"/>
          <ac:picMkLst>
            <pc:docMk/>
            <pc:sldMk cId="2567244784" sldId="1306"/>
            <ac:picMk id="5" creationId="{62EB9CD7-E997-D724-17E7-0366227BC2B6}"/>
          </ac:picMkLst>
        </pc:picChg>
      </pc:sldChg>
      <pc:sldChg chg="addSp delSp modSp add mod">
        <pc:chgData name="Said Nabi Lecturer FCSE" userId="22162f9c-d122-430c-b6e9-ac8024b7b6c6" providerId="ADAL" clId="{1892CB6E-8845-D947-B747-42F855813977}" dt="2025-11-20T05:02:33.971" v="213" actId="1076"/>
        <pc:sldMkLst>
          <pc:docMk/>
          <pc:sldMk cId="2158322818" sldId="1307"/>
        </pc:sldMkLst>
        <pc:spChg chg="del">
          <ac:chgData name="Said Nabi Lecturer FCSE" userId="22162f9c-d122-430c-b6e9-ac8024b7b6c6" providerId="ADAL" clId="{1892CB6E-8845-D947-B747-42F855813977}" dt="2025-11-20T05:01:15.568" v="193" actId="478"/>
          <ac:spMkLst>
            <pc:docMk/>
            <pc:sldMk cId="2158322818" sldId="1307"/>
            <ac:spMk id="6" creationId="{28DCC92D-8CDD-011B-40E7-7AF423352548}"/>
          </ac:spMkLst>
        </pc:spChg>
        <pc:spChg chg="mod">
          <ac:chgData name="Said Nabi Lecturer FCSE" userId="22162f9c-d122-430c-b6e9-ac8024b7b6c6" providerId="ADAL" clId="{1892CB6E-8845-D947-B747-42F855813977}" dt="2025-11-20T05:01:31.471" v="202" actId="20577"/>
          <ac:spMkLst>
            <pc:docMk/>
            <pc:sldMk cId="2158322818" sldId="1307"/>
            <ac:spMk id="7" creationId="{28954775-87B2-7792-D8AA-D9867F9A4B52}"/>
          </ac:spMkLst>
        </pc:spChg>
        <pc:picChg chg="add mod">
          <ac:chgData name="Said Nabi Lecturer FCSE" userId="22162f9c-d122-430c-b6e9-ac8024b7b6c6" providerId="ADAL" clId="{1892CB6E-8845-D947-B747-42F855813977}" dt="2025-11-20T05:02:28.837" v="212" actId="1076"/>
          <ac:picMkLst>
            <pc:docMk/>
            <pc:sldMk cId="2158322818" sldId="1307"/>
            <ac:picMk id="2" creationId="{FA722817-FA50-1256-86EF-43E145B68DFB}"/>
          </ac:picMkLst>
        </pc:picChg>
        <pc:picChg chg="add mod">
          <ac:chgData name="Said Nabi Lecturer FCSE" userId="22162f9c-d122-430c-b6e9-ac8024b7b6c6" providerId="ADAL" clId="{1892CB6E-8845-D947-B747-42F855813977}" dt="2025-11-20T05:02:33.971" v="213" actId="1076"/>
          <ac:picMkLst>
            <pc:docMk/>
            <pc:sldMk cId="2158322818" sldId="1307"/>
            <ac:picMk id="4" creationId="{52F73935-FCF4-D51F-5EA6-E0A89C376F3E}"/>
          </ac:picMkLst>
        </pc:picChg>
      </pc:sldChg>
      <pc:sldChg chg="addSp delSp modSp add mod">
        <pc:chgData name="Said Nabi Lecturer FCSE" userId="22162f9c-d122-430c-b6e9-ac8024b7b6c6" providerId="ADAL" clId="{1892CB6E-8845-D947-B747-42F855813977}" dt="2025-11-20T05:21:10.393" v="249" actId="1076"/>
        <pc:sldMkLst>
          <pc:docMk/>
          <pc:sldMk cId="354611621" sldId="1308"/>
        </pc:sldMkLst>
        <pc:spChg chg="del">
          <ac:chgData name="Said Nabi Lecturer FCSE" userId="22162f9c-d122-430c-b6e9-ac8024b7b6c6" providerId="ADAL" clId="{1892CB6E-8845-D947-B747-42F855813977}" dt="2025-11-20T05:18:22.858" v="234" actId="478"/>
          <ac:spMkLst>
            <pc:docMk/>
            <pc:sldMk cId="354611621" sldId="1308"/>
            <ac:spMk id="6" creationId="{40D4E378-9828-801E-A2FA-59E935608460}"/>
          </ac:spMkLst>
        </pc:spChg>
        <pc:spChg chg="mod">
          <ac:chgData name="Said Nabi Lecturer FCSE" userId="22162f9c-d122-430c-b6e9-ac8024b7b6c6" providerId="ADAL" clId="{1892CB6E-8845-D947-B747-42F855813977}" dt="2025-11-20T05:21:00.993" v="246" actId="1076"/>
          <ac:spMkLst>
            <pc:docMk/>
            <pc:sldMk cId="354611621" sldId="1308"/>
            <ac:spMk id="7" creationId="{DFC03532-9CFF-B779-43DA-46344026E8F8}"/>
          </ac:spMkLst>
        </pc:spChg>
        <pc:picChg chg="add mod">
          <ac:chgData name="Said Nabi Lecturer FCSE" userId="22162f9c-d122-430c-b6e9-ac8024b7b6c6" providerId="ADAL" clId="{1892CB6E-8845-D947-B747-42F855813977}" dt="2025-11-20T05:20:48.441" v="244" actId="1076"/>
          <ac:picMkLst>
            <pc:docMk/>
            <pc:sldMk cId="354611621" sldId="1308"/>
            <ac:picMk id="3" creationId="{FA274FDB-700E-CBC1-F47D-68F031BAEBF2}"/>
          </ac:picMkLst>
        </pc:picChg>
        <pc:picChg chg="add mod">
          <ac:chgData name="Said Nabi Lecturer FCSE" userId="22162f9c-d122-430c-b6e9-ac8024b7b6c6" providerId="ADAL" clId="{1892CB6E-8845-D947-B747-42F855813977}" dt="2025-11-20T05:21:10.393" v="249" actId="1076"/>
          <ac:picMkLst>
            <pc:docMk/>
            <pc:sldMk cId="354611621" sldId="1308"/>
            <ac:picMk id="5" creationId="{8E883464-8077-DA87-EFBA-953B028B75C5}"/>
          </ac:picMkLst>
        </pc:picChg>
      </pc:sldChg>
      <pc:sldChg chg="addSp delSp modSp add mod modAnim">
        <pc:chgData name="Said Nabi Lecturer FCSE" userId="22162f9c-d122-430c-b6e9-ac8024b7b6c6" providerId="ADAL" clId="{1892CB6E-8845-D947-B747-42F855813977}" dt="2025-11-20T05:34:28.931" v="296"/>
        <pc:sldMkLst>
          <pc:docMk/>
          <pc:sldMk cId="3404111437" sldId="1309"/>
        </pc:sldMkLst>
        <pc:spChg chg="del">
          <ac:chgData name="Said Nabi Lecturer FCSE" userId="22162f9c-d122-430c-b6e9-ac8024b7b6c6" providerId="ADAL" clId="{1892CB6E-8845-D947-B747-42F855813977}" dt="2025-11-20T05:28:30.870" v="253" actId="478"/>
          <ac:spMkLst>
            <pc:docMk/>
            <pc:sldMk cId="3404111437" sldId="1309"/>
            <ac:spMk id="6" creationId="{F3BFEF16-471F-F084-EC9A-B118C4658649}"/>
          </ac:spMkLst>
        </pc:spChg>
        <pc:spChg chg="mod">
          <ac:chgData name="Said Nabi Lecturer FCSE" userId="22162f9c-d122-430c-b6e9-ac8024b7b6c6" providerId="ADAL" clId="{1892CB6E-8845-D947-B747-42F855813977}" dt="2025-11-20T05:29:57.846" v="261" actId="1076"/>
          <ac:spMkLst>
            <pc:docMk/>
            <pc:sldMk cId="3404111437" sldId="1309"/>
            <ac:spMk id="7" creationId="{DDE9E897-C759-0BEF-A8E5-93C04542EA19}"/>
          </ac:spMkLst>
        </pc:spChg>
        <pc:picChg chg="add mod">
          <ac:chgData name="Said Nabi Lecturer FCSE" userId="22162f9c-d122-430c-b6e9-ac8024b7b6c6" providerId="ADAL" clId="{1892CB6E-8845-D947-B747-42F855813977}" dt="2025-11-20T05:30:02.728" v="262" actId="1076"/>
          <ac:picMkLst>
            <pc:docMk/>
            <pc:sldMk cId="3404111437" sldId="1309"/>
            <ac:picMk id="2" creationId="{43021D00-61A5-B607-A6AA-0410F7DFCC3C}"/>
          </ac:picMkLst>
        </pc:picChg>
        <pc:picChg chg="add mod">
          <ac:chgData name="Said Nabi Lecturer FCSE" userId="22162f9c-d122-430c-b6e9-ac8024b7b6c6" providerId="ADAL" clId="{1892CB6E-8845-D947-B747-42F855813977}" dt="2025-11-20T05:30:12.177" v="263" actId="1076"/>
          <ac:picMkLst>
            <pc:docMk/>
            <pc:sldMk cId="3404111437" sldId="1309"/>
            <ac:picMk id="4" creationId="{22A93B87-6FD4-FB54-E61B-3566078782C3}"/>
          </ac:picMkLst>
        </pc:picChg>
      </pc:sldChg>
      <pc:sldChg chg="addSp delSp modSp add mod ord">
        <pc:chgData name="Said Nabi Lecturer FCSE" userId="22162f9c-d122-430c-b6e9-ac8024b7b6c6" providerId="ADAL" clId="{1892CB6E-8845-D947-B747-42F855813977}" dt="2025-11-20T05:43:07.823" v="321" actId="14100"/>
        <pc:sldMkLst>
          <pc:docMk/>
          <pc:sldMk cId="54253678" sldId="1310"/>
        </pc:sldMkLst>
        <pc:spChg chg="del">
          <ac:chgData name="Said Nabi Lecturer FCSE" userId="22162f9c-d122-430c-b6e9-ac8024b7b6c6" providerId="ADAL" clId="{1892CB6E-8845-D947-B747-42F855813977}" dt="2025-11-20T05:40:27.879" v="298" actId="478"/>
          <ac:spMkLst>
            <pc:docMk/>
            <pc:sldMk cId="54253678" sldId="1310"/>
            <ac:spMk id="6" creationId="{0385217E-D4B6-2FB4-92CB-9756B62B5167}"/>
          </ac:spMkLst>
        </pc:spChg>
        <pc:spChg chg="mod">
          <ac:chgData name="Said Nabi Lecturer FCSE" userId="22162f9c-d122-430c-b6e9-ac8024b7b6c6" providerId="ADAL" clId="{1892CB6E-8845-D947-B747-42F855813977}" dt="2025-11-20T05:41:17.637" v="307" actId="20577"/>
          <ac:spMkLst>
            <pc:docMk/>
            <pc:sldMk cId="54253678" sldId="1310"/>
            <ac:spMk id="7" creationId="{AA6DA23B-D695-122D-3575-35DDC333AFBA}"/>
          </ac:spMkLst>
        </pc:spChg>
        <pc:picChg chg="add mod">
          <ac:chgData name="Said Nabi Lecturer FCSE" userId="22162f9c-d122-430c-b6e9-ac8024b7b6c6" providerId="ADAL" clId="{1892CB6E-8845-D947-B747-42F855813977}" dt="2025-11-20T05:42:53.139" v="318" actId="14100"/>
          <ac:picMkLst>
            <pc:docMk/>
            <pc:sldMk cId="54253678" sldId="1310"/>
            <ac:picMk id="3" creationId="{EFECC849-1382-39CD-2DD3-D4C6FE4E3574}"/>
          </ac:picMkLst>
        </pc:picChg>
        <pc:picChg chg="add mod">
          <ac:chgData name="Said Nabi Lecturer FCSE" userId="22162f9c-d122-430c-b6e9-ac8024b7b6c6" providerId="ADAL" clId="{1892CB6E-8845-D947-B747-42F855813977}" dt="2025-11-20T05:43:07.823" v="321" actId="14100"/>
          <ac:picMkLst>
            <pc:docMk/>
            <pc:sldMk cId="54253678" sldId="1310"/>
            <ac:picMk id="5" creationId="{9CEF6FA1-056B-3367-EC83-D7D52FDF2753}"/>
          </ac:picMkLst>
        </pc:picChg>
      </pc:sldChg>
    </pc:docChg>
  </pc:docChgLst>
  <pc:docChgLst>
    <pc:chgData name="Said Nabi Lecturer FCSE" userId="S::said.nabi@giki.edu.pk::22162f9c-d122-430c-b6e9-ac8024b7b6c6" providerId="AD" clId="Web-{3CAFA5C7-CAAF-6DC2-D9D1-61F30AB7A19C}"/>
    <pc:docChg chg="delSld">
      <pc:chgData name="Said Nabi Lecturer FCSE" userId="S::said.nabi@giki.edu.pk::22162f9c-d122-430c-b6e9-ac8024b7b6c6" providerId="AD" clId="Web-{3CAFA5C7-CAAF-6DC2-D9D1-61F30AB7A19C}" dt="2025-10-23T08:25:03.708" v="0"/>
      <pc:docMkLst>
        <pc:docMk/>
      </pc:docMkLst>
      <pc:sldChg chg="del">
        <pc:chgData name="Said Nabi Lecturer FCSE" userId="S::said.nabi@giki.edu.pk::22162f9c-d122-430c-b6e9-ac8024b7b6c6" providerId="AD" clId="Web-{3CAFA5C7-CAAF-6DC2-D9D1-61F30AB7A19C}" dt="2025-10-23T08:25:03.708" v="0"/>
        <pc:sldMkLst>
          <pc:docMk/>
          <pc:sldMk cId="4058084929" sldId="1251"/>
        </pc:sldMkLst>
      </pc:sldChg>
    </pc:docChg>
  </pc:docChgLst>
  <pc:docChgLst>
    <pc:chgData name="Said Nabi Lecturer FCSE" userId="22162f9c-d122-430c-b6e9-ac8024b7b6c6" providerId="ADAL" clId="{DB10C268-A287-DD41-8751-EB195AC7D27C}"/>
    <pc:docChg chg="modSld">
      <pc:chgData name="Said Nabi Lecturer FCSE" userId="22162f9c-d122-430c-b6e9-ac8024b7b6c6" providerId="ADAL" clId="{DB10C268-A287-DD41-8751-EB195AC7D27C}" dt="2025-09-25T05:41:04.119" v="5"/>
      <pc:docMkLst>
        <pc:docMk/>
      </pc:docMkLst>
    </pc:docChg>
  </pc:docChgLst>
  <pc:docChgLst>
    <pc:chgData name="Said Nabi Lecturer FCSE" userId="22162f9c-d122-430c-b6e9-ac8024b7b6c6" providerId="ADAL" clId="{FD58D022-EA1A-594A-9B6F-A8EFDEC41CFB}"/>
    <pc:docChg chg="delSld modSld">
      <pc:chgData name="Said Nabi Lecturer FCSE" userId="22162f9c-d122-430c-b6e9-ac8024b7b6c6" providerId="ADAL" clId="{FD58D022-EA1A-594A-9B6F-A8EFDEC41CFB}" dt="2025-11-20T08:33:41.072" v="179" actId="20577"/>
      <pc:docMkLst>
        <pc:docMk/>
      </pc:docMkLst>
      <pc:sldChg chg="modSp mod">
        <pc:chgData name="Said Nabi Lecturer FCSE" userId="22162f9c-d122-430c-b6e9-ac8024b7b6c6" providerId="ADAL" clId="{FD58D022-EA1A-594A-9B6F-A8EFDEC41CFB}" dt="2025-11-20T08:30:22.997" v="2" actId="20577"/>
        <pc:sldMkLst>
          <pc:docMk/>
          <pc:sldMk cId="1696953445" sldId="384"/>
        </pc:sldMkLst>
        <pc:spChg chg="mod">
          <ac:chgData name="Said Nabi Lecturer FCSE" userId="22162f9c-d122-430c-b6e9-ac8024b7b6c6" providerId="ADAL" clId="{FD58D022-EA1A-594A-9B6F-A8EFDEC41CFB}" dt="2025-11-20T08:30:22.997" v="2" actId="20577"/>
          <ac:spMkLst>
            <pc:docMk/>
            <pc:sldMk cId="1696953445" sldId="384"/>
            <ac:spMk id="4" creationId="{00000000-0000-0000-0000-000000000000}"/>
          </ac:spMkLst>
        </pc:spChg>
      </pc:sldChg>
      <pc:sldChg chg="modSp mod">
        <pc:chgData name="Said Nabi Lecturer FCSE" userId="22162f9c-d122-430c-b6e9-ac8024b7b6c6" providerId="ADAL" clId="{FD58D022-EA1A-594A-9B6F-A8EFDEC41CFB}" dt="2025-11-20T08:33:41.072" v="179" actId="20577"/>
        <pc:sldMkLst>
          <pc:docMk/>
          <pc:sldMk cId="3364439907" sldId="1124"/>
        </pc:sldMkLst>
        <pc:spChg chg="mod">
          <ac:chgData name="Said Nabi Lecturer FCSE" userId="22162f9c-d122-430c-b6e9-ac8024b7b6c6" providerId="ADAL" clId="{FD58D022-EA1A-594A-9B6F-A8EFDEC41CFB}" dt="2025-11-20T08:33:41.072" v="179" actId="20577"/>
          <ac:spMkLst>
            <pc:docMk/>
            <pc:sldMk cId="3364439907" sldId="1124"/>
            <ac:spMk id="3" creationId="{3A2DEC95-DCE2-DE72-424C-58584EE884C8}"/>
          </ac:spMkLst>
        </pc:spChg>
      </pc:sldChg>
      <pc:sldChg chg="del">
        <pc:chgData name="Said Nabi Lecturer FCSE" userId="22162f9c-d122-430c-b6e9-ac8024b7b6c6" providerId="ADAL" clId="{FD58D022-EA1A-594A-9B6F-A8EFDEC41CFB}" dt="2025-11-20T08:31:23.610" v="22" actId="2696"/>
        <pc:sldMkLst>
          <pc:docMk/>
          <pc:sldMk cId="4035709817" sldId="1266"/>
        </pc:sldMkLst>
      </pc:sldChg>
      <pc:sldChg chg="del">
        <pc:chgData name="Said Nabi Lecturer FCSE" userId="22162f9c-d122-430c-b6e9-ac8024b7b6c6" providerId="ADAL" clId="{FD58D022-EA1A-594A-9B6F-A8EFDEC41CFB}" dt="2025-11-20T08:31:23.613" v="23" actId="2696"/>
        <pc:sldMkLst>
          <pc:docMk/>
          <pc:sldMk cId="1010021182" sldId="1267"/>
        </pc:sldMkLst>
      </pc:sldChg>
      <pc:sldChg chg="modNotesTx">
        <pc:chgData name="Said Nabi Lecturer FCSE" userId="22162f9c-d122-430c-b6e9-ac8024b7b6c6" providerId="ADAL" clId="{FD58D022-EA1A-594A-9B6F-A8EFDEC41CFB}" dt="2025-11-20T08:30:47.324" v="3" actId="20577"/>
        <pc:sldMkLst>
          <pc:docMk/>
          <pc:sldMk cId="654157343" sldId="1273"/>
        </pc:sldMkLst>
      </pc:sldChg>
      <pc:sldChg chg="del">
        <pc:chgData name="Said Nabi Lecturer FCSE" userId="22162f9c-d122-430c-b6e9-ac8024b7b6c6" providerId="ADAL" clId="{FD58D022-EA1A-594A-9B6F-A8EFDEC41CFB}" dt="2025-11-20T08:31:23.434" v="5" actId="2696"/>
        <pc:sldMkLst>
          <pc:docMk/>
          <pc:sldMk cId="2583583273" sldId="1277"/>
        </pc:sldMkLst>
      </pc:sldChg>
      <pc:sldChg chg="del">
        <pc:chgData name="Said Nabi Lecturer FCSE" userId="22162f9c-d122-430c-b6e9-ac8024b7b6c6" providerId="ADAL" clId="{FD58D022-EA1A-594A-9B6F-A8EFDEC41CFB}" dt="2025-11-20T08:31:23.470" v="7" actId="2696"/>
        <pc:sldMkLst>
          <pc:docMk/>
          <pc:sldMk cId="2883568473" sldId="1278"/>
        </pc:sldMkLst>
      </pc:sldChg>
      <pc:sldChg chg="del">
        <pc:chgData name="Said Nabi Lecturer FCSE" userId="22162f9c-d122-430c-b6e9-ac8024b7b6c6" providerId="ADAL" clId="{FD58D022-EA1A-594A-9B6F-A8EFDEC41CFB}" dt="2025-11-20T08:31:23.481" v="8" actId="2696"/>
        <pc:sldMkLst>
          <pc:docMk/>
          <pc:sldMk cId="3664232527" sldId="1279"/>
        </pc:sldMkLst>
      </pc:sldChg>
      <pc:sldChg chg="del">
        <pc:chgData name="Said Nabi Lecturer FCSE" userId="22162f9c-d122-430c-b6e9-ac8024b7b6c6" providerId="ADAL" clId="{FD58D022-EA1A-594A-9B6F-A8EFDEC41CFB}" dt="2025-11-20T08:31:23.492" v="9" actId="2696"/>
        <pc:sldMkLst>
          <pc:docMk/>
          <pc:sldMk cId="2437511848" sldId="1280"/>
        </pc:sldMkLst>
      </pc:sldChg>
      <pc:sldChg chg="del">
        <pc:chgData name="Said Nabi Lecturer FCSE" userId="22162f9c-d122-430c-b6e9-ac8024b7b6c6" providerId="ADAL" clId="{FD58D022-EA1A-594A-9B6F-A8EFDEC41CFB}" dt="2025-11-20T08:31:23.504" v="10" actId="2696"/>
        <pc:sldMkLst>
          <pc:docMk/>
          <pc:sldMk cId="1863781370" sldId="1281"/>
        </pc:sldMkLst>
      </pc:sldChg>
      <pc:sldChg chg="del">
        <pc:chgData name="Said Nabi Lecturer FCSE" userId="22162f9c-d122-430c-b6e9-ac8024b7b6c6" providerId="ADAL" clId="{FD58D022-EA1A-594A-9B6F-A8EFDEC41CFB}" dt="2025-11-20T08:31:23.514" v="11" actId="2696"/>
        <pc:sldMkLst>
          <pc:docMk/>
          <pc:sldMk cId="2631238936" sldId="1282"/>
        </pc:sldMkLst>
      </pc:sldChg>
      <pc:sldChg chg="del">
        <pc:chgData name="Said Nabi Lecturer FCSE" userId="22162f9c-d122-430c-b6e9-ac8024b7b6c6" providerId="ADAL" clId="{FD58D022-EA1A-594A-9B6F-A8EFDEC41CFB}" dt="2025-11-20T08:31:23.524" v="12" actId="2696"/>
        <pc:sldMkLst>
          <pc:docMk/>
          <pc:sldMk cId="934195758" sldId="1283"/>
        </pc:sldMkLst>
      </pc:sldChg>
      <pc:sldChg chg="del">
        <pc:chgData name="Said Nabi Lecturer FCSE" userId="22162f9c-d122-430c-b6e9-ac8024b7b6c6" providerId="ADAL" clId="{FD58D022-EA1A-594A-9B6F-A8EFDEC41CFB}" dt="2025-11-20T08:31:23.533" v="13" actId="2696"/>
        <pc:sldMkLst>
          <pc:docMk/>
          <pc:sldMk cId="1164820952" sldId="1284"/>
        </pc:sldMkLst>
      </pc:sldChg>
      <pc:sldChg chg="del">
        <pc:chgData name="Said Nabi Lecturer FCSE" userId="22162f9c-d122-430c-b6e9-ac8024b7b6c6" providerId="ADAL" clId="{FD58D022-EA1A-594A-9B6F-A8EFDEC41CFB}" dt="2025-11-20T08:31:23.544" v="14" actId="2696"/>
        <pc:sldMkLst>
          <pc:docMk/>
          <pc:sldMk cId="933072674" sldId="1285"/>
        </pc:sldMkLst>
      </pc:sldChg>
      <pc:sldChg chg="del">
        <pc:chgData name="Said Nabi Lecturer FCSE" userId="22162f9c-d122-430c-b6e9-ac8024b7b6c6" providerId="ADAL" clId="{FD58D022-EA1A-594A-9B6F-A8EFDEC41CFB}" dt="2025-11-20T08:31:23.552" v="15" actId="2696"/>
        <pc:sldMkLst>
          <pc:docMk/>
          <pc:sldMk cId="1267137170" sldId="1286"/>
        </pc:sldMkLst>
      </pc:sldChg>
      <pc:sldChg chg="del">
        <pc:chgData name="Said Nabi Lecturer FCSE" userId="22162f9c-d122-430c-b6e9-ac8024b7b6c6" providerId="ADAL" clId="{FD58D022-EA1A-594A-9B6F-A8EFDEC41CFB}" dt="2025-11-20T08:31:23.616" v="24" actId="2696"/>
        <pc:sldMkLst>
          <pc:docMk/>
          <pc:sldMk cId="3717621914" sldId="1289"/>
        </pc:sldMkLst>
      </pc:sldChg>
      <pc:sldChg chg="del">
        <pc:chgData name="Said Nabi Lecturer FCSE" userId="22162f9c-d122-430c-b6e9-ac8024b7b6c6" providerId="ADAL" clId="{FD58D022-EA1A-594A-9B6F-A8EFDEC41CFB}" dt="2025-11-20T08:31:23.570" v="17" actId="2696"/>
        <pc:sldMkLst>
          <pc:docMk/>
          <pc:sldMk cId="1501627490" sldId="1291"/>
        </pc:sldMkLst>
      </pc:sldChg>
      <pc:sldChg chg="del">
        <pc:chgData name="Said Nabi Lecturer FCSE" userId="22162f9c-d122-430c-b6e9-ac8024b7b6c6" providerId="ADAL" clId="{FD58D022-EA1A-594A-9B6F-A8EFDEC41CFB}" dt="2025-11-20T08:31:23.578" v="18" actId="2696"/>
        <pc:sldMkLst>
          <pc:docMk/>
          <pc:sldMk cId="2306373294" sldId="1292"/>
        </pc:sldMkLst>
      </pc:sldChg>
      <pc:sldChg chg="del">
        <pc:chgData name="Said Nabi Lecturer FCSE" userId="22162f9c-d122-430c-b6e9-ac8024b7b6c6" providerId="ADAL" clId="{FD58D022-EA1A-594A-9B6F-A8EFDEC41CFB}" dt="2025-11-20T08:31:23.560" v="16" actId="2696"/>
        <pc:sldMkLst>
          <pc:docMk/>
          <pc:sldMk cId="1665626534" sldId="1293"/>
        </pc:sldMkLst>
      </pc:sldChg>
      <pc:sldChg chg="del">
        <pc:chgData name="Said Nabi Lecturer FCSE" userId="22162f9c-d122-430c-b6e9-ac8024b7b6c6" providerId="ADAL" clId="{FD58D022-EA1A-594A-9B6F-A8EFDEC41CFB}" dt="2025-11-20T08:31:23.582" v="19" actId="2696"/>
        <pc:sldMkLst>
          <pc:docMk/>
          <pc:sldMk cId="2787239569" sldId="1294"/>
        </pc:sldMkLst>
      </pc:sldChg>
      <pc:sldChg chg="del">
        <pc:chgData name="Said Nabi Lecturer FCSE" userId="22162f9c-d122-430c-b6e9-ac8024b7b6c6" providerId="ADAL" clId="{FD58D022-EA1A-594A-9B6F-A8EFDEC41CFB}" dt="2025-11-20T08:31:23.619" v="25" actId="2696"/>
        <pc:sldMkLst>
          <pc:docMk/>
          <pc:sldMk cId="2021670558" sldId="1295"/>
        </pc:sldMkLst>
      </pc:sldChg>
      <pc:sldChg chg="del">
        <pc:chgData name="Said Nabi Lecturer FCSE" userId="22162f9c-d122-430c-b6e9-ac8024b7b6c6" providerId="ADAL" clId="{FD58D022-EA1A-594A-9B6F-A8EFDEC41CFB}" dt="2025-11-20T08:31:23.600" v="21" actId="2696"/>
        <pc:sldMkLst>
          <pc:docMk/>
          <pc:sldMk cId="1810775614" sldId="1296"/>
        </pc:sldMkLst>
      </pc:sldChg>
      <pc:sldChg chg="del">
        <pc:chgData name="Said Nabi Lecturer FCSE" userId="22162f9c-d122-430c-b6e9-ac8024b7b6c6" providerId="ADAL" clId="{FD58D022-EA1A-594A-9B6F-A8EFDEC41CFB}" dt="2025-11-20T08:31:23.592" v="20" actId="2696"/>
        <pc:sldMkLst>
          <pc:docMk/>
          <pc:sldMk cId="973916219" sldId="1297"/>
        </pc:sldMkLst>
      </pc:sldChg>
      <pc:sldChg chg="modNotesTx">
        <pc:chgData name="Said Nabi Lecturer FCSE" userId="22162f9c-d122-430c-b6e9-ac8024b7b6c6" providerId="ADAL" clId="{FD58D022-EA1A-594A-9B6F-A8EFDEC41CFB}" dt="2025-11-20T08:31:02.593" v="4" actId="20577"/>
        <pc:sldMkLst>
          <pc:docMk/>
          <pc:sldMk cId="2158322818" sldId="1307"/>
        </pc:sldMkLst>
      </pc:sldChg>
      <pc:sldChg chg="del">
        <pc:chgData name="Said Nabi Lecturer FCSE" userId="22162f9c-d122-430c-b6e9-ac8024b7b6c6" providerId="ADAL" clId="{FD58D022-EA1A-594A-9B6F-A8EFDEC41CFB}" dt="2025-11-20T08:31:23.454" v="6" actId="2696"/>
        <pc:sldMkLst>
          <pc:docMk/>
          <pc:sldMk cId="54253678" sldId="1310"/>
        </pc:sldMkLst>
      </pc:sldChg>
    </pc:docChg>
  </pc:docChgLst>
  <pc:docChgLst>
    <pc:chgData name="Said Nabi Lecturer FCSE" userId="22162f9c-d122-430c-b6e9-ac8024b7b6c6" providerId="ADAL" clId="{DD5E6D33-3D6A-EF44-864F-5F2737F54E73}"/>
    <pc:docChg chg="undo custSel addSld modSld sldOrd">
      <pc:chgData name="Said Nabi Lecturer FCSE" userId="22162f9c-d122-430c-b6e9-ac8024b7b6c6" providerId="ADAL" clId="{DD5E6D33-3D6A-EF44-864F-5F2737F54E73}" dt="2025-09-30T05:43:54.837" v="181" actId="20578"/>
      <pc:docMkLst>
        <pc:docMk/>
      </pc:docMkLst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11:45:37.5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24575,'0'85'0,"0"-36"0,2 3 0,4 22 0,2 5 0,7 9 0,3 2 0,3 3 0,1 0 0,3-1 0,1-2 0,-1-9 0,-1-3 0,-3-6 0,0-2 0,1-3 0,0-1 0,-1-4 0,0-1 0,-1-4 0,0-2 0,0 3 0,1 0 0,-1-1 0,1-1 0,-1-1 0,0-1 0,2-2 0,0 0 0,-1-5 0,1 0 0,2-1 0,1-1 0,1 1 0,1 0 0,-1 0 0,1 0 0,1 0 0,-1-1 0,22 40 0,-3-12 0,-3-9 0,-7-10 0,-2-5 0,-5 0 0,-3-3 0,-1-1 0,-3 0 0,-2-5 0,-3-1 0,0 0 0,-2 1 0,3 3 0,0 3 0,0 0 0,2-3 0,-3-4 0,-1-5 0,-3-6 0,-2-6 0,-4-6 0,0-3 0,0-1 0,-2 0 0,0-1 0,-1-2 0,-2-2 0,1-7 0,-25-35 0,16 24 0,-18-26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11:45:39.1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0 517 24575,'30'0'0,"13"0"0,29 0 0,22 0 0,0 0 0,-9 1 0,-24 1 0,-21 6 0,-11 3 0,-6 3 0,-5 0 0,3-2 0,0 2 0,0-2 0,2-2 0,-3-6 0,-1-2 0,-6-4 0,-5-5 0,-5-6 0,-2-10 0,-1-16 0,0-24 0,1-17 0,2-8 0,0 6 0,3 16 0,0 14 0,-3 11 0,0 12 0,-3 9 0,0 10 0,0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11:45:41.23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11:45:42.5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24575,'55'21'0,"0"0"0,23 12 0,7 5 0,-11-4 0,6 3 0,4 1-1238,-10-4 0,3 0 1,3 1-1,4 1 1238,-5-4 0,2 1 0,3 1 0,3-1 0,1 0-539,-4-2 1,2 0 0,2 0 0,2-1 0,1 0 0,1 0 538,-5-3 0,1-1 0,2 1 0,1-1 0,0-1 0,2-1 0,0 0 0,-8-3 0,3 0 0,-1-1 0,2 0 0,-1-1 0,1 0 0,-2-2 0,0 0 0,7-1 0,-1 0 0,1-2 0,-2 0 0,0-1 0,0 0 0,-2-1 0,10 1 0,-1-2 0,-1 1 0,-1-2 0,-1 1 0,-2-1 9,6 1 1,-2 0 0,-1-1 0,-2 0-1,-3 0-9,6 1 0,-3 1 0,-2-1 0,-1 1-217,-6 0 1,-1 1 0,-1 0 0,-2 0 216,17 3 0,-3 0 0,-2 1 413,-7-1 0,-2 0 0,-2 1-413,-6 1 0,-2 1 0,0 0 0,-4-1 0,-1 2 0,0-1 0,-1 1 0,1 0 0,0 0 0,3 0 0,0 0 0,1 1 0,0-1 0,0 0 0,-1 1 0,-3 0 0,0 0 0,-3 1 0,-2 0 0,-2 1 0,-1 0 1758,19 10 0,-5 2-1758,-11-3 0,-5 2 1067,-11-3 1,-6 1-1068,21 27 1383,-20 2-1383,-12-1 724,-9 1-724,-6 2 0,-6 4 0,-6 10 0,0 13 0,-1 5 0,2 0 0,3-15 0,-3-19 0,2-22 0,-3-15 0,-1-9 0,1-7 0,0 2 0,2 2 0,4 6 0,5 8 0,1 3 0,1 1 0,-4-3 0,-1-1 0,1-3 0,-4 1 0,0-1 0,-4-5 0,-2-2 0,-2-4 0,-2-2 0,3 1 0,-1-8 0,1 3 0,-1-10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11:45:44.5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1 251 24575,'30'32'0,"4"-2"0,6-1 0,3-4 0,0-5 0,-1 0 0,5-1 0,-1 1 0,-4 1 0,-6-4 0,-9-1 0,-5-6 0,-7-9 0,-5-11 0,-6-10 0,-4-8 0,0-5 0,2-5 0,6-6 0,7-8 0,5-2 0,2 5 0,0 10 0,-1 7 0,-3 5 0,-5 3 0,-6 2 0,-5 5 0,0 5 0,-2 5 0,2 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11:47:26.6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24575,'0'45'0,"0"9"0,0 20 0,0 15 0,0-39 0,0 1 0,-1 5 0,2 2 0,0 3 0,0 1 0,2 5 0,1 2 0,1 4 0,1 0 0,3 3 0,0 1 0,2-2 0,0 0 0,0-6 0,0-1 0,1-5 0,1-2 0,-2-6 0,1-2 0,0-2 0,2-1 0,2 0 0,2-1 0,2 3 0,3 0 0,5 3 0,3 1 0,8 6 0,4-1 0,7 4 0,4-1 0,4-1 0,5-1 0,7 0 0,4-2 0,5-3 0,4-2-180,-24-19 1,2-1 0,2-1 179,1 0 0,1-1 0,0-3 0,-1-1 0,1-2 0,-1-2 0,29 10 0,-1-3 0,-1-5 0,2-4 0,3-2 0,2-4 0,-27-7 0,0-3 0,2-1 0,6-1 0,1-2 0,1 0 0,3-2 0,1 0 0,0-2-375,5-1 0,1-1 0,0-2 375,2-1 0,0-1 0,1-2 0,2-2 0,2-1 0,0-1 0,-20 2 0,-1-1 0,1 0 0,1 0-359,0 0 1,0-1-1,0 1 1,0-1 358,2-1 0,0 1 0,-1-1 0,1-1 0,0 1 0,-1-1 0,1 0 0,-1-1 0,0 0 0,0-1 0,-1 0 0,-1-1 0,20-5 0,-1 0 0,-2-2-322,-1-1 0,-1-2 0,-2-1 322,-5 1 0,-2-1 0,-1-1 0,-4-1 0,-2-2 0,0-1 0,0 0 0,-1-1 0,-2 0 45,-7 3 0,-2-1 0,-1 0-45,-3-1 0,-2 0 0,-1-1 0,21-14 0,-3-2 494,-8 1 1,-3-1-495,-6 1 0,-3-1 724,-6 3 0,-3 1-724,-4 3 0,-1-1 558,-5 4 1,-1 0-559,-1 2 0,-3 1 374,28-39-374,-11 4 0,-9 1 0,-10 5 0,-9 3 0,-9-5 0,-6-10 0,-5 29 0,-2-1 0,1-6 0,0 1 0,0 0 0,0 3 0,0-36 0,-2 33 0,-1 24 0,-2 14 0,-1 7 0,1 2 0,-1 2 0,1 0 0,2 0 0,1-3 0,0-6 0,-1-13 0,-1-13 0,1-8 0,0-1 0,3 8 0,0 11 0,0 10 0,0 12 0,0 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11:47:29.1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1 794 24575,'27'-74'0,"8"-8"0,-13 34 0,2 0 0,21-40 0,-8 14 0,-8 19 0,-6 10 0,-4 6 0,-3 5 0,-1 3 0,-1 1 0,2-1 0,3-1 0,2 1 0,0 6 0,-5 7 0,-6 10 0,-5 8 0,-4 8 0,3 6 0,6 3 0,4 1 0,9 2 0,9 1 0,8 4 0,7 6 0,3 4 0,-4 5 0,-3-1 0,-7-2 0,-2-4 0,-4-6 0,-1-3 0,-3-3 0,-3-1 0,-1 1 0,-1-1 0,-1 1 0,1-1 0,-1 1 0,-2-3 0,-2 0 0,-6-4 0,-5-6 0,-3-3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11:47:33.7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24575,'0'58'0,"0"-1"0,0 1 0,0 3 0,0 21 0,0 6 0,0-18 0,0 2 0,0 2-718,0 9 0,0 2 1,0 2 717,0 9 0,0 2 0,0 0 0,0 0 0,0 1 0,0 0 0,0-1 0,0 1 0,0 0 0,0 1 0,0 0 0,0 0 0,0-6 0,0 0 0,0-2 0,0-3 0,-1-2 0,2-1 0,-1-5 0,1-2 0,2-1-19,2-3 0,2 0 0,3 0 19,2 0 0,3 0 0,3-1 0,5 0 0,4-2 0,3-1 0,6 0 0,3-1 0,5-2 0,3-3 0,4-1 0,2-3 0,3-3 0,3-2 0,1-3 0,0-4 0,1-2 0,2-4 0,-2-4 0,1-2 0,1-3 0,2-4 0,0-2 0,3-3 0,5-4 0,2-3 0,2-3 0,3-2 0,2-3 0,1-2 0,8-4 0,2-2 0,0-5-251,3-3 0,0-5 0,1-3 251,-23 1 0,0-3 0,0-2 0,1-2 0,3-4 0,0-2 0,1-3 0,-2-2 0,2-4 0,-1-1 0,0-3 0,-1 0-383,1-2 1,0-1 0,-1-1 0,0-1 382,-2 1 0,0-2 0,-1 1 0,-2-1 0,-5 3 0,-2-1 0,0 1 0,-2 0 79,14-11 1,-1 0 0,-3 1-80,-6 3 0,-3 0 0,-1-1 0,-8 5 0,-2-1 0,-1-1 94,-3-1 0,-2 0 0,-3-3-94,15-26 0,-7-5 0,-20 21 0,-3-3 0,-2-2 0,-3-5 0,-2-2 0,-2 1 0,-4 6 0,-2 1 0,-1-2 0,-1-2 0,-1-1 0,0 0 0,-1 0 0,0 0 0,0 0 0,0 1 0,0 0 0,0 1 0,1-2 0,0 1 0,1 3 604,3-17 1,0 4-605,-1 14 0,0 4 847,-1 6 0,0 2-847,14-42 806,1 12-806,1 2 262,-1 3-262,-1 8 0,-5 13 0,-6 17 0,-4 8 0,-3-6 0,2-16 0,4-16 0,0-5 0,-1 9 0,-5 18 0,-3 17 0,-3 17 0,-3 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11:47:35.5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0 603 24575,'40'-30'0,"2"-7"0,10-16 0,5-5 0,0-4 0,-2 3 0,-7 9 0,-7 7 0,-8 10 0,-4 4 0,-2 2 0,-4 6 0,0 0 0,-3 4 0,0-2 0,-4 1 0,-3 4 0,-3 6 0,-1 5 0,-2 4 0,0 3 0,-2 6 0,1 5 0,4 6 0,4 6 0,9 7 0,8 5 0,5 1 0,5 2 0,-2-1 0,-4-3 0,-4 0 0,-5-2 0,-3-3 0,-2-1 0,-2 0 0,-5-4 0,-4-1 0,-4-4 0,-1 0 0,2 0 0,-1 1 0,-1-1 0,0-3 0,-2-3 0,-1-7 0,-11-31 0,7 14 0,-9-19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11:47:41.3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19662 94 24575,'0'91'0,"0"-38"0,0 4 0,0 10 0,0 5 0,3 10 0,2 3 0,2 10 0,1 3-506,-1-23 0,0 2 0,1 3 506,1 12 0,2 3 0,-2 2 0,-3-18 0,0 1 0,-1 1 0,0 0 0,-1 2 0,0 0 0,-1 0 0,0 0 0,0-3 0,-1 1 0,0-2 0,-1-1 0,0 17 0,-1-2 0,-1-4 0,0-12 0,0-3 0,-1-4 184,-3 20 1,-2-8-185,-3-23 0,-2-5 0,-19 21 0,-5-26 0,-4-7 0,-6 5 1149,-11 11-1149,22-20 0,-2 3 0,-5 7 0,-2 1 0,-4 6 0,0 1 0,-1 2 0,0-1 0,1 0 0,-1-2 0,-1-2 0,-1-1 0,-4-1 0,-3-2 0,-9 0 0,-4-1 0,-12 2 0,-5 1-358,22-13 0,-3 1 0,-2 0 358,-6 2 0,-4 1 0,0 1 0,15-8 0,-1 0 0,-1 1 0,0 0-402,-4 1 0,-1 1 0,0 0 0,-1-1 402,-2 1 0,0 0 0,0 0 0,-1 0 0,0 0 0,-1 1 0,0-2 0,0 1 0,0-1 0,-1 0 0,1-1 0,-1 0 0,2-2 0,0 0 0,0 0 0,0-2 0,1-1 0,-1-1 0,0-1 0,1-1 0,1-2 0,-1 0 0,1-2 0,1-2 0,-23 5 0,0-2 0,1-2-291,5-3 0,1-1 0,0-2 291,3-2 0,1 0 0,0-3 0,3-1 0,1-3 0,-2 1 0,0-1 0,-1 1 0,0-2 0,1 1 0,-1-1 0,1 0 0,1-1 0,1-1 0,0 2 0,0 0 0,0 2 0,0-1 0,-1-1 0,0 0 0,-1 1 0,0 0 0,-2 1 0,1-1 0,-1 1 0,1-1 0,-2 1 0,-5-1 0,0-1 0,-1 1 0,-2-1 0,-1 0 0,0-1 0,20-2 0,0 0 0,0-1 0,-1 0-336,-4 0 1,-1 1 0,0-1 0,0 0 335,1 0 0,0-1 0,0 0 0,-1 0 0,-3 0 0,-1-1 0,-1 0 0,1 1 0,-2-1 0,-1 0 0,1 1 0,2-2 0,6 1 0,2-1 0,0 0 0,-2-1 0,-7 1 0,-1 0 0,-1 0 0,-1 0-234,0 0 1,-1 0 0,-1 0 0,0 0 233,-4 1 0,-2-1 0,0 0 0,1-1 0,-1 1 0,-1-1 0,1 0 0,4 0 88,12-2 1,2 1 0,2-1 0,0-1-89,-18-1 0,1-1 0,1-2 0,7 0 0,2-1 0,0 0 139,6 1 1,1 0 0,1 0-140,4 0 0,1 1 0,2 0 0,-25-4 0,1 0 0,5 2 0,-1 0 0,-4-1 0,-2 1 0,2 1 0,0 2 0,-4 2 0,-2 1 0,32 2 0,-1 0 0,-1 0 0,-4 1 0,0 0 0,-1 0 0,-3 0 0,0 0 0,-1 0 0,-1 0 0,1 0 0,0 0 0,4 0 0,1 0 0,1 0 0,2-1 0,1 0 0,0 0 0,1-1 0,0 0 0,1-2 0,-30-2 0,1-4 0,31 2 0,0-1 0,-1-1 0,-1-2 0,0 0 0,-1-2 0,-1 0 0,-2-2 0,1 0 0,-2 0 0,0-1 0,0 1 0,0-1 0,0 0 0,1 1 0,0-2 0,0 1 0,0-1 0,0-1 0,0-1 0,1 1 0,-1 0 0,0-1 0,0 1 0,2-1 0,1 1 0,0 0 0,3 0 0,1 1 0,1 0 0,-29-7 0,1 1 0,4 0 0,2 2 664,5 0 0,3 1-664,5 2 0,2 1 1026,5 0 1,2 0-1027,4 0 0,1-1 606,1-1 1,0-1-607,-3-1 0,0-1 230,-3 0 1,-2 1-231,-2 0 0,-2 1 0,-3 1 0,-1 0 0,-1 0 0,0 0 0,-2-1 0,0-1 0,-2-2 0,1-2 0,3-1 0,1-3 0,4-3 0,3-2 0,5-4 0,4-2 0,6-2 0,4-2 0,7 0 0,3 0 0,7 3 0,3 1 0,-14-28 0,16 19 0,14 16 0,7 11 0,4 4 0,1 2 0,1-3 0,1-5 0,1-8 0,2-8 0,0-11 0,0-14 0,4-7 0,0-3 0,2 8 0,1 8 0,5-10 0,-5 23 0,1-5 0,4-14 0,2-4 0,1-12 0,2-1 0,0 1 0,0 3 0,-3 14 0,1 4 0,11-20 0,-10 41 0,-8 22 0,-5 9 0,-5 2 0,0-5 0,-3-7 0,0-5 0,0-3 0,0 0 0,0 2 0,0-4 0,2-12 0,1-16 0,0-36 0,-1 26 0,-1-6 0,0-10 0,-1-4 0,-2-10 0,-3-3-262,0 27 1,-2-1 0,-1 0 261,-1-3 0,-2 1 0,0-2 0,-1-8 0,-1 0 0,0-2 0,0 1 0,0-1 0,1 1 0,1 5 0,1 1 0,0 2 0,2 7 0,0 2 0,1 4 0,-2-11 0,3 8 0,-1-22 0,7 49 0,5 25 0,4 11 0,3 4 784,0 1-784,-3 0 0,-4-5 0,0-5 0,3-2 0,1 4 0,-3 21 0,-2-8 0,-4 14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11:47:47.7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1 601 24575,'31'-44'0,"2"-2"0,12-9 0,-4 0 0,-10 10 0,-8 7 0,-10 9 0,-1 5 0,-1 1 0,1 0 0,4-1 0,2-4 0,4-2 0,-1 1 0,0 4 0,-3 7 0,0 2 0,-1 1 0,-1 0 0,0 3 0,-6 6 0,-4 9 0,-4 7 0,1 7 0,2 2 0,4 1 0,3 3 0,3 5 0,4 8 0,3 5 0,3 2 0,3-4 0,-1-4 0,-3-4 0,-3-2 0,-3-3 0,-4-2 0,-1-1 0,1 6 0,-6-9 0,3 5 0,-5-11 0,0-2 0,1-2 0,-1-1 0,-2-4 0,0-1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11:45:33.5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6074 1 24575,'-52'19'0,"-25"17"0,26-10 0,-5 3 0,-19 15 0,-6 4 0,21-14 0,-3 1 0,-1 1-465,-8 4 1,-2 0 0,-2 1 464,-8 1 0,-3 1 0,0-2 0,-2-3 0,-1 0 0,1-2 0,1 0 0,1 0 0,0-1 0,4-2 0,0 0 0,1 0 0,4-1 0,1-1 0,1 1 0,2-2 0,1 0 0,0 1 0,-4 1 0,-1 0 0,-1 0 0,-1 0 0,0-1 0,0 0 0,5 0 0,0-1 0,2 0 67,7-3 1,1 0-1,2-1-67,-23 10 0,4 0 0,10-4 0,2 1 0,-3-1 0,0 1 0,-3 1 0,0 1 0,-4 2 0,-1 1 0,-7 5 0,0 3 0,29-15 0,-1 2 0,1 2-168,-2 2 1,-1 2 0,1 2 167,-1 1 0,1 2 0,0 1 0,3 0 0,1 1 0,1 0 0,2 1 0,1 1 0,2-1 0,-20 22 0,4-1 509,5-2 1,3-1-510,6-3 0,2-2 70,6-7 1,2-1-71,5-7 0,1-1 0,-24 29 0,7-12 533,7-8-533,1 0 0,-6 5 0,-7 7 0,-3 0 0,3-7 0,11-13 0,14-13 0,16-17 0,10-8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11:45:35.1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1 24575,'-6'25'0,"2"6"0,4 17 0,0 21 0,0 8 0,0 8 0,0-10 0,0-19 0,0-6 0,0-5 0,0 3 0,0 0 0,0-7 0,0-7 0,2-12 0,3-9 0,2-6 0,4-5 0,7-4 0,14-4 0,21-5 0,24-7 0,14-1 0,2-5 0,1-5 0,-8 0 0,-12-1 0,-15 5 0,-21 9 0,-16 6 0,-8 3 0,-7 6 0,-3-1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11:51:38.1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1068 3481 24575,'-22'-2'0,"-10"-5"0,-18-14 0,-10-12 0,-5-11 0,1-4 0,3 0 0,1 1 0,4 0 0,3-2 0,0-5 0,-3-10 0,-1-10 0,-1-7 0,6-2 0,5 0 0,2-1 0,3 0 0,21 39 0,2-3 0,2-6 0,2-2 0,1-6 0,2-2 0,1-4 0,3-2 0,2-2 0,2 1 0,1 2 0,1 0 0,1-4 0,0-2 0,0-9 0,2-2 0,6-8 0,5-1-198,0 26 1,3 0 0,3 0 197,6-2 0,3 0 0,3 2 0,4 4 0,3 2 0,2 2 0,3 0 0,3 1 0,2 3 0,2 4 0,3 1 0,1 4 0,-1 5 0,1 3 0,1 3-29,30-15 1,2 7 28,-4 10 0,0 8 0,-2 6 0,-1 6 0,-4 3 0,-1 5 0,-6 6 0,-2 7 0,-7 8 0,-4 7 0,-2 8 0,-5 6 295,-1 9 0,-4 5-295,-2 5 0,-4 2 29,-1 2 1,-3 2-30,-3 0 0,-2 3 0,-2 1 0,-2 2 0,-2 0 0,-1 0 0,-1 2 0,-1 0 0,0 2 0,-2 1 0,0-3 0,-1 1 0,0-1 0,0 1 0,-3-2 0,-2 1 0,0-2 0,-1-1 0,-3-2 0,-1 0 0,-2-7 0,-1-1 0,0 32 0,-3-22 0,0-16 0,0-10 0,0-4 0,0-1 0,0-1 0,0 0 0,0 0 0,0 3 0,0 4 0,0 2 0,0 6 0,0-2 0,0-3 0,0-5 0,0-9 0,0-3 0,0-13 0,0-4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11:51:40.9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0 232 24575,'0'32'0,"0"7"0,0 5 0,0 0 0,2-8 0,1-3 0,2 0 0,0 0 0,1-2 0,-1-4 0,-2-4 0,1-2 0,0 2 0,1 4 0,2 0 0,-1-1 0,1-3 0,0-5 0,0-2 0,1-5 0,1-4 0,1-4 0,-1-3 0,0 1 0,1-1 0,-1 0 0,0 0 0,-1 0 0,1 0 0,0 0 0,1-4 0,2-2 0,0-5 0,4-4 0,0-3 0,0-5 0,3-4 0,0-8 0,2 0 0,0 1 0,-2 2 0,0 2 0,-1-1 0,1-4 0,3-1 0,2 0 0,5-6 0,7-6 0,8-12 0,4-4 0,-4 8 0,-8 14 0,-10 17 0,-9 10 0,-4 5 0,-3 1 0,0-1 0,-1 1 0,0 1 0,-2 5 0,-2 5 0,-2 4 0,-3 3 0,-12-2 0,10-2 0,-10-3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1T03:20:57.083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3269 0 24575,'-35'3'0,"-5"7"0,-1 5 0,-1 3 0,-2 1 0,5 0 0,0 0 0,0 0 0,1-1 0,-4-3 0,3 1 0,1-1 0,5-1 0,4-1 0,0-1 0,1 0 0,2 1 0,1 1 0,3 1 0,0-1 0,1-3 0,0 2 0,-1-2 0,-1 1 0,-3 1 0,-1 0 0,-2-2 0,0 4 0,0-1 0,-1 2 0,0 2 0,0 0 0,0-2 0,0 0 0,1-3 0,0-2 0,0 2 0,-1-1 0,1 0 0,0-1 0,-4 0 0,-1 4 0,-4 1 0,-3 2 0,-1 0 0,0 1 0,0 0 0,-4 4 0,-3 1 0,-2-4 0,4 3 0,5-4 0,4 4 0,1 3 0,-2 1 0,-1 3 0,-2 0 0,3 0 0,0 0 0,2 0 0,0 4 0,-2 3 0,5 2 0,-3-1 0,2-1 0,0-1 0,-2 2 0,-1 4 0,-6 4 0,-6 6 0,2-4 0,4-2 0,6-8 0,3 2 0,-6 6 0,-3 2 0,-2 4 0,4-2 0,4-4 0,0 4 0,3-3 0,-1 0 0,6-5 0,4-7 0,0 5 0,-1 3 0,-1 8 0,1 5 0,4-4 0,4-1 0,2-4 0,2-1 0,3-4 0,1 1 0,2 0 0,1 6 0,-1 9 0,1 0 0,2 3 0,-1-1 0,1 4 0,-1 1 0,-1-3 0,3-9 0,2-14 0,2-1 0,1-4 0,0 0 0,0 3 0,0-3 0,0 0 0,0-1 0,0-4 0,0 1 0,2-1 0,1 0 0,4 0 0,4 1 0,2-1 0,1 0 0,3 4 0,2 5 0,2 0 0,1 0 0,0-1 0,0-3 0,0 0 0,1-1 0,-5-7 0,0-2 0,-2-4 0,1-2 0,2 0 0,3-4 0,0 2 0,-1-2 0,-1-3 0,-2-1 0,0 0 0,-2-1 0,3 1 0,-4 0 0,3 0 0,0-2 0,-1 0 0,3 0 0,-2 0 0,4 2 0,3 2 0,0 1 0,5 0 0,3 2 0,5 2 0,7 0 0,9 5 0,9 4 0,6 3 0,-2 0 0,-10-4 0,-14-9 0,-14-8 0,-6-1 0,0-3 0,-3 0 0,0 1 0,-1-1 0,-2-1 0,4 1 0,3-3 0,3-1 0,13 0 0,11 0 0,16 0 0,13 0 0,1 0 0,-6 0 0,-12 0 0,-11 0 0,-5 0 0,0 0 0,-5 0 0,-4-1 0,-5-2 0,-6 0 0,-7-3 0,-3-1 0,-5 1 0,2-1 0,2 2 0,-1-1 0,0-2 0,-2 1 0,2-3 0,1 3 0,5-1 0,-2-2 0,-1 2 0,2-2 0,-2 0 0,0-2 0,3-2 0,-3 2 0,-1 0 0,1 2 0,-5 1 0,3 0 0,-1-2 0,1 2 0,1 0 0,-2-1 0,0 1 0,3-6 0,3-5 0,6-4 0,2-1 0,-3 6 0,-4 1 0,-1 0 0,1-5 0,4-9 0,0-2 0,-5 3 0,-3 2 0,-3 5 0,0 2 0,-1 3 0,0 2 0,-2 1 0,3-3 0,3-10 0,3-2 0,0-1 0,-4 4 0,-4 10 0,-2 0 0,1-2 0,2-4 0,-2-5 0,-2 6 0,-3 4 0,-3 2 0,3-3 0,2-10 0,4-4 0,3 1 0,-1 4 0,-2 6 0,-1 4 0,-3 4 0,-2-3 0,3-4 0,2-8 0,2-3 0,-2 1 0,-2 9 0,-3 5 0,-1 2 0,4-5 0,0-7 0,1-1 0,0 3 0,-2 1 0,0 3 0,-1 0 0,1-4 0,1 1 0,0 2 0,-1 2 0,-4-1 0,-3 1 0,-1-7 0,2 2 0,1-1 0,-1 1 0,4 7 0,-5 7 0,1 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1T03:20:57.084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0 599 24575,'30'-4'0,"3"-8"0,5-8 0,-5-2 0,3-3 0,1-1 0,3-2 0,5-4 0,-6 4 0,-6 2 0,-4 0 0,0 1 0,4-7 0,5-2 0,1 2 0,-1 5 0,-9 9 0,-7 3 0,-3 3 0,-4 0 0,2-2 0,0 4 0,-1 1 0,-3 1 0,-2 1 0,5-5 0,2-5 0,2-1 0,-1 0 0,-4 6 0,-1 5 0,-3 1 0,-3 2 0,-1 4 0,-3 4 0,-1 10 0,-2 3 0,-1 5 0,0 3 0,0 1 0,-1 5 0,-3-2 0,0 0 0,-1 1 0,-1-1 0,2-3 0,1-2 0,2-3 0,1-2 0,0 1 0,0-1 0,0 2 0,0 4 0,0 2 0,0-1 0,0-1 0,0 0 0,0-2 0,0 2 0,3 0 0,1 1 0,0 3 0,2 0 0,-2-2 0,0-3 0,-1-1 0,0 3 0,1 3 0,0 2 0,2-1 0,2-4 0,0-1 0,3-3 0,0-1 0,0 0 0,3 1 0,0 0 0,-2-3 0,4 3 0,-1-3 0,-1 1 0,-1-1 0,-3-3 0,-3-1 0,-1 1 0,2-1 0,-2 1 0,-1 0 0,0-3 0,-2 1 0,0-6 0,0-3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1T03:22:43.032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11269 0 24575,'0'70'0,"0"19"0,0-39 0,0 4 0,0 23 0,0 10 0,1-11 0,-1 5 0,2 4-820,0-12 1,1 3 0,1 2 0,1 1 804,0 8 1,2 3 0,0-1-1,1 0 15,0-3 0,2 0 0,0-1 0,1-1 0,-1-4 0,1 0 0,1-2 0,-2-2 43,4 18 1,-1-2 0,0-3-44,-2-6 0,0-2 0,0-2 0,-2-8 0,0-1 0,-1-3 375,4 21 1,-1-4-376,-1-8 0,0-2 0,-1-9 0,0-2 0,-2-11 0,0-2 1675,5 37-1675,-4-12 778,-3-5-778,3 6 0,0 8 0,2 7 0,-2-1 0,-1-6 0,-2-7 0,-1 0 0,-1 1 0,-3 10 0,0 9 0,0-45 0,0 1 0,0 6 0,0 0 0,0 1 0,0-1 0,0 1 0,0-2 0,0-3 0,0 0 0,0-5 0,0 1 0,0 4 0,0 1 0,0 9 0,0 2 0,0 11 0,0 2 0,0 8 0,0 1 0,0 3 0,0 0 0,0-1 0,0-1 0,0-4 0,0-2 0,0-6 0,0-2 0,1-6 0,-2-2 0,0-6 0,-1-2 0,-1-1 0,1-2 0,-2 1 0,1-1 0,-2 0 0,1-1 0,1-1 0,-1 0 0,-3-2 0,-1 0 0,-4 0 0,-2 1 0,-9 12 0,-4 3 0,-6 8 0,-3 3 0,-5 9 0,-4 0 0,13-27 0,-1-1 0,-3-1 0,-1-3 0,-2-2 0,-2-2 0,-24 24 0,-4-6 0,-2-10 0,-4-7 0,0-9 0,-3-8 0,1-8 0,-2-7 0,-7-6 0,-3-5 0,-6-3 0,-2-4 0,29-2 0,-2-1 0,1-2 0,-2-3 0,0-2 0,1-3 0,2-2 0,1-2 0,2-3 0,-23-9 0,3-6 0,7-2 0,3-3 0,1-1 0,0-1 0,-5-2 0,-2-3 0,22 12 0,-1-1 0,0 0 0,-1 0 0,0-1 0,1 1 0,-22-12 0,3 2 0,8 6 0,2 3 0,6 4 0,2 2 0,2 3 0,-1 2 0,-2-2 0,-1 1 0,-2 0 0,-1 0 0,1 1 0,0 1 0,2 2 0,1 1 0,2 4 0,1 1 0,-1 0 0,1 0 0,-1 3 0,1-1 0,-1 0 0,1 1 0,0 0 0,1 0 0,4 2 0,1 0 0,2 2 0,1 0 0,0 0 0,-1 0 0,1 0 0,0-1 0,-4-2 0,-2 0 0,-2-2 0,-2 0 0,-2 0 0,-1 0 0,-4 0 0,-2 0 0,1 2 0,0-1 0,-1 1 0,1-1 0,0-1 0,0 0 0,0-1 0,-1 0 0,-2-2 0,0-1 0,-3-1 0,1-1 0,-1 2 0,0 0 0,1-1 0,-1-1 0,-4-1 0,-1-1 0,-9-2 0,-3-1 0,25 5 0,-2 0 0,-1-1-247,-5-1 1,-2 0 0,0-1 246,-3 0 0,-1 0 0,1 0 0,2 0 0,1 0 0,1 0 0,2 0 0,1 0 0,1 1 0,5 2 0,1-1 0,0 2-133,-29-8 0,-1 2 133,-2 2 0,-1 2 0,31 6 0,0 0 0,0 0 0,-1 1 0,0-1 0,1 0 0,-28-6 0,2 0 0,7-1 0,2-2 0,8 2 0,3-1 0,3 0 0,2-2 0,0-1 0,0 0 0,-1-2 0,0 1 364,0-2 1,1 1-365,2 1 0,2 1 138,4 2 0,2 1-138,5 2 0,2 0 0,-41-15 0,4 2 0,10 1 0,7-1 0,13 5 0,18 4 0,12 4 0,9 3 0,2 0 0,0 0 0,-1 1 0,2 1 0,1 2 0,-5-2 0,-6-2 0,-7-3 0,-2-3 0,2 1 0,2 0 0,5 1 0,4 6 0,4 2 0,1-2 0,-5-2 0,-4-3 0,0 3 0,4 4 0,5 0 0,2 0 0,-7-7 0,-4-2 0,-2 2 0,2 1 0,15 10 0,3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1T03:22:43.033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49 1016 24575,'0'-66'0,"0"-25"0,0 40 0,0 1 0,0-47 0,0 15 0,0 28 0,0 9 0,0 12 0,0 4 0,0-5 0,-1-10 0,-3-3 0,-4 2 0,-1 5 0,-1 9 0,3 7 0,0 10 0,4 7 0,6 4 0,5 3 0,8 0 0,3 0 0,1 0 0,2 0 0,10-6 0,10-3 0,15-6 0,6-4 0,2 4 0,3 0 0,3 3 0,-5 2 0,-5 1 0,-6 2 0,-3 3 0,9 0 0,9 1 0,3 3 0,0 0 0,-14 0 0,-15 0 0,-9 0 0,-6 0 0,4 0 0,1 0 0,-1 0 0,-4 0 0,-8 0 0,-9 0 0,-5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1T03:23:46.661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3269 0 24575,'-35'3'0,"-5"7"0,-1 5 0,-1 3 0,-2 1 0,5 0 0,0 0 0,0 0 0,1-1 0,-4-3 0,3 1 0,1-1 0,5-1 0,4-1 0,0-1 0,1 0 0,2 1 0,1 1 0,3 1 0,0-1 0,1-3 0,0 2 0,-1-2 0,-1 1 0,-3 1 0,-1 0 0,-2-2 0,0 4 0,0-1 0,-1 2 0,0 2 0,0 0 0,0-2 0,0 0 0,1-3 0,0-2 0,0 2 0,-1-1 0,1 0 0,0-1 0,-4 0 0,-1 4 0,-4 1 0,-3 2 0,-1 0 0,0 1 0,0 0 0,-4 4 0,-3 1 0,-2-4 0,4 3 0,5-4 0,4 4 0,1 3 0,-2 1 0,-1 3 0,-2 0 0,3 0 0,0 0 0,2 0 0,0 4 0,-2 3 0,5 2 0,-3-1 0,2-1 0,0-1 0,-2 2 0,-1 4 0,-6 4 0,-6 6 0,2-4 0,4-2 0,6-8 0,3 2 0,-6 6 0,-3 2 0,-2 4 0,4-2 0,4-4 0,0 4 0,3-3 0,-1 0 0,6-5 0,4-7 0,0 5 0,-1 3 0,-1 8 0,1 5 0,4-4 0,4-1 0,2-4 0,2-1 0,3-4 0,1 1 0,2 0 0,1 6 0,-1 9 0,1 0 0,2 3 0,-1-1 0,1 4 0,-1 1 0,-1-3 0,3-9 0,2-14 0,2-1 0,1-4 0,0 0 0,0 3 0,0-3 0,0 0 0,0-1 0,0-4 0,0 1 0,2-1 0,1 0 0,4 0 0,4 1 0,2-1 0,1 0 0,3 4 0,2 5 0,2 0 0,1 0 0,0-1 0,0-3 0,0 0 0,1-1 0,-5-7 0,0-2 0,-2-4 0,1-2 0,2 0 0,3-4 0,0 2 0,-1-2 0,-1-3 0,-2-1 0,0 0 0,-2-1 0,3 1 0,-4 0 0,3 0 0,0-2 0,-1 0 0,3 0 0,-2 0 0,4 2 0,3 2 0,0 1 0,5 0 0,3 2 0,5 2 0,7 0 0,9 5 0,9 4 0,6 3 0,-2 0 0,-10-4 0,-14-9 0,-14-8 0,-6-1 0,0-3 0,-3 0 0,0 1 0,-1-1 0,-2-1 0,4 1 0,3-3 0,3-1 0,13 0 0,11 0 0,16 0 0,13 0 0,1 0 0,-6 0 0,-12 0 0,-11 0 0,-5 0 0,0 0 0,-5 0 0,-4-1 0,-5-2 0,-6 0 0,-7-3 0,-3-1 0,-5 1 0,2-1 0,2 2 0,-1-1 0,0-2 0,-2 1 0,2-3 0,1 3 0,5-1 0,-2-2 0,-1 2 0,2-2 0,-2 0 0,0-2 0,3-2 0,-3 2 0,-1 0 0,1 2 0,-5 1 0,3 0 0,-1-2 0,1 2 0,1 0 0,-2-1 0,0 1 0,3-6 0,3-5 0,6-4 0,2-1 0,-3 6 0,-4 1 0,-1 0 0,1-5 0,4-9 0,0-2 0,-5 3 0,-3 2 0,-3 5 0,0 2 0,-1 3 0,0 2 0,-2 1 0,3-3 0,3-10 0,3-2 0,0-1 0,-4 4 0,-4 10 0,-2 0 0,1-2 0,2-4 0,-2-5 0,-2 6 0,-3 4 0,-3 2 0,3-3 0,2-10 0,4-4 0,3 1 0,-1 4 0,-2 6 0,-1 4 0,-3 4 0,-2-3 0,3-4 0,2-8 0,2-3 0,-2 1 0,-2 9 0,-3 5 0,-1 2 0,4-5 0,0-7 0,1-1 0,0 3 0,-2 1 0,0 3 0,-1 0 0,1-4 0,1 1 0,0 2 0,-1 2 0,-4-1 0,-3 1 0,-1-7 0,2 2 0,1-1 0,-1 1 0,4 7 0,-5 7 0,1 8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1T03:23:46.662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0 599 24575,'30'-4'0,"3"-8"0,5-8 0,-5-2 0,3-3 0,1-1 0,3-2 0,5-4 0,-6 4 0,-6 2 0,-4 0 0,0 1 0,4-7 0,5-2 0,1 2 0,-1 5 0,-9 9 0,-7 3 0,-3 3 0,-4 0 0,2-2 0,0 4 0,-1 1 0,-3 1 0,-2 1 0,5-5 0,2-5 0,2-1 0,-1 0 0,-4 6 0,-1 5 0,-3 1 0,-3 2 0,-1 4 0,-3 4 0,-1 10 0,-2 3 0,-1 5 0,0 3 0,0 1 0,-1 5 0,-3-2 0,0 0 0,-1 1 0,-1-1 0,2-3 0,1-2 0,2-3 0,1-2 0,0 1 0,0-1 0,0 2 0,0 4 0,0 2 0,0-1 0,0-1 0,0 0 0,0-2 0,0 2 0,3 0 0,1 1 0,0 3 0,2 0 0,-2-2 0,0-3 0,-1-1 0,0 3 0,1 3 0,0 2 0,2-1 0,2-4 0,0-1 0,3-3 0,0-1 0,0 0 0,3 1 0,0 0 0,-2-3 0,4 3 0,-1-3 0,-1 1 0,-1-1 0,-3-3 0,-3-1 0,-1 1 0,2-1 0,-2 1 0,-1 0 0,0-3 0,-2 1 0,0-6 0,0-3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A1779-A9D3-5246-BCE2-402B7DACA942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30AB7-ED17-0D43-BA3B-85E1FBF3B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505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490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17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92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8F080-8DFC-0E6F-8531-262FDC441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0E005-580A-7E75-6BEB-57C4A35F1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282A9D-78FB-DB65-A8E0-48CE4C055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97C1E-E196-3E8B-5400-41B52A4979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333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4E33-1583-0754-55CD-5FB0F99C3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1C24CA-68C4-DA5D-5843-9DD0A9B73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191C29-18DB-007F-AEE5-40C359374D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2E21C-FF7C-DB96-D302-D5A9ECCF3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216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1F5E0-FEA3-B6D1-DD7E-167F956FB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4A345-9CC0-8263-15BF-7E219EEB2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93058-9AD6-DED5-705C-EFE8E3691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873B4-1341-2CC6-060C-198511774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9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26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FBC47-C84B-389F-0442-697A18D5C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A8BAD-EF22-7E01-8076-366F5184B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25B221-887B-BCE4-E47F-25C53C7BA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C13B9-6DF5-4311-70C3-4AEA8CD2E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970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0A2A6-183D-F763-A636-A0535D2B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BE364-C42E-110C-794E-71541D330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F90B8-77F4-0BBB-5CDA-46907BF1A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C4505-7D0F-3B62-4D83-214C7E4ED5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44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F11EC-4F96-EF7D-ECAB-2573019F9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A4ED7-E302-604B-A737-5BC5B8EAC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C55D9-06FF-A094-59CC-7271633AB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86E03-E2B2-FFD0-8C9F-0EDF4B464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916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C8690-F486-D44F-1F70-159F58A01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AC83C-63E6-3ED2-E3F3-8A01AF19C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912057-6328-62EB-482F-2FF29D670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5A00B-5C5C-AB71-E7DF-2B1CD094F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363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AEC92-5D75-9FD6-BF64-1CA9836F5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7D9427-824A-D57E-5762-87B297847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863604-53A1-0EFF-68C2-04761AA0B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10B31-F91E-C09A-E94A-B3173B0754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2451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0095D-40C6-F5ED-3DA2-2F811ED75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489D6-832F-E7C3-001A-55254398E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04058-4F95-7465-740F-6B05E5033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B4CB1-9AD0-666B-3BEF-EB24801D36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2604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29107-9887-7084-7BD0-218D7587D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9064DD-6F86-1AD8-EA04-BB023BD58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5002BC-D3BF-14F8-3838-E8B568609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5B4DF-0747-5714-2875-0CF2F06D3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3246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9937D-30EC-93FC-91DA-5369CB7A2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8DA783-C5A3-F4E2-CC16-F18E19E28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6158FA-F907-17C5-1911-0E9CA0CC7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56FAC-1FD0-38DF-38B2-AE35446A60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577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D8298-FB43-2864-19B1-2A825BE8A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0D7460-5328-9190-7ADB-5A68012B3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896CB1-5002-89C5-421C-6AB69A6BB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08A28-98C9-6928-64F7-2876CB255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962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32821-5B0D-E634-B249-259FBEE08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6B41F-AF6F-47C5-CD29-B3F467830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34213-690F-48FD-7648-69B9B6479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8ECE0-3634-19D5-EB31-BC1C0A481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577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EB107-6E27-B6B8-3D6C-C387CF3C9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D8FC2-C31A-5EB0-A62E-D98798095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7A99C-AA0A-62D2-9C38-EB3A258211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CA595-021F-51FA-1F40-E8AFF45C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C4153-0623-FC85-877B-5B083C2BA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8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08CF0-614E-F3E5-0172-9F62171E8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BD281-DC6D-D7A7-C4E6-D77264A4F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74CD7-305B-D11E-9D97-E36078F2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9ACC9-4149-A0FA-9963-00B8568D7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9C1E7-76FC-F8D8-806D-D8DBD203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86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75BDF-E3A1-4C2D-A88B-760CF4E04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F07C4-6C7D-723C-F5FA-75AC2EAC6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46DD4-FB1D-EE63-C440-732EA7E226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8BEED-74FB-F846-AECD-0006B5920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1B486-1B07-3A70-9074-03EDDD07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75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8D3A8-1A5D-FDB4-A790-50F78561F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40FB1-4A9E-9EB3-FB3E-DA345EFF6A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A03834-3831-5317-3FB8-980F7462E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C7196-615D-7406-9DD8-0CA3F94301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E2E13-2E9C-A8DA-67F7-09EE42630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A6D69-FE8A-C35B-84AB-79554DE5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16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8958-3C63-E64E-B34B-8DE36074C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A9EF3-5678-D002-0364-FE3FA420D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8CD19-946B-B96C-C936-09DAEB758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FCFED-F800-D7D8-2F35-50FE6F03E6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1C22F-FF0C-E459-2175-33996903C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315A23-9438-C557-5AEE-FD5A66EB03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AB8BA-B5F1-5848-B46B-71773C17C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E8326A-84DA-0D73-881F-78E54799B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37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643C3-7437-CF4C-ED41-45575B3F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B8E424-258E-0836-14F3-1BF2E4531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A725-3777-DA54-704A-421EB9816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F4F844-3888-6BAA-94AE-EAB594CD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23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C91D9C-1E89-1105-7116-B5E52FCBB3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30E437-3E92-7E2B-F679-E4089E6B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42BFA-C64E-513A-1D43-F74CEFDC7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700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54F82-AB96-9C21-C542-6408BD660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4F3CC-DDFC-B518-A00F-03BDBF767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97D5C-4E9E-EFB8-90DB-B69BCE152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BF8BD-2B52-F23C-839B-BD8CE7BCB8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87652-ED32-6487-A5A2-E4E2FB9CB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A1001-5048-0A0A-4FD2-DA01A61C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46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65C3A-9783-BC4E-9040-8817C501F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4267D8-032F-FCF8-936A-9261A6D06D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2B2E5-8E87-E6A4-2705-21AFFB737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07C15-3E98-1C40-AA63-E1011CCD0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424D7-5F99-B7FE-4168-5842409F4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2521B-709C-4140-1FA8-593334C2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94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AF2A1-F2F4-FA91-63D5-6F3EFB4C3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026A89-B74C-A254-26EB-0CA1C0E7B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CA874-5C74-9644-6217-AAB6EE66A3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DEC0B-36A8-92CD-A141-67B874B27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89FB4-411F-A7B4-BA73-B51273118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35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48552B-C034-F1C0-3DE0-6A828CFB7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34C9D-BE58-D6F2-0E14-FC1B35670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0D49-320F-8B65-6765-4EEB7FBAD1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893EF-1E43-699E-510E-B10F660EE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FD1C8-A8CE-AAE3-1002-3BCA4431C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85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DBB7E0-97D0-F509-BAB5-45F3B15340BA}"/>
              </a:ext>
            </a:extLst>
          </p:cNvPr>
          <p:cNvSpPr/>
          <p:nvPr userDrawn="1"/>
        </p:nvSpPr>
        <p:spPr>
          <a:xfrm>
            <a:off x="11506200" y="0"/>
            <a:ext cx="68580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C6F4C3-B010-E47B-FF24-50A73974AFE0}"/>
              </a:ext>
            </a:extLst>
          </p:cNvPr>
          <p:cNvSpPr/>
          <p:nvPr userDrawn="1"/>
        </p:nvSpPr>
        <p:spPr>
          <a:xfrm>
            <a:off x="11506200" y="61722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8539BE-3203-DE25-5D52-BE53A08EA61B}"/>
              </a:ext>
            </a:extLst>
          </p:cNvPr>
          <p:cNvSpPr txBox="1"/>
          <p:nvPr userDrawn="1"/>
        </p:nvSpPr>
        <p:spPr>
          <a:xfrm rot="16200000">
            <a:off x="11200207" y="671017"/>
            <a:ext cx="1297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kern="1200">
                <a:solidFill>
                  <a:schemeClr val="bg2"/>
                </a:solidFill>
                <a:latin typeface="+mn-lt"/>
                <a:ea typeface="+mn-ea"/>
                <a:cs typeface="+mn-cs"/>
              </a:rPr>
              <a:t>Fall 2025</a:t>
            </a:r>
            <a:endParaRPr lang="en-PK" sz="1200" kern="1200">
              <a:solidFill>
                <a:schemeClr val="bg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B63BB9-EB16-2B71-C712-5A6E1B384895}"/>
              </a:ext>
            </a:extLst>
          </p:cNvPr>
          <p:cNvSpPr txBox="1"/>
          <p:nvPr userDrawn="1"/>
        </p:nvSpPr>
        <p:spPr>
          <a:xfrm rot="16200000">
            <a:off x="10627459" y="3988652"/>
            <a:ext cx="2443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kern="1200">
                <a:solidFill>
                  <a:schemeClr val="bg2"/>
                </a:solidFill>
                <a:latin typeface="+mn-lt"/>
                <a:ea typeface="+mn-ea"/>
                <a:cs typeface="+mn-cs"/>
              </a:rPr>
              <a:t>Software Design and Architecture (SE322) By Mr. Said Nabi</a:t>
            </a:r>
            <a:endParaRPr lang="en-PK" sz="1200" kern="1200">
              <a:solidFill>
                <a:schemeClr val="bg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A7DF65E-C177-D14E-69F8-F97164B77A92}"/>
              </a:ext>
            </a:extLst>
          </p:cNvPr>
          <p:cNvSpPr txBox="1">
            <a:spLocks/>
          </p:cNvSpPr>
          <p:nvPr userDrawn="1"/>
        </p:nvSpPr>
        <p:spPr>
          <a:xfrm>
            <a:off x="11571551" y="6316225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420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7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12.png"/><Relationship Id="rId21" Type="http://schemas.openxmlformats.org/officeDocument/2006/relationships/image" Target="../media/image21.png"/><Relationship Id="rId7" Type="http://schemas.openxmlformats.org/officeDocument/2006/relationships/image" Target="../media/image14.png"/><Relationship Id="rId12" Type="http://schemas.openxmlformats.org/officeDocument/2006/relationships/customXml" Target="../ink/ink6.xml"/><Relationship Id="rId17" Type="http://schemas.openxmlformats.org/officeDocument/2006/relationships/image" Target="../media/image19.png"/><Relationship Id="rId25" Type="http://schemas.openxmlformats.org/officeDocument/2006/relationships/image" Target="../media/image2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6.png"/><Relationship Id="rId24" Type="http://schemas.openxmlformats.org/officeDocument/2006/relationships/customXml" Target="../ink/ink12.xml"/><Relationship Id="rId5" Type="http://schemas.openxmlformats.org/officeDocument/2006/relationships/image" Target="../media/image13.png"/><Relationship Id="rId15" Type="http://schemas.openxmlformats.org/officeDocument/2006/relationships/image" Target="../media/image18.png"/><Relationship Id="rId23" Type="http://schemas.openxmlformats.org/officeDocument/2006/relationships/image" Target="../media/image22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20.png"/><Relationship Id="rId31" Type="http://schemas.openxmlformats.org/officeDocument/2006/relationships/image" Target="../media/image26.png"/><Relationship Id="rId4" Type="http://schemas.openxmlformats.org/officeDocument/2006/relationships/customXml" Target="../ink/ink2.xml"/><Relationship Id="rId9" Type="http://schemas.openxmlformats.org/officeDocument/2006/relationships/image" Target="../media/image15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24.png"/><Relationship Id="rId30" Type="http://schemas.openxmlformats.org/officeDocument/2006/relationships/customXml" Target="../ink/ink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image" Target="../media/image150.png"/><Relationship Id="rId7" Type="http://schemas.openxmlformats.org/officeDocument/2006/relationships/image" Target="../media/image170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11" Type="http://schemas.openxmlformats.org/officeDocument/2006/relationships/customXml" Target="../ink/ink21.xml"/><Relationship Id="rId5" Type="http://schemas.openxmlformats.org/officeDocument/2006/relationships/image" Target="../media/image160.png"/><Relationship Id="rId10" Type="http://schemas.openxmlformats.org/officeDocument/2006/relationships/customXml" Target="../ink/ink20.xml"/><Relationship Id="rId4" Type="http://schemas.openxmlformats.org/officeDocument/2006/relationships/customXml" Target="../ink/ink17.xml"/><Relationship Id="rId9" Type="http://schemas.openxmlformats.org/officeDocument/2006/relationships/image" Target="../media/image18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985838"/>
            <a:ext cx="8303190" cy="2362200"/>
          </a:xfrm>
        </p:spPr>
        <p:txBody>
          <a:bodyPr>
            <a:normAutofit fontScale="90000"/>
          </a:bodyPr>
          <a:lstStyle/>
          <a:p>
            <a:pPr eaLnBrk="0" hangingPunct="0">
              <a:spcBef>
                <a:spcPct val="20000"/>
              </a:spcBef>
              <a:spcAft>
                <a:spcPts val="600"/>
              </a:spcAft>
            </a:pP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r>
              <a:rPr lang="en-US" sz="3600" b="1" dirty="0">
                <a:solidFill>
                  <a:srgbClr val="0000CC"/>
                </a:solidFill>
              </a:rPr>
              <a:t>Software Design and architecture (SE322) </a:t>
            </a:r>
            <a:br>
              <a:rPr lang="en-US" sz="3600" b="1" dirty="0">
                <a:solidFill>
                  <a:srgbClr val="0000CC"/>
                </a:solidFill>
              </a:rPr>
            </a:br>
            <a:br>
              <a:rPr lang="en-US" sz="3600" b="1" dirty="0">
                <a:solidFill>
                  <a:srgbClr val="0000CC"/>
                </a:solidFill>
              </a:rPr>
            </a:br>
            <a:r>
              <a:rPr lang="en-US" sz="1200" b="1" dirty="0">
                <a:solidFill>
                  <a:schemeClr val="bg1"/>
                </a:solidFill>
              </a:rPr>
              <a:t>gg</a:t>
            </a:r>
            <a:br>
              <a:rPr lang="en-US" b="1" dirty="0">
                <a:solidFill>
                  <a:srgbClr val="0000CC"/>
                </a:solidFill>
              </a:rPr>
            </a:br>
            <a:endParaRPr lang="en-GB" sz="3100" dirty="0">
              <a:solidFill>
                <a:srgbClr val="00B0F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24200" y="3886200"/>
            <a:ext cx="6781800" cy="2514600"/>
          </a:xfrm>
        </p:spPr>
        <p:txBody>
          <a:bodyPr>
            <a:normAutofit/>
          </a:bodyPr>
          <a:lstStyle/>
          <a:p>
            <a:pPr marL="511175" indent="-279400"/>
            <a:r>
              <a:rPr lang="en-US" dirty="0">
                <a:solidFill>
                  <a:srgbClr val="006600"/>
                </a:solidFill>
              </a:rPr>
              <a:t>Said Nabi</a:t>
            </a:r>
          </a:p>
          <a:p>
            <a:pPr marL="511175" indent="-279400"/>
            <a:r>
              <a:rPr lang="en-US" dirty="0" err="1">
                <a:solidFill>
                  <a:srgbClr val="7030A0"/>
                </a:solidFill>
              </a:rPr>
              <a:t>said.nabi@giki.edu.pk</a:t>
            </a:r>
            <a:endParaRPr lang="en-US" b="1" dirty="0">
              <a:solidFill>
                <a:srgbClr val="7030A0"/>
              </a:solidFill>
              <a:cs typeface="Times New Roman" pitchFamily="18" charset="0"/>
            </a:endParaRPr>
          </a:p>
          <a:p>
            <a:pPr marL="511175" indent="-279400"/>
            <a:endParaRPr lang="en-US" dirty="0">
              <a:solidFill>
                <a:srgbClr val="006600"/>
              </a:solidFill>
            </a:endParaRPr>
          </a:p>
          <a:p>
            <a:pPr marL="511175" indent="-279400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Faculty of Computer Science and engineering</a:t>
            </a:r>
          </a:p>
          <a:p>
            <a:pPr marL="511175" indent="-279400"/>
            <a:r>
              <a:rPr lang="en-US" dirty="0" err="1">
                <a:solidFill>
                  <a:srgbClr val="0070C0"/>
                </a:solidFill>
              </a:rPr>
              <a:t>Gik</a:t>
            </a:r>
            <a:r>
              <a:rPr lang="en-US" dirty="0">
                <a:solidFill>
                  <a:srgbClr val="0070C0"/>
                </a:solidFill>
              </a:rPr>
              <a:t> Institute Topi, Swabi</a:t>
            </a:r>
          </a:p>
          <a:p>
            <a:endParaRPr lang="en-GB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89200" y="3048000"/>
            <a:ext cx="6400800" cy="762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1175" indent="-279400"/>
            <a:r>
              <a:rPr lang="en-US" dirty="0">
                <a:solidFill>
                  <a:schemeClr val="tx1"/>
                </a:solidFill>
              </a:rPr>
              <a:t>Week 09,10</a:t>
            </a:r>
          </a:p>
          <a:p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026" name="Picture 2" descr="Admissions - Ghulam Ishaq Khan Institute of Engineering ...">
            <a:extLst>
              <a:ext uri="{FF2B5EF4-FFF2-40B4-BE49-F238E27FC236}">
                <a16:creationId xmlns:a16="http://schemas.microsoft.com/office/drawing/2014/main" id="{EEEDED95-EC48-C068-23B0-993A483F3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648200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9EFCF0EC-18F4-E8A7-B429-BFBE4FD7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9110910" y="1310957"/>
            <a:ext cx="2438399" cy="36576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20/01/2025</a:t>
            </a:r>
          </a:p>
        </p:txBody>
      </p:sp>
    </p:spTree>
    <p:extLst>
      <p:ext uri="{BB962C8B-B14F-4D97-AF65-F5344CB8AC3E}">
        <p14:creationId xmlns:p14="http://schemas.microsoft.com/office/powerpoint/2010/main" val="1696953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EF510-0B12-45D9-8622-5863056B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DEC95-DCE2-DE72-424C-58584EE88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70684"/>
            <a:ext cx="985750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Design patterns, Composing Objects Principle, Law of Demeter, Anti Patterns or Code Smells</a:t>
            </a:r>
          </a:p>
        </p:txBody>
      </p:sp>
    </p:spTree>
    <p:extLst>
      <p:ext uri="{BB962C8B-B14F-4D97-AF65-F5344CB8AC3E}">
        <p14:creationId xmlns:p14="http://schemas.microsoft.com/office/powerpoint/2010/main" val="336443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DD13E-CC4B-9BCA-5FB6-E22AC5DED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>
            <a:extLst>
              <a:ext uri="{FF2B5EF4-FFF2-40B4-BE49-F238E27FC236}">
                <a16:creationId xmlns:a16="http://schemas.microsoft.com/office/drawing/2014/main" id="{91FC9E69-C745-9181-8302-180B7D43CED8}"/>
              </a:ext>
            </a:extLst>
          </p:cNvPr>
          <p:cNvSpPr txBox="1">
            <a:spLocks/>
          </p:cNvSpPr>
          <p:nvPr/>
        </p:nvSpPr>
        <p:spPr>
          <a:xfrm>
            <a:off x="273776" y="80707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State Design Pattern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44755C-07C6-191A-9352-07BA7B2179D8}"/>
              </a:ext>
            </a:extLst>
          </p:cNvPr>
          <p:cNvSpPr/>
          <p:nvPr/>
        </p:nvSpPr>
        <p:spPr>
          <a:xfrm>
            <a:off x="4242883" y="1113284"/>
            <a:ext cx="1607127" cy="13300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dirty="0"/>
              <a:t>Object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7155A3-4E50-7343-9CAE-2A91F1E164BB}"/>
              </a:ext>
            </a:extLst>
          </p:cNvPr>
          <p:cNvSpPr/>
          <p:nvPr/>
        </p:nvSpPr>
        <p:spPr>
          <a:xfrm>
            <a:off x="1842654" y="3616036"/>
            <a:ext cx="1607127" cy="8312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b="1" dirty="0"/>
              <a:t>State 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21F1D6-FDD7-E1E0-A71D-EC42145CF31D}"/>
              </a:ext>
            </a:extLst>
          </p:cNvPr>
          <p:cNvSpPr/>
          <p:nvPr/>
        </p:nvSpPr>
        <p:spPr>
          <a:xfrm>
            <a:off x="4655127" y="3616036"/>
            <a:ext cx="1607127" cy="8312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b="1" dirty="0"/>
              <a:t>State 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E2DD257-E898-0C96-9CDF-A2AC2043FA40}"/>
              </a:ext>
            </a:extLst>
          </p:cNvPr>
          <p:cNvSpPr/>
          <p:nvPr/>
        </p:nvSpPr>
        <p:spPr>
          <a:xfrm>
            <a:off x="7536873" y="3643746"/>
            <a:ext cx="1607127" cy="8312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K" b="1" dirty="0"/>
              <a:t>State 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9455A0E-1757-8FF0-706C-D3EDEF5B6CE1}"/>
                  </a:ext>
                </a:extLst>
              </p14:cNvPr>
              <p14:cNvContentPartPr/>
              <p14:nvPr/>
            </p14:nvContentPartPr>
            <p14:xfrm>
              <a:off x="5072007" y="2397720"/>
              <a:ext cx="478800" cy="1262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9455A0E-1757-8FF0-706C-D3EDEF5B6C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54367" y="2380080"/>
                <a:ext cx="514440" cy="12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B8725B2-6921-DDF4-C9E7-516DF1EEF0FC}"/>
                  </a:ext>
                </a:extLst>
              </p14:cNvPr>
              <p14:cNvContentPartPr/>
              <p14:nvPr/>
            </p14:nvContentPartPr>
            <p14:xfrm>
              <a:off x="5346327" y="3389880"/>
              <a:ext cx="275040" cy="2235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B8725B2-6921-DDF4-C9E7-516DF1EEF0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28327" y="3371880"/>
                <a:ext cx="31068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821ACF3-0108-8422-0962-E4EC90DCC24B}"/>
                  </a:ext>
                </a:extLst>
              </p14:cNvPr>
              <p14:cNvContentPartPr/>
              <p14:nvPr/>
            </p14:nvContentPartPr>
            <p14:xfrm>
              <a:off x="5120967" y="2377560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821ACF3-0108-8422-0962-E4EC90DCC24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03327" y="235992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ACD0DD5-031B-1D23-0069-A50A44F2004E}"/>
                  </a:ext>
                </a:extLst>
              </p14:cNvPr>
              <p14:cNvContentPartPr/>
              <p14:nvPr/>
            </p14:nvContentPartPr>
            <p14:xfrm>
              <a:off x="5119527" y="2377560"/>
              <a:ext cx="3004560" cy="12088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ACD0DD5-031B-1D23-0069-A50A44F2004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01527" y="2359920"/>
                <a:ext cx="3040200" cy="12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5DA0D6B-1111-F9B7-2987-6F268A99F17C}"/>
                  </a:ext>
                </a:extLst>
              </p14:cNvPr>
              <p14:cNvContentPartPr/>
              <p14:nvPr/>
            </p14:nvContentPartPr>
            <p14:xfrm>
              <a:off x="7968207" y="3440280"/>
              <a:ext cx="228960" cy="1839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5DA0D6B-1111-F9B7-2987-6F268A99F17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950567" y="3422640"/>
                <a:ext cx="26460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72314B0-C9EE-CF73-67A2-7AA23F970F16}"/>
                  </a:ext>
                </a:extLst>
              </p14:cNvPr>
              <p14:cNvContentPartPr/>
              <p14:nvPr/>
            </p14:nvContentPartPr>
            <p14:xfrm>
              <a:off x="2524647" y="4505880"/>
              <a:ext cx="2801160" cy="10998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72314B0-C9EE-CF73-67A2-7AA23F970F1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06647" y="4488240"/>
                <a:ext cx="2836800" cy="11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13B628B-C928-0226-2497-591FF32ED157}"/>
                  </a:ext>
                </a:extLst>
              </p14:cNvPr>
              <p14:cNvContentPartPr/>
              <p14:nvPr/>
            </p14:nvContentPartPr>
            <p14:xfrm>
              <a:off x="5169927" y="4451880"/>
              <a:ext cx="380880" cy="2862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13B628B-C928-0226-2497-591FF32ED15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52287" y="4434240"/>
                <a:ext cx="41652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9B70F3C-D4C0-A515-993F-80B609E87CD0}"/>
                  </a:ext>
                </a:extLst>
              </p14:cNvPr>
              <p14:cNvContentPartPr/>
              <p14:nvPr/>
            </p14:nvContentPartPr>
            <p14:xfrm>
              <a:off x="5986407" y="4395720"/>
              <a:ext cx="1980000" cy="16182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9B70F3C-D4C0-A515-993F-80B609E87CD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68407" y="4377720"/>
                <a:ext cx="2015640" cy="165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FB45CF5-5740-CEB7-A818-84BBBF16C100}"/>
                  </a:ext>
                </a:extLst>
              </p14:cNvPr>
              <p14:cNvContentPartPr/>
              <p14:nvPr/>
            </p14:nvContentPartPr>
            <p14:xfrm>
              <a:off x="7773087" y="4407240"/>
              <a:ext cx="379080" cy="252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FB45CF5-5740-CEB7-A818-84BBBF16C10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755087" y="4389600"/>
                <a:ext cx="41472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0455BFF-05DC-5311-4265-7C669BA3E7A9}"/>
                  </a:ext>
                </a:extLst>
              </p14:cNvPr>
              <p14:cNvContentPartPr/>
              <p14:nvPr/>
            </p14:nvContentPartPr>
            <p14:xfrm>
              <a:off x="1992927" y="4264320"/>
              <a:ext cx="7121520" cy="21736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0455BFF-05DC-5311-4265-7C669BA3E7A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74927" y="4246320"/>
                <a:ext cx="7157160" cy="22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AA7A82D-471C-D152-2B26-16DE896FBA89}"/>
                  </a:ext>
                </a:extLst>
              </p14:cNvPr>
              <p14:cNvContentPartPr/>
              <p14:nvPr/>
            </p14:nvContentPartPr>
            <p14:xfrm>
              <a:off x="1895727" y="4313640"/>
              <a:ext cx="279000" cy="216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AA7A82D-471C-D152-2B26-16DE896FBA8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78087" y="4296000"/>
                <a:ext cx="314640" cy="252000"/>
              </a:xfrm>
              <a:prstGeom prst="rect">
                <a:avLst/>
              </a:prstGeom>
            </p:spPr>
          </p:pic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4564C773-0F1F-3969-2D80-AE3E67BA4F11}"/>
              </a:ext>
            </a:extLst>
          </p:cNvPr>
          <p:cNvSpPr txBox="1"/>
          <p:nvPr/>
        </p:nvSpPr>
        <p:spPr>
          <a:xfrm>
            <a:off x="3283527" y="5167745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/>
              <a:t>fun1()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A50D204-82CF-AD1F-597E-C5606DFF6AFC}"/>
              </a:ext>
            </a:extLst>
          </p:cNvPr>
          <p:cNvSpPr txBox="1"/>
          <p:nvPr/>
        </p:nvSpPr>
        <p:spPr>
          <a:xfrm>
            <a:off x="6386945" y="5537077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/>
              <a:t>fun2()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8DEDB5-BF5C-E892-BBE3-225A8F682227}"/>
              </a:ext>
            </a:extLst>
          </p:cNvPr>
          <p:cNvSpPr txBox="1"/>
          <p:nvPr/>
        </p:nvSpPr>
        <p:spPr>
          <a:xfrm>
            <a:off x="5068767" y="6407961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/>
              <a:t>fun3()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D71BDBE-F71B-113A-0C2A-4F120934F97E}"/>
                  </a:ext>
                </a:extLst>
              </p14:cNvPr>
              <p14:cNvContentPartPr/>
              <p14:nvPr/>
            </p14:nvContentPartPr>
            <p14:xfrm>
              <a:off x="2882127" y="2417520"/>
              <a:ext cx="2186640" cy="1314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D71BDBE-F71B-113A-0C2A-4F120934F97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864487" y="2399880"/>
                <a:ext cx="2222280" cy="13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4FC6547-BFFB-01C5-FBB3-A29C8F0F098B}"/>
                  </a:ext>
                </a:extLst>
              </p14:cNvPr>
              <p14:cNvContentPartPr/>
              <p14:nvPr/>
            </p14:nvContentPartPr>
            <p14:xfrm>
              <a:off x="2905167" y="3471600"/>
              <a:ext cx="283680" cy="279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4FC6547-BFFB-01C5-FBB3-A29C8F0F098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887167" y="3453960"/>
                <a:ext cx="31932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CF16A24-3E9A-CFAD-97E6-727A5A46B8F7}"/>
                  </a:ext>
                </a:extLst>
              </p14:cNvPr>
              <p14:cNvContentPartPr/>
              <p14:nvPr/>
            </p14:nvContentPartPr>
            <p14:xfrm>
              <a:off x="1461207" y="2691840"/>
              <a:ext cx="824400" cy="12531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CF16A24-3E9A-CFAD-97E6-727A5A46B8F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443207" y="2673840"/>
                <a:ext cx="860040" cy="12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0261C8A-F30F-9AEA-5E65-EE62E514BAEE}"/>
                  </a:ext>
                </a:extLst>
              </p14:cNvPr>
              <p14:cNvContentPartPr/>
              <p14:nvPr/>
            </p14:nvContentPartPr>
            <p14:xfrm>
              <a:off x="2167527" y="3346680"/>
              <a:ext cx="289800" cy="2916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0261C8A-F30F-9AEA-5E65-EE62E514BAE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149527" y="3329040"/>
                <a:ext cx="325440" cy="327240"/>
              </a:xfrm>
              <a:prstGeom prst="rect">
                <a:avLst/>
              </a:prstGeom>
            </p:spPr>
          </p:pic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7FF0BF0E-3A96-AE52-3AF0-90997A8AD7E0}"/>
              </a:ext>
            </a:extLst>
          </p:cNvPr>
          <p:cNvSpPr txBox="1"/>
          <p:nvPr/>
        </p:nvSpPr>
        <p:spPr>
          <a:xfrm>
            <a:off x="1129170" y="2281196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/>
              <a:t>fun3()</a:t>
            </a:r>
          </a:p>
        </p:txBody>
      </p:sp>
    </p:spTree>
    <p:extLst>
      <p:ext uri="{BB962C8B-B14F-4D97-AF65-F5344CB8AC3E}">
        <p14:creationId xmlns:p14="http://schemas.microsoft.com/office/powerpoint/2010/main" val="226643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6" grpId="1"/>
      <p:bldP spid="56" grpId="2"/>
      <p:bldP spid="7" grpId="0" animBg="1"/>
      <p:bldP spid="8" grpId="0" animBg="1"/>
      <p:bldP spid="9" grpId="0" animBg="1"/>
      <p:bldP spid="10" grpId="0" animBg="1"/>
      <p:bldP spid="44" grpId="0"/>
      <p:bldP spid="45" grpId="0"/>
      <p:bldP spid="46" grpId="0"/>
      <p:bldP spid="53" grpId="0"/>
      <p:bldP spid="5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75CAA0B-633D-6066-8242-7FE0162A0240}"/>
              </a:ext>
            </a:extLst>
          </p:cNvPr>
          <p:cNvSpPr/>
          <p:nvPr/>
        </p:nvSpPr>
        <p:spPr>
          <a:xfrm>
            <a:off x="1013791" y="3041374"/>
            <a:ext cx="755373" cy="77525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1FA169-C5AC-3665-7FF5-2F598CCCF4EA}"/>
              </a:ext>
            </a:extLst>
          </p:cNvPr>
          <p:cNvCxnSpPr>
            <a:stCxn id="4" idx="6"/>
          </p:cNvCxnSpPr>
          <p:nvPr/>
        </p:nvCxnSpPr>
        <p:spPr>
          <a:xfrm>
            <a:off x="1769164" y="3429000"/>
            <a:ext cx="1948071" cy="0"/>
          </a:xfrm>
          <a:prstGeom prst="straightConnector1">
            <a:avLst/>
          </a:prstGeom>
          <a:ln w="57150"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E1E9137-BC05-74DA-414F-5E284A1A90A7}"/>
              </a:ext>
            </a:extLst>
          </p:cNvPr>
          <p:cNvSpPr txBox="1"/>
          <p:nvPr/>
        </p:nvSpPr>
        <p:spPr>
          <a:xfrm>
            <a:off x="949617" y="5313066"/>
            <a:ext cx="28653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Insert Coin</a:t>
            </a:r>
          </a:p>
          <a:p>
            <a:r>
              <a:rPr lang="en-PK" dirty="0"/>
              <a:t>[total&lt;price]</a:t>
            </a:r>
          </a:p>
          <a:p>
            <a:endParaRPr lang="en-PK" dirty="0"/>
          </a:p>
          <a:p>
            <a:r>
              <a:rPr lang="en-PK" dirty="0"/>
              <a:t>Insert more coins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F19761-1665-E9ED-19DF-359BF70A10CA}"/>
              </a:ext>
            </a:extLst>
          </p:cNvPr>
          <p:cNvSpPr txBox="1"/>
          <p:nvPr/>
        </p:nvSpPr>
        <p:spPr>
          <a:xfrm>
            <a:off x="1888786" y="3041374"/>
            <a:ext cx="1271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/>
              <a:t>Insert Coin</a:t>
            </a:r>
          </a:p>
          <a:p>
            <a:endParaRPr lang="en-PK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CE4571B-5D17-FA6C-E8C1-95C8A02B1853}"/>
              </a:ext>
            </a:extLst>
          </p:cNvPr>
          <p:cNvSpPr/>
          <p:nvPr/>
        </p:nvSpPr>
        <p:spPr>
          <a:xfrm>
            <a:off x="3836857" y="2067627"/>
            <a:ext cx="3279913" cy="32401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F4B6A2-09AC-CDCD-8DB3-ED6357214F17}"/>
              </a:ext>
            </a:extLst>
          </p:cNvPr>
          <p:cNvCxnSpPr/>
          <p:nvPr/>
        </p:nvCxnSpPr>
        <p:spPr>
          <a:xfrm>
            <a:off x="3836857" y="3041374"/>
            <a:ext cx="327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F10B440-CF34-D115-B220-E7C963596FD1}"/>
              </a:ext>
            </a:extLst>
          </p:cNvPr>
          <p:cNvSpPr txBox="1"/>
          <p:nvPr/>
        </p:nvSpPr>
        <p:spPr>
          <a:xfrm>
            <a:off x="5017194" y="2292051"/>
            <a:ext cx="846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3200" dirty="0"/>
              <a:t>Idle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9B03AAF-C272-9A06-33B3-0DA4F606E449}"/>
              </a:ext>
            </a:extLst>
          </p:cNvPr>
          <p:cNvCxnSpPr/>
          <p:nvPr/>
        </p:nvCxnSpPr>
        <p:spPr>
          <a:xfrm>
            <a:off x="3836857" y="4088296"/>
            <a:ext cx="327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5FA174-28AE-8195-CF66-FE569F680864}"/>
              </a:ext>
            </a:extLst>
          </p:cNvPr>
          <p:cNvSpPr txBox="1"/>
          <p:nvPr/>
        </p:nvSpPr>
        <p:spPr>
          <a:xfrm>
            <a:off x="4938221" y="3319094"/>
            <a:ext cx="10318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3200" dirty="0"/>
              <a:t>Total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7D840D-9A50-CE9B-7B6D-4C532A94B32B}"/>
              </a:ext>
            </a:extLst>
          </p:cNvPr>
          <p:cNvSpPr txBox="1"/>
          <p:nvPr/>
        </p:nvSpPr>
        <p:spPr>
          <a:xfrm>
            <a:off x="4258979" y="4405652"/>
            <a:ext cx="24356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3200" dirty="0"/>
              <a:t>Display Total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E5F1333-C484-3155-F3BE-2F956EA5EC6E}"/>
                  </a:ext>
                </a:extLst>
              </p14:cNvPr>
              <p14:cNvContentPartPr/>
              <p14:nvPr/>
            </p14:nvContentPartPr>
            <p14:xfrm>
              <a:off x="2555671" y="4332068"/>
              <a:ext cx="1218240" cy="15944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E5F1333-C484-3155-F3BE-2F956EA5EC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19671" y="4296068"/>
                <a:ext cx="1289880" cy="166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FF0450D-6353-B61C-FB2B-AA9D8AC39262}"/>
                  </a:ext>
                </a:extLst>
              </p14:cNvPr>
              <p14:cNvContentPartPr/>
              <p14:nvPr/>
            </p14:nvContentPartPr>
            <p14:xfrm>
              <a:off x="3506431" y="5205428"/>
              <a:ext cx="390960" cy="4590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FF0450D-6353-B61C-FB2B-AA9D8AC392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70431" y="5169788"/>
                <a:ext cx="462600" cy="530640"/>
              </a:xfrm>
              <a:prstGeom prst="rect">
                <a:avLst/>
              </a:prstGeom>
            </p:spPr>
          </p:pic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501A27E-83A5-6F62-7DFE-64CE2E357D4A}"/>
              </a:ext>
            </a:extLst>
          </p:cNvPr>
          <p:cNvCxnSpPr>
            <a:cxnSpLocks/>
          </p:cNvCxnSpPr>
          <p:nvPr/>
        </p:nvCxnSpPr>
        <p:spPr>
          <a:xfrm flipV="1">
            <a:off x="5863901" y="1018209"/>
            <a:ext cx="1962176" cy="1126480"/>
          </a:xfrm>
          <a:prstGeom prst="straightConnector1">
            <a:avLst/>
          </a:prstGeom>
          <a:ln w="57150"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F6B5ED1-27EC-C082-E487-F11853184196}"/>
              </a:ext>
            </a:extLst>
          </p:cNvPr>
          <p:cNvGrpSpPr/>
          <p:nvPr/>
        </p:nvGrpSpPr>
        <p:grpSpPr>
          <a:xfrm>
            <a:off x="7779027" y="143566"/>
            <a:ext cx="3279913" cy="3240156"/>
            <a:chOff x="3717235" y="1967948"/>
            <a:chExt cx="3279913" cy="3240156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295E407F-26AB-3E3E-29B6-830FC9F7DC64}"/>
                </a:ext>
              </a:extLst>
            </p:cNvPr>
            <p:cNvSpPr/>
            <p:nvPr/>
          </p:nvSpPr>
          <p:spPr>
            <a:xfrm>
              <a:off x="3717235" y="1967948"/>
              <a:ext cx="3279913" cy="32401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1C5B93A-3ECE-CF1F-6327-75F0DF77F2F8}"/>
                </a:ext>
              </a:extLst>
            </p:cNvPr>
            <p:cNvCxnSpPr/>
            <p:nvPr/>
          </p:nvCxnSpPr>
          <p:spPr>
            <a:xfrm>
              <a:off x="3717235" y="2842591"/>
              <a:ext cx="327991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34201F2-6253-3FC1-1960-03C721DFF556}"/>
                </a:ext>
              </a:extLst>
            </p:cNvPr>
            <p:cNvCxnSpPr/>
            <p:nvPr/>
          </p:nvCxnSpPr>
          <p:spPr>
            <a:xfrm>
              <a:off x="3717235" y="4068417"/>
              <a:ext cx="327991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7043D447-93BF-8FA4-4B1B-0698E5E49C5B}"/>
              </a:ext>
            </a:extLst>
          </p:cNvPr>
          <p:cNvSpPr txBox="1"/>
          <p:nvPr/>
        </p:nvSpPr>
        <p:spPr>
          <a:xfrm>
            <a:off x="8717887" y="1569495"/>
            <a:ext cx="1136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3600" dirty="0"/>
              <a:t>Total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C1C01B-EAE4-7865-585A-8B2708B53F22}"/>
              </a:ext>
            </a:extLst>
          </p:cNvPr>
          <p:cNvSpPr txBox="1"/>
          <p:nvPr/>
        </p:nvSpPr>
        <p:spPr>
          <a:xfrm>
            <a:off x="7838158" y="2333665"/>
            <a:ext cx="32683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3600" dirty="0"/>
              <a:t>Display Enough</a:t>
            </a:r>
          </a:p>
          <a:p>
            <a:r>
              <a:rPr lang="en-PK" sz="3600" dirty="0"/>
              <a:t>Coins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46E4-B7CF-0196-2B9E-ED6DC2F032A7}"/>
              </a:ext>
            </a:extLst>
          </p:cNvPr>
          <p:cNvSpPr txBox="1"/>
          <p:nvPr/>
        </p:nvSpPr>
        <p:spPr>
          <a:xfrm>
            <a:off x="8143248" y="342528"/>
            <a:ext cx="26340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3200" dirty="0"/>
              <a:t>Enough Coins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7E06A4-BEB7-B4A9-B5DD-3BC770886E42}"/>
              </a:ext>
            </a:extLst>
          </p:cNvPr>
          <p:cNvSpPr txBox="1"/>
          <p:nvPr/>
        </p:nvSpPr>
        <p:spPr>
          <a:xfrm>
            <a:off x="4960756" y="921265"/>
            <a:ext cx="2865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Insert Coin</a:t>
            </a:r>
          </a:p>
          <a:p>
            <a:r>
              <a:rPr lang="en-PK" dirty="0"/>
              <a:t>[total==price]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DAF433C-B919-4422-28A1-125D57C37D4A}"/>
              </a:ext>
            </a:extLst>
          </p:cNvPr>
          <p:cNvCxnSpPr>
            <a:cxnSpLocks/>
          </p:cNvCxnSpPr>
          <p:nvPr/>
        </p:nvCxnSpPr>
        <p:spPr>
          <a:xfrm flipH="1">
            <a:off x="6870389" y="3439998"/>
            <a:ext cx="1835417" cy="818367"/>
          </a:xfrm>
          <a:prstGeom prst="straightConnector1">
            <a:avLst/>
          </a:prstGeom>
          <a:ln w="57150"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1E560ED-88F6-733F-BCA7-6A85AD09F96C}"/>
              </a:ext>
            </a:extLst>
          </p:cNvPr>
          <p:cNvSpPr txBox="1"/>
          <p:nvPr/>
        </p:nvSpPr>
        <p:spPr>
          <a:xfrm>
            <a:off x="7734009" y="3970220"/>
            <a:ext cx="28653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</a:t>
            </a:r>
            <a:r>
              <a:rPr lang="en-PK" dirty="0"/>
              <a:t>otal=0</a:t>
            </a:r>
          </a:p>
          <a:p>
            <a:r>
              <a:rPr lang="en-PK" dirty="0"/>
              <a:t>[total==price]</a:t>
            </a:r>
          </a:p>
          <a:p>
            <a:r>
              <a:rPr lang="en-PK" dirty="0"/>
              <a:t>Dispense Product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BAE47D7-297E-A8A9-7BFF-F3F256A5D483}"/>
              </a:ext>
            </a:extLst>
          </p:cNvPr>
          <p:cNvGrpSpPr/>
          <p:nvPr/>
        </p:nvGrpSpPr>
        <p:grpSpPr>
          <a:xfrm>
            <a:off x="6740483" y="3324428"/>
            <a:ext cx="4266360" cy="3045240"/>
            <a:chOff x="6740483" y="3324428"/>
            <a:chExt cx="4266360" cy="30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FEC5723-27DA-88F5-207F-971E5F694A32}"/>
                    </a:ext>
                  </a:extLst>
                </p14:cNvPr>
                <p14:cNvContentPartPr/>
                <p14:nvPr/>
              </p14:nvContentPartPr>
              <p14:xfrm>
                <a:off x="6813563" y="3324428"/>
                <a:ext cx="4193280" cy="3045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FEC5723-27DA-88F5-207F-971E5F694A3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77563" y="3288428"/>
                  <a:ext cx="4264920" cy="31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FA7E7BC-C79E-2193-22E3-A23AE6D7B83F}"/>
                    </a:ext>
                  </a:extLst>
                </p14:cNvPr>
                <p14:cNvContentPartPr/>
                <p14:nvPr/>
              </p14:nvContentPartPr>
              <p14:xfrm>
                <a:off x="6740483" y="5220548"/>
                <a:ext cx="480240" cy="365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FA7E7BC-C79E-2193-22E3-A23AE6D7B83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04483" y="5184908"/>
                  <a:ext cx="551880" cy="437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F7DDB4F7-CF6E-90F8-B68D-438E7FF26210}"/>
              </a:ext>
            </a:extLst>
          </p:cNvPr>
          <p:cNvSpPr txBox="1"/>
          <p:nvPr/>
        </p:nvSpPr>
        <p:spPr>
          <a:xfrm>
            <a:off x="7477542" y="5839791"/>
            <a:ext cx="28653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Cancel</a:t>
            </a:r>
          </a:p>
          <a:p>
            <a:r>
              <a:rPr lang="en-US" dirty="0"/>
              <a:t>Total= 0;</a:t>
            </a:r>
          </a:p>
          <a:p>
            <a:r>
              <a:rPr lang="en-US" dirty="0"/>
              <a:t>Eject Coins</a:t>
            </a:r>
            <a:endParaRPr lang="en-PK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3499214-A82A-E943-BEE4-35292DE73E8E}"/>
                  </a:ext>
                </a:extLst>
              </p14:cNvPr>
              <p14:cNvContentPartPr/>
              <p14:nvPr/>
            </p14:nvContentPartPr>
            <p14:xfrm rot="16445315">
              <a:off x="5115347" y="5270105"/>
              <a:ext cx="1218240" cy="15944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3499214-A82A-E943-BEE4-35292DE73E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16445315">
                <a:off x="5079347" y="5234105"/>
                <a:ext cx="1289880" cy="166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02BE5D4-8F2F-35BE-99BF-01BFB7E63F86}"/>
                  </a:ext>
                </a:extLst>
              </p14:cNvPr>
              <p14:cNvContentPartPr/>
              <p14:nvPr/>
            </p14:nvContentPartPr>
            <p14:xfrm rot="17965299">
              <a:off x="5706459" y="5214994"/>
              <a:ext cx="390960" cy="4590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02BE5D4-8F2F-35BE-99BF-01BFB7E63F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17965299">
                <a:off x="5670459" y="5179354"/>
                <a:ext cx="462600" cy="5306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F424351-1821-20D1-0B4F-9B2A07AD80E2}"/>
              </a:ext>
            </a:extLst>
          </p:cNvPr>
          <p:cNvSpPr txBox="1">
            <a:spLocks/>
          </p:cNvSpPr>
          <p:nvPr/>
        </p:nvSpPr>
        <p:spPr>
          <a:xfrm>
            <a:off x="273776" y="80707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Vending Machine example</a:t>
            </a:r>
          </a:p>
        </p:txBody>
      </p:sp>
    </p:spTree>
    <p:extLst>
      <p:ext uri="{BB962C8B-B14F-4D97-AF65-F5344CB8AC3E}">
        <p14:creationId xmlns:p14="http://schemas.microsoft.com/office/powerpoint/2010/main" val="2929290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8" grpId="0" animBg="1"/>
      <p:bldP spid="10" grpId="0"/>
      <p:bldP spid="12" grpId="0"/>
      <p:bldP spid="13" grpId="0"/>
      <p:bldP spid="32" grpId="0"/>
      <p:bldP spid="33" grpId="0"/>
      <p:bldP spid="34" grpId="0"/>
      <p:bldP spid="35" grpId="0"/>
      <p:bldP spid="37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3E835-84AA-5DED-B990-653699A3D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>
            <a:extLst>
              <a:ext uri="{FF2B5EF4-FFF2-40B4-BE49-F238E27FC236}">
                <a16:creationId xmlns:a16="http://schemas.microsoft.com/office/drawing/2014/main" id="{09EF6F6B-9E87-9AF2-FE5A-8E0498C5200A}"/>
              </a:ext>
            </a:extLst>
          </p:cNvPr>
          <p:cNvSpPr txBox="1">
            <a:spLocks/>
          </p:cNvSpPr>
          <p:nvPr/>
        </p:nvSpPr>
        <p:spPr>
          <a:xfrm>
            <a:off x="273776" y="80707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UML Diagram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E4AABB-8C60-EBA0-623A-71D71F43C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838998"/>
              </p:ext>
            </p:extLst>
          </p:nvPr>
        </p:nvGraphicFramePr>
        <p:xfrm>
          <a:off x="2884813" y="1550323"/>
          <a:ext cx="2903071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071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K" i="1" dirty="0"/>
                        <a:t>&lt;&lt;Interface&gt;&gt;</a:t>
                      </a:r>
                    </a:p>
                    <a:p>
                      <a:pPr algn="ctr"/>
                      <a:r>
                        <a:rPr lang="en-US" i="1" dirty="0" err="1"/>
                        <a:t>VendingState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  +</a:t>
                      </a:r>
                      <a:r>
                        <a:rPr lang="en-US" dirty="0" err="1"/>
                        <a:t>insertCoin</a:t>
                      </a:r>
                      <a:r>
                        <a:rPr lang="en-US" dirty="0"/>
                        <a:t>(...)    </a:t>
                      </a:r>
                    </a:p>
                    <a:p>
                      <a:r>
                        <a:rPr lang="en-US" dirty="0"/>
                        <a:t>   +</a:t>
                      </a:r>
                      <a:r>
                        <a:rPr lang="en-US" dirty="0" err="1"/>
                        <a:t>selectItem</a:t>
                      </a:r>
                      <a:r>
                        <a:rPr lang="en-US" dirty="0"/>
                        <a:t>(...)    </a:t>
                      </a:r>
                    </a:p>
                    <a:p>
                      <a:r>
                        <a:rPr lang="en-US" dirty="0"/>
                        <a:t>    +dispense(...)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931F3E-E9F3-9A53-6688-F46427A507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234014"/>
              </p:ext>
            </p:extLst>
          </p:nvPr>
        </p:nvGraphicFramePr>
        <p:xfrm>
          <a:off x="273776" y="5745562"/>
          <a:ext cx="235161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613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i="1" dirty="0" err="1"/>
                        <a:t>NoCoinState</a:t>
                      </a:r>
                      <a:r>
                        <a:rPr lang="en-GB" i="1" dirty="0"/>
                        <a:t>   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Implements VS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DDC08D-EE91-61FF-113D-73AB2548B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816445"/>
              </p:ext>
            </p:extLst>
          </p:nvPr>
        </p:nvGraphicFramePr>
        <p:xfrm>
          <a:off x="3030830" y="5745562"/>
          <a:ext cx="235161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613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i="1" dirty="0" err="1"/>
                        <a:t>HasCoinState</a:t>
                      </a:r>
                      <a:r>
                        <a:rPr lang="en-GB" i="1" dirty="0"/>
                        <a:t> 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 Implements VS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27CEE46-5CFE-9CF2-7B84-7C40C2DD2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94361"/>
              </p:ext>
            </p:extLst>
          </p:nvPr>
        </p:nvGraphicFramePr>
        <p:xfrm>
          <a:off x="5787884" y="5745562"/>
          <a:ext cx="235161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613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i="1" dirty="0" err="1"/>
                        <a:t>DispenseState</a:t>
                      </a:r>
                      <a:r>
                        <a:rPr lang="en-GB" i="1" dirty="0"/>
                        <a:t> 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 Implements VS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26E1E96-FB2A-E13D-401E-37034A9F3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767646"/>
              </p:ext>
            </p:extLst>
          </p:nvPr>
        </p:nvGraphicFramePr>
        <p:xfrm>
          <a:off x="8544938" y="5745562"/>
          <a:ext cx="235161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613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i="1" dirty="0" err="1"/>
                        <a:t>SoldOutState</a:t>
                      </a:r>
                      <a:r>
                        <a:rPr lang="en-GB" i="1" dirty="0"/>
                        <a:t> 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Implements VS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A769AB3-66A8-019A-E872-1CA26242D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122794"/>
              </p:ext>
            </p:extLst>
          </p:nvPr>
        </p:nvGraphicFramePr>
        <p:xfrm>
          <a:off x="7806993" y="80707"/>
          <a:ext cx="3311231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1231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i="1" dirty="0" err="1"/>
                        <a:t>VendingMachine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- </a:t>
                      </a:r>
                      <a:r>
                        <a:rPr lang="en-US" dirty="0" err="1"/>
                        <a:t>currentState</a:t>
                      </a:r>
                      <a:r>
                        <a:rPr lang="en-US" dirty="0"/>
                        <a:t>: </a:t>
                      </a:r>
                      <a:r>
                        <a:rPr lang="en-US" dirty="0" err="1"/>
                        <a:t>VendingState</a:t>
                      </a:r>
                      <a:endParaRPr lang="en-US" dirty="0"/>
                    </a:p>
                    <a:p>
                      <a:r>
                        <a:rPr lang="en-US" dirty="0"/>
                        <a:t> - </a:t>
                      </a:r>
                      <a:r>
                        <a:rPr lang="en-US" dirty="0" err="1"/>
                        <a:t>noCoinState</a:t>
                      </a:r>
                      <a:r>
                        <a:rPr lang="en-US" dirty="0"/>
                        <a:t>: </a:t>
                      </a:r>
                      <a:r>
                        <a:rPr lang="en-US" dirty="0" err="1"/>
                        <a:t>VendingState</a:t>
                      </a:r>
                      <a:endParaRPr lang="en-US" dirty="0"/>
                    </a:p>
                    <a:p>
                      <a:r>
                        <a:rPr lang="en-US" dirty="0"/>
                        <a:t> - </a:t>
                      </a:r>
                      <a:r>
                        <a:rPr lang="en-US" dirty="0" err="1"/>
                        <a:t>hasCoinState</a:t>
                      </a:r>
                      <a:r>
                        <a:rPr lang="en-US" dirty="0"/>
                        <a:t>: </a:t>
                      </a:r>
                      <a:r>
                        <a:rPr lang="en-US" dirty="0" err="1"/>
                        <a:t>VendingState</a:t>
                      </a:r>
                      <a:endParaRPr lang="en-US" dirty="0"/>
                    </a:p>
                    <a:p>
                      <a:r>
                        <a:rPr lang="en-US" dirty="0"/>
                        <a:t> - </a:t>
                      </a:r>
                      <a:r>
                        <a:rPr lang="en-US" dirty="0" err="1"/>
                        <a:t>dispenseState</a:t>
                      </a:r>
                      <a:r>
                        <a:rPr lang="en-US" dirty="0"/>
                        <a:t>: </a:t>
                      </a:r>
                      <a:r>
                        <a:rPr lang="en-US" dirty="0" err="1"/>
                        <a:t>VendingState</a:t>
                      </a:r>
                      <a:endParaRPr lang="en-US" dirty="0"/>
                    </a:p>
                    <a:p>
                      <a:r>
                        <a:rPr lang="en-US" dirty="0"/>
                        <a:t>- </a:t>
                      </a:r>
                      <a:r>
                        <a:rPr lang="en-US" dirty="0" err="1"/>
                        <a:t>soldOutState</a:t>
                      </a:r>
                      <a:r>
                        <a:rPr lang="en-US" dirty="0"/>
                        <a:t>: </a:t>
                      </a:r>
                      <a:r>
                        <a:rPr lang="en-US" dirty="0" err="1"/>
                        <a:t>VendingState</a:t>
                      </a:r>
                      <a:endParaRPr lang="en-US" dirty="0"/>
                    </a:p>
                    <a:p>
                      <a:r>
                        <a:rPr lang="en-US" dirty="0"/>
                        <a:t> - </a:t>
                      </a:r>
                      <a:r>
                        <a:rPr lang="en-US" dirty="0" err="1"/>
                        <a:t>itemCount</a:t>
                      </a:r>
                      <a:r>
                        <a:rPr lang="en-US" dirty="0"/>
                        <a:t>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insertCoin</a:t>
                      </a:r>
                      <a:r>
                        <a:rPr lang="en-US" dirty="0"/>
                        <a:t>(coin: int)   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selectItem</a:t>
                      </a:r>
                      <a:r>
                        <a:rPr lang="en-US" dirty="0"/>
                        <a:t>()           </a:t>
                      </a:r>
                    </a:p>
                    <a:p>
                      <a:r>
                        <a:rPr lang="en-US" dirty="0"/>
                        <a:t>+dispense()             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returnCoin</a:t>
                      </a:r>
                      <a:r>
                        <a:rPr lang="en-US" dirty="0"/>
                        <a:t>()            </a:t>
                      </a:r>
                    </a:p>
                    <a:p>
                      <a:r>
                        <a:rPr lang="en-US" dirty="0"/>
                        <a:t>+refill(quantity: int)   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getXState</a:t>
                      </a:r>
                      <a:r>
                        <a:rPr lang="en-US" dirty="0"/>
                        <a:t>(): </a:t>
                      </a:r>
                      <a:r>
                        <a:rPr lang="en-US" dirty="0" err="1"/>
                        <a:t>VendingState</a:t>
                      </a:r>
                      <a:endParaRPr lang="en-US" dirty="0"/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getItemCount</a:t>
                      </a:r>
                      <a:r>
                        <a:rPr lang="en-US" dirty="0"/>
                        <a:t>(), ...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17057"/>
                  </a:ext>
                </a:extLst>
              </a:tr>
            </a:tbl>
          </a:graphicData>
        </a:graphic>
      </p:graphicFrame>
      <p:sp>
        <p:nvSpPr>
          <p:cNvPr id="11" name="Triangle 10">
            <a:extLst>
              <a:ext uri="{FF2B5EF4-FFF2-40B4-BE49-F238E27FC236}">
                <a16:creationId xmlns:a16="http://schemas.microsoft.com/office/drawing/2014/main" id="{85E75E38-ECD3-11B6-BEE2-DC2F274A065B}"/>
              </a:ext>
            </a:extLst>
          </p:cNvPr>
          <p:cNvSpPr/>
          <p:nvPr/>
        </p:nvSpPr>
        <p:spPr>
          <a:xfrm>
            <a:off x="4036088" y="3065807"/>
            <a:ext cx="341095" cy="265122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DE7D24-0B0F-604F-C96E-460E9A23EA98}"/>
              </a:ext>
            </a:extLst>
          </p:cNvPr>
          <p:cNvCxnSpPr>
            <a:cxnSpLocks/>
          </p:cNvCxnSpPr>
          <p:nvPr/>
        </p:nvCxnSpPr>
        <p:spPr>
          <a:xfrm>
            <a:off x="4214461" y="3325091"/>
            <a:ext cx="0" cy="2530632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410E49-834F-F049-365C-337561E78863}"/>
              </a:ext>
            </a:extLst>
          </p:cNvPr>
          <p:cNvCxnSpPr>
            <a:cxnSpLocks/>
          </p:cNvCxnSpPr>
          <p:nvPr/>
        </p:nvCxnSpPr>
        <p:spPr>
          <a:xfrm>
            <a:off x="872836" y="5472545"/>
            <a:ext cx="9102437" cy="19570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7E6AECE-CC05-50E7-DEC8-AC0A2A109551}"/>
              </a:ext>
            </a:extLst>
          </p:cNvPr>
          <p:cNvCxnSpPr>
            <a:cxnSpLocks/>
          </p:cNvCxnSpPr>
          <p:nvPr/>
        </p:nvCxnSpPr>
        <p:spPr>
          <a:xfrm>
            <a:off x="6977545" y="5472545"/>
            <a:ext cx="0" cy="273017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BDE5CE4-2F9E-3035-16F7-CD4E5A44DE6C}"/>
              </a:ext>
            </a:extLst>
          </p:cNvPr>
          <p:cNvCxnSpPr>
            <a:cxnSpLocks/>
          </p:cNvCxnSpPr>
          <p:nvPr/>
        </p:nvCxnSpPr>
        <p:spPr>
          <a:xfrm>
            <a:off x="9970127" y="5456653"/>
            <a:ext cx="0" cy="273017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C6DB1BF-43E4-4325-C953-FDC9DD51525D}"/>
              </a:ext>
            </a:extLst>
          </p:cNvPr>
          <p:cNvCxnSpPr>
            <a:cxnSpLocks/>
          </p:cNvCxnSpPr>
          <p:nvPr/>
        </p:nvCxnSpPr>
        <p:spPr>
          <a:xfrm>
            <a:off x="881545" y="5496179"/>
            <a:ext cx="0" cy="273017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3CEE863-53C0-DFD3-A37E-E40149CA7ACF}"/>
              </a:ext>
            </a:extLst>
          </p:cNvPr>
          <p:cNvSpPr/>
          <p:nvPr/>
        </p:nvSpPr>
        <p:spPr>
          <a:xfrm rot="2719666">
            <a:off x="7431316" y="2652548"/>
            <a:ext cx="306046" cy="323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AE34D3C-DD2B-FDA1-AA3D-19A348BB029E}"/>
              </a:ext>
            </a:extLst>
          </p:cNvPr>
          <p:cNvCxnSpPr>
            <a:cxnSpLocks/>
          </p:cNvCxnSpPr>
          <p:nvPr/>
        </p:nvCxnSpPr>
        <p:spPr>
          <a:xfrm flipH="1" flipV="1">
            <a:off x="5787884" y="2791407"/>
            <a:ext cx="1573801" cy="18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1EE4DB0-B588-A849-FD08-924D7EE7C9AE}"/>
              </a:ext>
            </a:extLst>
          </p:cNvPr>
          <p:cNvSpPr txBox="1"/>
          <p:nvPr/>
        </p:nvSpPr>
        <p:spPr>
          <a:xfrm>
            <a:off x="1648691" y="17872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3736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11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C06504-B294-02B7-4A31-C4B3E60AB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5408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355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723A8-BD59-BB11-31F3-CDBD425E0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30C5B4-0296-A2C5-2AF1-75F36ED5B41A}"/>
              </a:ext>
            </a:extLst>
          </p:cNvPr>
          <p:cNvGraphicFramePr>
            <a:graphicFrameLocks noGrp="1"/>
          </p:cNvGraphicFramePr>
          <p:nvPr/>
        </p:nvGraphicFramePr>
        <p:xfrm>
          <a:off x="1551712" y="2079798"/>
          <a:ext cx="8128002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9418473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1699711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843476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49643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9822087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74514125"/>
                    </a:ext>
                  </a:extLst>
                </a:gridCol>
              </a:tblGrid>
              <a:tr h="10236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4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4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en-US" sz="4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14993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437EDB8-7D03-C37F-4A30-F8F201D616E9}"/>
              </a:ext>
            </a:extLst>
          </p:cNvPr>
          <p:cNvSpPr txBox="1"/>
          <p:nvPr/>
        </p:nvSpPr>
        <p:spPr>
          <a:xfrm>
            <a:off x="1551712" y="1565563"/>
            <a:ext cx="2329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Executed Commands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2E8716-26CC-7EC3-F6CE-89C46284C261}"/>
              </a:ext>
            </a:extLst>
          </p:cNvPr>
          <p:cNvGraphicFramePr>
            <a:graphicFrameLocks noGrp="1"/>
          </p:cNvGraphicFramePr>
          <p:nvPr/>
        </p:nvGraphicFramePr>
        <p:xfrm>
          <a:off x="1588655" y="4779818"/>
          <a:ext cx="8128002" cy="1023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9418473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1699711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843476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49643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9822087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74514125"/>
                    </a:ext>
                  </a:extLst>
                </a:gridCol>
              </a:tblGrid>
              <a:tr h="10236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14993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5CFC1F8-4EAA-A4FB-2513-00A43F3ED1E4}"/>
              </a:ext>
            </a:extLst>
          </p:cNvPr>
          <p:cNvSpPr txBox="1"/>
          <p:nvPr/>
        </p:nvSpPr>
        <p:spPr>
          <a:xfrm>
            <a:off x="1551712" y="4294908"/>
            <a:ext cx="2603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Unexecuted Commands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63C133-FEDF-5B17-60C8-4E8FE2539212}"/>
              </a:ext>
            </a:extLst>
          </p:cNvPr>
          <p:cNvSpPr txBox="1">
            <a:spLocks/>
          </p:cNvSpPr>
          <p:nvPr/>
        </p:nvSpPr>
        <p:spPr>
          <a:xfrm>
            <a:off x="273776" y="80707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Application of Command pattern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8E44A1E4-0E48-8902-563F-EB588B63B974}"/>
              </a:ext>
            </a:extLst>
          </p:cNvPr>
          <p:cNvSpPr/>
          <p:nvPr/>
        </p:nvSpPr>
        <p:spPr>
          <a:xfrm>
            <a:off x="1559405" y="2094407"/>
            <a:ext cx="1289354" cy="1360562"/>
          </a:xfrm>
          <a:custGeom>
            <a:avLst/>
            <a:gdLst>
              <a:gd name="connsiteX0" fmla="*/ -254 w 1289354"/>
              <a:gd name="connsiteY0" fmla="*/ -334 h 1360562"/>
              <a:gd name="connsiteX1" fmla="*/ 1289100 w 1289354"/>
              <a:gd name="connsiteY1" fmla="*/ -334 h 1360562"/>
              <a:gd name="connsiteX2" fmla="*/ 1289100 w 1289354"/>
              <a:gd name="connsiteY2" fmla="*/ 1360229 h 1360562"/>
              <a:gd name="connsiteX3" fmla="*/ -254 w 1289354"/>
              <a:gd name="connsiteY3" fmla="*/ 1360229 h 1360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9354" h="1360562">
                <a:moveTo>
                  <a:pt x="-254" y="-334"/>
                </a:moveTo>
                <a:lnTo>
                  <a:pt x="1289100" y="-334"/>
                </a:lnTo>
                <a:lnTo>
                  <a:pt x="1289100" y="1360229"/>
                </a:lnTo>
                <a:lnTo>
                  <a:pt x="-254" y="1360229"/>
                </a:lnTo>
                <a:close/>
              </a:path>
            </a:pathLst>
          </a:custGeom>
          <a:solidFill>
            <a:srgbClr val="156082"/>
          </a:solidFill>
          <a:ln w="60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DC673D53-9D57-09CC-0C6B-14508FD67048}"/>
              </a:ext>
            </a:extLst>
          </p:cNvPr>
          <p:cNvSpPr/>
          <p:nvPr/>
        </p:nvSpPr>
        <p:spPr>
          <a:xfrm>
            <a:off x="2848759" y="2094407"/>
            <a:ext cx="1289360" cy="1360562"/>
          </a:xfrm>
          <a:custGeom>
            <a:avLst/>
            <a:gdLst>
              <a:gd name="connsiteX0" fmla="*/ -254 w 1289360"/>
              <a:gd name="connsiteY0" fmla="*/ -334 h 1360562"/>
              <a:gd name="connsiteX1" fmla="*/ 1289106 w 1289360"/>
              <a:gd name="connsiteY1" fmla="*/ -334 h 1360562"/>
              <a:gd name="connsiteX2" fmla="*/ 1289106 w 1289360"/>
              <a:gd name="connsiteY2" fmla="*/ 1360229 h 1360562"/>
              <a:gd name="connsiteX3" fmla="*/ -254 w 1289360"/>
              <a:gd name="connsiteY3" fmla="*/ 1360229 h 1360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9360" h="1360562">
                <a:moveTo>
                  <a:pt x="-254" y="-334"/>
                </a:moveTo>
                <a:lnTo>
                  <a:pt x="1289106" y="-334"/>
                </a:lnTo>
                <a:lnTo>
                  <a:pt x="1289106" y="1360229"/>
                </a:lnTo>
                <a:lnTo>
                  <a:pt x="-254" y="1360229"/>
                </a:lnTo>
                <a:close/>
              </a:path>
            </a:pathLst>
          </a:custGeom>
          <a:solidFill>
            <a:srgbClr val="156082"/>
          </a:solidFill>
          <a:ln w="60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E676DCA-C6AC-5C62-7CF1-A232A1B835A6}"/>
              </a:ext>
            </a:extLst>
          </p:cNvPr>
          <p:cNvSpPr/>
          <p:nvPr/>
        </p:nvSpPr>
        <p:spPr>
          <a:xfrm>
            <a:off x="4138120" y="2094407"/>
            <a:ext cx="1289354" cy="1360562"/>
          </a:xfrm>
          <a:custGeom>
            <a:avLst/>
            <a:gdLst>
              <a:gd name="connsiteX0" fmla="*/ -254 w 1289354"/>
              <a:gd name="connsiteY0" fmla="*/ -334 h 1360562"/>
              <a:gd name="connsiteX1" fmla="*/ 1289100 w 1289354"/>
              <a:gd name="connsiteY1" fmla="*/ -334 h 1360562"/>
              <a:gd name="connsiteX2" fmla="*/ 1289100 w 1289354"/>
              <a:gd name="connsiteY2" fmla="*/ 1360229 h 1360562"/>
              <a:gd name="connsiteX3" fmla="*/ -254 w 1289354"/>
              <a:gd name="connsiteY3" fmla="*/ 1360229 h 1360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9354" h="1360562">
                <a:moveTo>
                  <a:pt x="-254" y="-334"/>
                </a:moveTo>
                <a:lnTo>
                  <a:pt x="1289100" y="-334"/>
                </a:lnTo>
                <a:lnTo>
                  <a:pt x="1289100" y="1360229"/>
                </a:lnTo>
                <a:lnTo>
                  <a:pt x="-254" y="1360229"/>
                </a:lnTo>
                <a:close/>
              </a:path>
            </a:pathLst>
          </a:custGeom>
          <a:solidFill>
            <a:srgbClr val="156082"/>
          </a:solidFill>
          <a:ln w="60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CA23E3-F855-859E-066A-3564D31677BB}"/>
              </a:ext>
            </a:extLst>
          </p:cNvPr>
          <p:cNvSpPr/>
          <p:nvPr/>
        </p:nvSpPr>
        <p:spPr>
          <a:xfrm>
            <a:off x="5427474" y="2094407"/>
            <a:ext cx="1289378" cy="1360562"/>
          </a:xfrm>
          <a:custGeom>
            <a:avLst/>
            <a:gdLst>
              <a:gd name="connsiteX0" fmla="*/ -254 w 1289378"/>
              <a:gd name="connsiteY0" fmla="*/ -334 h 1360562"/>
              <a:gd name="connsiteX1" fmla="*/ 1289124 w 1289378"/>
              <a:gd name="connsiteY1" fmla="*/ -334 h 1360562"/>
              <a:gd name="connsiteX2" fmla="*/ 1289124 w 1289378"/>
              <a:gd name="connsiteY2" fmla="*/ 1360229 h 1360562"/>
              <a:gd name="connsiteX3" fmla="*/ -254 w 1289378"/>
              <a:gd name="connsiteY3" fmla="*/ 1360229 h 1360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9378" h="1360562">
                <a:moveTo>
                  <a:pt x="-254" y="-334"/>
                </a:moveTo>
                <a:lnTo>
                  <a:pt x="1289124" y="-334"/>
                </a:lnTo>
                <a:lnTo>
                  <a:pt x="1289124" y="1360229"/>
                </a:lnTo>
                <a:lnTo>
                  <a:pt x="-254" y="1360229"/>
                </a:lnTo>
                <a:close/>
              </a:path>
            </a:pathLst>
          </a:custGeom>
          <a:solidFill>
            <a:srgbClr val="156082"/>
          </a:solidFill>
          <a:ln w="60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9D5EDD7-74A3-98B0-BBE6-CA2E227AD872}"/>
              </a:ext>
            </a:extLst>
          </p:cNvPr>
          <p:cNvSpPr/>
          <p:nvPr/>
        </p:nvSpPr>
        <p:spPr>
          <a:xfrm>
            <a:off x="6716852" y="2094407"/>
            <a:ext cx="1289335" cy="1360562"/>
          </a:xfrm>
          <a:custGeom>
            <a:avLst/>
            <a:gdLst>
              <a:gd name="connsiteX0" fmla="*/ -254 w 1289335"/>
              <a:gd name="connsiteY0" fmla="*/ -334 h 1360562"/>
              <a:gd name="connsiteX1" fmla="*/ 1289082 w 1289335"/>
              <a:gd name="connsiteY1" fmla="*/ -334 h 1360562"/>
              <a:gd name="connsiteX2" fmla="*/ 1289082 w 1289335"/>
              <a:gd name="connsiteY2" fmla="*/ 1360229 h 1360562"/>
              <a:gd name="connsiteX3" fmla="*/ -254 w 1289335"/>
              <a:gd name="connsiteY3" fmla="*/ 1360229 h 1360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9335" h="1360562">
                <a:moveTo>
                  <a:pt x="-254" y="-334"/>
                </a:moveTo>
                <a:lnTo>
                  <a:pt x="1289082" y="-334"/>
                </a:lnTo>
                <a:lnTo>
                  <a:pt x="1289082" y="1360229"/>
                </a:lnTo>
                <a:lnTo>
                  <a:pt x="-254" y="1360229"/>
                </a:lnTo>
                <a:close/>
              </a:path>
            </a:pathLst>
          </a:custGeom>
          <a:solidFill>
            <a:srgbClr val="156082"/>
          </a:solidFill>
          <a:ln w="60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C6BAEAA-15CB-E20E-DEF9-6536C166B9A6}"/>
              </a:ext>
            </a:extLst>
          </p:cNvPr>
          <p:cNvSpPr/>
          <p:nvPr/>
        </p:nvSpPr>
        <p:spPr>
          <a:xfrm>
            <a:off x="8006188" y="2094407"/>
            <a:ext cx="1289336" cy="1360562"/>
          </a:xfrm>
          <a:custGeom>
            <a:avLst/>
            <a:gdLst>
              <a:gd name="connsiteX0" fmla="*/ -254 w 1289336"/>
              <a:gd name="connsiteY0" fmla="*/ -334 h 1360562"/>
              <a:gd name="connsiteX1" fmla="*/ 1289083 w 1289336"/>
              <a:gd name="connsiteY1" fmla="*/ -334 h 1360562"/>
              <a:gd name="connsiteX2" fmla="*/ 1289083 w 1289336"/>
              <a:gd name="connsiteY2" fmla="*/ 1360229 h 1360562"/>
              <a:gd name="connsiteX3" fmla="*/ -254 w 1289336"/>
              <a:gd name="connsiteY3" fmla="*/ 1360229 h 1360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9336" h="1360562">
                <a:moveTo>
                  <a:pt x="-254" y="-334"/>
                </a:moveTo>
                <a:lnTo>
                  <a:pt x="1289083" y="-334"/>
                </a:lnTo>
                <a:lnTo>
                  <a:pt x="1289083" y="1360229"/>
                </a:lnTo>
                <a:lnTo>
                  <a:pt x="-254" y="1360229"/>
                </a:lnTo>
                <a:close/>
              </a:path>
            </a:pathLst>
          </a:custGeom>
          <a:solidFill>
            <a:srgbClr val="156082"/>
          </a:solidFill>
          <a:ln w="60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3AB979E7-2E8D-C91C-1E1D-A537EABB42B0}"/>
              </a:ext>
            </a:extLst>
          </p:cNvPr>
          <p:cNvSpPr/>
          <p:nvPr/>
        </p:nvSpPr>
        <p:spPr>
          <a:xfrm>
            <a:off x="2848759" y="2088376"/>
            <a:ext cx="6043" cy="1384686"/>
          </a:xfrm>
          <a:custGeom>
            <a:avLst/>
            <a:gdLst>
              <a:gd name="connsiteX0" fmla="*/ -254 w 6043"/>
              <a:gd name="connsiteY0" fmla="*/ -334 h 1384686"/>
              <a:gd name="connsiteX1" fmla="*/ -254 w 6043"/>
              <a:gd name="connsiteY1" fmla="*/ 1384352 h 138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043" h="1384686">
                <a:moveTo>
                  <a:pt x="-254" y="-334"/>
                </a:moveTo>
                <a:lnTo>
                  <a:pt x="-254" y="1384352"/>
                </a:lnTo>
              </a:path>
            </a:pathLst>
          </a:custGeom>
          <a:noFill/>
          <a:ln w="12088" cap="flat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0CB0BA7-D080-1DD7-2F9F-D2BDC7F3E702}"/>
              </a:ext>
            </a:extLst>
          </p:cNvPr>
          <p:cNvSpPr/>
          <p:nvPr/>
        </p:nvSpPr>
        <p:spPr>
          <a:xfrm>
            <a:off x="4138120" y="2088376"/>
            <a:ext cx="6043" cy="1384686"/>
          </a:xfrm>
          <a:custGeom>
            <a:avLst/>
            <a:gdLst>
              <a:gd name="connsiteX0" fmla="*/ -254 w 6043"/>
              <a:gd name="connsiteY0" fmla="*/ -334 h 1384686"/>
              <a:gd name="connsiteX1" fmla="*/ -254 w 6043"/>
              <a:gd name="connsiteY1" fmla="*/ 1384352 h 138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043" h="1384686">
                <a:moveTo>
                  <a:pt x="-254" y="-334"/>
                </a:moveTo>
                <a:lnTo>
                  <a:pt x="-254" y="1384352"/>
                </a:lnTo>
              </a:path>
            </a:pathLst>
          </a:custGeom>
          <a:noFill/>
          <a:ln w="12088" cap="flat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81FF3BC7-B40E-97C5-F4A9-C8C53345519C}"/>
              </a:ext>
            </a:extLst>
          </p:cNvPr>
          <p:cNvSpPr/>
          <p:nvPr/>
        </p:nvSpPr>
        <p:spPr>
          <a:xfrm>
            <a:off x="5427474" y="2088376"/>
            <a:ext cx="6043" cy="1384686"/>
          </a:xfrm>
          <a:custGeom>
            <a:avLst/>
            <a:gdLst>
              <a:gd name="connsiteX0" fmla="*/ -254 w 6043"/>
              <a:gd name="connsiteY0" fmla="*/ -334 h 1384686"/>
              <a:gd name="connsiteX1" fmla="*/ -254 w 6043"/>
              <a:gd name="connsiteY1" fmla="*/ 1384352 h 138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043" h="1384686">
                <a:moveTo>
                  <a:pt x="-254" y="-334"/>
                </a:moveTo>
                <a:lnTo>
                  <a:pt x="-254" y="1384352"/>
                </a:lnTo>
              </a:path>
            </a:pathLst>
          </a:custGeom>
          <a:noFill/>
          <a:ln w="12088" cap="flat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D4A88BA-30FD-8555-9B0F-F99F69454DF5}"/>
              </a:ext>
            </a:extLst>
          </p:cNvPr>
          <p:cNvSpPr/>
          <p:nvPr/>
        </p:nvSpPr>
        <p:spPr>
          <a:xfrm>
            <a:off x="6716852" y="2088376"/>
            <a:ext cx="6043" cy="1384686"/>
          </a:xfrm>
          <a:custGeom>
            <a:avLst/>
            <a:gdLst>
              <a:gd name="connsiteX0" fmla="*/ -254 w 6043"/>
              <a:gd name="connsiteY0" fmla="*/ -334 h 1384686"/>
              <a:gd name="connsiteX1" fmla="*/ -254 w 6043"/>
              <a:gd name="connsiteY1" fmla="*/ 1384352 h 138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043" h="1384686">
                <a:moveTo>
                  <a:pt x="-254" y="-334"/>
                </a:moveTo>
                <a:lnTo>
                  <a:pt x="-254" y="1384352"/>
                </a:lnTo>
              </a:path>
            </a:pathLst>
          </a:custGeom>
          <a:noFill/>
          <a:ln w="12088" cap="flat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D56E9DA2-628A-D210-0C89-29FD6C82D000}"/>
              </a:ext>
            </a:extLst>
          </p:cNvPr>
          <p:cNvSpPr/>
          <p:nvPr/>
        </p:nvSpPr>
        <p:spPr>
          <a:xfrm>
            <a:off x="8006188" y="2088376"/>
            <a:ext cx="6043" cy="1384686"/>
          </a:xfrm>
          <a:custGeom>
            <a:avLst/>
            <a:gdLst>
              <a:gd name="connsiteX0" fmla="*/ -254 w 6043"/>
              <a:gd name="connsiteY0" fmla="*/ -334 h 1384686"/>
              <a:gd name="connsiteX1" fmla="*/ -254 w 6043"/>
              <a:gd name="connsiteY1" fmla="*/ 1384352 h 138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043" h="1384686">
                <a:moveTo>
                  <a:pt x="-254" y="-334"/>
                </a:moveTo>
                <a:lnTo>
                  <a:pt x="-254" y="1384352"/>
                </a:lnTo>
              </a:path>
            </a:pathLst>
          </a:custGeom>
          <a:noFill/>
          <a:ln w="12088" cap="flat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262DA962-9C0B-76F5-C73A-41E31DAD6491}"/>
              </a:ext>
            </a:extLst>
          </p:cNvPr>
          <p:cNvSpPr/>
          <p:nvPr/>
        </p:nvSpPr>
        <p:spPr>
          <a:xfrm>
            <a:off x="1559405" y="2088376"/>
            <a:ext cx="6043" cy="1384686"/>
          </a:xfrm>
          <a:custGeom>
            <a:avLst/>
            <a:gdLst>
              <a:gd name="connsiteX0" fmla="*/ -254 w 6043"/>
              <a:gd name="connsiteY0" fmla="*/ -334 h 1384686"/>
              <a:gd name="connsiteX1" fmla="*/ -254 w 6043"/>
              <a:gd name="connsiteY1" fmla="*/ 1384352 h 138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043" h="1384686">
                <a:moveTo>
                  <a:pt x="-254" y="-334"/>
                </a:moveTo>
                <a:lnTo>
                  <a:pt x="-254" y="1384352"/>
                </a:lnTo>
              </a:path>
            </a:pathLst>
          </a:custGeom>
          <a:noFill/>
          <a:ln w="12088" cap="flat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962C9EB7-AC0A-1E5F-B5E1-C0C0D73C7EF6}"/>
              </a:ext>
            </a:extLst>
          </p:cNvPr>
          <p:cNvSpPr/>
          <p:nvPr/>
        </p:nvSpPr>
        <p:spPr>
          <a:xfrm>
            <a:off x="9295524" y="2088376"/>
            <a:ext cx="6043" cy="1384686"/>
          </a:xfrm>
          <a:custGeom>
            <a:avLst/>
            <a:gdLst>
              <a:gd name="connsiteX0" fmla="*/ -254 w 6043"/>
              <a:gd name="connsiteY0" fmla="*/ -334 h 1384686"/>
              <a:gd name="connsiteX1" fmla="*/ -254 w 6043"/>
              <a:gd name="connsiteY1" fmla="*/ 1384352 h 1384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043" h="1384686">
                <a:moveTo>
                  <a:pt x="-254" y="-334"/>
                </a:moveTo>
                <a:lnTo>
                  <a:pt x="-254" y="1384352"/>
                </a:lnTo>
              </a:path>
            </a:pathLst>
          </a:custGeom>
          <a:noFill/>
          <a:ln w="12088" cap="flat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757304D2-460A-F671-6FF5-9C70ED963120}"/>
              </a:ext>
            </a:extLst>
          </p:cNvPr>
          <p:cNvSpPr/>
          <p:nvPr/>
        </p:nvSpPr>
        <p:spPr>
          <a:xfrm>
            <a:off x="1553361" y="2094407"/>
            <a:ext cx="7748206" cy="6030"/>
          </a:xfrm>
          <a:custGeom>
            <a:avLst/>
            <a:gdLst>
              <a:gd name="connsiteX0" fmla="*/ -254 w 7748206"/>
              <a:gd name="connsiteY0" fmla="*/ -334 h 6030"/>
              <a:gd name="connsiteX1" fmla="*/ 7747953 w 7748206"/>
              <a:gd name="connsiteY1" fmla="*/ -334 h 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748206" h="6030">
                <a:moveTo>
                  <a:pt x="-254" y="-334"/>
                </a:moveTo>
                <a:lnTo>
                  <a:pt x="7747953" y="-334"/>
                </a:lnTo>
              </a:path>
            </a:pathLst>
          </a:custGeom>
          <a:noFill/>
          <a:ln w="12088" cap="flat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0DBA18D0-1FFB-36AF-AF67-58552A12376C}"/>
              </a:ext>
            </a:extLst>
          </p:cNvPr>
          <p:cNvSpPr/>
          <p:nvPr/>
        </p:nvSpPr>
        <p:spPr>
          <a:xfrm>
            <a:off x="1553361" y="3454970"/>
            <a:ext cx="7748206" cy="6030"/>
          </a:xfrm>
          <a:custGeom>
            <a:avLst/>
            <a:gdLst>
              <a:gd name="connsiteX0" fmla="*/ -254 w 7748206"/>
              <a:gd name="connsiteY0" fmla="*/ -334 h 6030"/>
              <a:gd name="connsiteX1" fmla="*/ 7747953 w 7748206"/>
              <a:gd name="connsiteY1" fmla="*/ -334 h 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748206" h="6030">
                <a:moveTo>
                  <a:pt x="-254" y="-334"/>
                </a:moveTo>
                <a:lnTo>
                  <a:pt x="7747953" y="-334"/>
                </a:lnTo>
              </a:path>
            </a:pathLst>
          </a:custGeom>
          <a:noFill/>
          <a:ln w="36263" cap="flat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900AA8-2E93-6D2F-E0C4-7BEE1462E95E}"/>
              </a:ext>
            </a:extLst>
          </p:cNvPr>
          <p:cNvSpPr txBox="1"/>
          <p:nvPr/>
        </p:nvSpPr>
        <p:spPr>
          <a:xfrm>
            <a:off x="8394751" y="2088865"/>
            <a:ext cx="512695" cy="7392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600" b="1" spc="0" baseline="0" dirty="0">
                <a:ln/>
                <a:solidFill>
                  <a:srgbClr val="FFFFFF"/>
                </a:solidFill>
                <a:latin typeface="Aptos"/>
                <a:sym typeface="Aptos"/>
                <a:rtl val="0"/>
              </a:rPr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98F05F-41CD-2D07-36B1-CB002206CA2F}"/>
              </a:ext>
            </a:extLst>
          </p:cNvPr>
          <p:cNvSpPr txBox="1"/>
          <p:nvPr/>
        </p:nvSpPr>
        <p:spPr>
          <a:xfrm>
            <a:off x="7105294" y="2088865"/>
            <a:ext cx="512175" cy="7392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600" b="1" spc="0" baseline="0" dirty="0">
                <a:ln/>
                <a:solidFill>
                  <a:srgbClr val="FFFFFF"/>
                </a:solidFill>
                <a:latin typeface="Aptos"/>
                <a:sym typeface="Aptos"/>
                <a:rtl val="0"/>
              </a:rPr>
              <a:t>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265C91-F3A9-2922-2291-40B8D87408A9}"/>
              </a:ext>
            </a:extLst>
          </p:cNvPr>
          <p:cNvSpPr txBox="1"/>
          <p:nvPr/>
        </p:nvSpPr>
        <p:spPr>
          <a:xfrm>
            <a:off x="5792466" y="2088865"/>
            <a:ext cx="558661" cy="7392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600" b="1" spc="0" baseline="0" dirty="0">
                <a:ln/>
                <a:solidFill>
                  <a:srgbClr val="FFFFFF"/>
                </a:solidFill>
                <a:latin typeface="Aptos"/>
                <a:sym typeface="Aptos"/>
                <a:rtl val="0"/>
              </a:rPr>
              <a:t>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2279B1-BA4F-B7EB-DEF6-0F72CB66725E}"/>
              </a:ext>
            </a:extLst>
          </p:cNvPr>
          <p:cNvSpPr txBox="1"/>
          <p:nvPr/>
        </p:nvSpPr>
        <p:spPr>
          <a:xfrm>
            <a:off x="4503245" y="2088865"/>
            <a:ext cx="558921" cy="7392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600" b="1" spc="0" baseline="0" dirty="0">
                <a:ln/>
                <a:solidFill>
                  <a:srgbClr val="FFFFFF"/>
                </a:solidFill>
                <a:latin typeface="Aptos"/>
                <a:sym typeface="Aptos"/>
                <a:rtl val="0"/>
              </a:rPr>
              <a:t>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20F96D-3AA5-2886-B9DD-CBEB50EE8048}"/>
              </a:ext>
            </a:extLst>
          </p:cNvPr>
          <p:cNvSpPr txBox="1"/>
          <p:nvPr/>
        </p:nvSpPr>
        <p:spPr>
          <a:xfrm>
            <a:off x="3249392" y="2088865"/>
            <a:ext cx="487764" cy="7392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600" b="1" spc="0" baseline="0" dirty="0">
                <a:ln/>
                <a:solidFill>
                  <a:srgbClr val="FFFFFF"/>
                </a:solidFill>
                <a:latin typeface="Aptos"/>
                <a:sym typeface="Aptos"/>
                <a:rtl val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9031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2" grpId="0"/>
      <p:bldP spid="2" grpId="1"/>
      <p:bldP spid="27" grpId="0"/>
      <p:bldP spid="28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0EF00-E9E8-8639-AE56-B828C8B31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DF2DF1-290E-C754-95B9-F302AE16D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625390"/>
              </p:ext>
            </p:extLst>
          </p:nvPr>
        </p:nvGraphicFramePr>
        <p:xfrm>
          <a:off x="1551712" y="1567180"/>
          <a:ext cx="8128002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9418473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1699711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843476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49643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9822087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74514125"/>
                    </a:ext>
                  </a:extLst>
                </a:gridCol>
              </a:tblGrid>
              <a:tr h="10236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4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4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  <a:p>
                      <a:pPr marL="0" algn="ctr" defTabSz="914400" rtl="0" eaLnBrk="1" latinLnBrk="0" hangingPunct="1"/>
                      <a:endParaRPr lang="en-US" sz="4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14993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9349D4-58F4-79B6-A051-60330855D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507280"/>
              </p:ext>
            </p:extLst>
          </p:nvPr>
        </p:nvGraphicFramePr>
        <p:xfrm>
          <a:off x="1588655" y="4267200"/>
          <a:ext cx="8128002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9418473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1699711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843476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49643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9822087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74514125"/>
                    </a:ext>
                  </a:extLst>
                </a:gridCol>
              </a:tblGrid>
              <a:tr h="10236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14993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05A211B-CA4D-7975-FFD0-FB2E4D91EE5E}"/>
              </a:ext>
            </a:extLst>
          </p:cNvPr>
          <p:cNvSpPr txBox="1"/>
          <p:nvPr/>
        </p:nvSpPr>
        <p:spPr>
          <a:xfrm>
            <a:off x="1551712" y="1052945"/>
            <a:ext cx="2329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Executed Commands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7DF968-DEFC-72A3-5503-24FB696B1C41}"/>
              </a:ext>
            </a:extLst>
          </p:cNvPr>
          <p:cNvSpPr txBox="1"/>
          <p:nvPr/>
        </p:nvSpPr>
        <p:spPr>
          <a:xfrm>
            <a:off x="1551712" y="3782290"/>
            <a:ext cx="2603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Unexecuted Commands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5060C5-5448-5531-EB57-67D64F4A3682}"/>
              </a:ext>
            </a:extLst>
          </p:cNvPr>
          <p:cNvSpPr txBox="1">
            <a:spLocks/>
          </p:cNvSpPr>
          <p:nvPr/>
        </p:nvSpPr>
        <p:spPr>
          <a:xfrm>
            <a:off x="420906" y="138087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Redo/Undo</a:t>
            </a:r>
          </a:p>
        </p:txBody>
      </p:sp>
    </p:spTree>
    <p:extLst>
      <p:ext uri="{BB962C8B-B14F-4D97-AF65-F5344CB8AC3E}">
        <p14:creationId xmlns:p14="http://schemas.microsoft.com/office/powerpoint/2010/main" val="364440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52113-4BD8-9319-D68C-271386F0B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F90214-0D52-A2A8-FC6B-AB349A74D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359046"/>
              </p:ext>
            </p:extLst>
          </p:nvPr>
        </p:nvGraphicFramePr>
        <p:xfrm>
          <a:off x="1551712" y="1567180"/>
          <a:ext cx="8128002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9418473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1699711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843476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49643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9822087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74514125"/>
                    </a:ext>
                  </a:extLst>
                </a:gridCol>
              </a:tblGrid>
              <a:tr h="10236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4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4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  <a:p>
                      <a:pPr marL="0" algn="ctr" defTabSz="914400" rtl="0" eaLnBrk="1" latinLnBrk="0" hangingPunct="1"/>
                      <a:endParaRPr lang="en-US" sz="4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14993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304C41-F873-84BF-EA86-3B8D45243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847828"/>
              </p:ext>
            </p:extLst>
          </p:nvPr>
        </p:nvGraphicFramePr>
        <p:xfrm>
          <a:off x="1588655" y="4267200"/>
          <a:ext cx="8128002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9418473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1699711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843476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49643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9822087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74514125"/>
                    </a:ext>
                  </a:extLst>
                </a:gridCol>
              </a:tblGrid>
              <a:tr h="10236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14993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66F3AE5-DE4B-32E8-5A14-4C8D4B238540}"/>
              </a:ext>
            </a:extLst>
          </p:cNvPr>
          <p:cNvSpPr txBox="1"/>
          <p:nvPr/>
        </p:nvSpPr>
        <p:spPr>
          <a:xfrm>
            <a:off x="1551712" y="1052945"/>
            <a:ext cx="2329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Executed Commands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B38AD4-82F4-8237-DEF6-196E1335B74F}"/>
              </a:ext>
            </a:extLst>
          </p:cNvPr>
          <p:cNvSpPr txBox="1"/>
          <p:nvPr/>
        </p:nvSpPr>
        <p:spPr>
          <a:xfrm>
            <a:off x="1551712" y="3782290"/>
            <a:ext cx="2603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Unexecuted Commands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DA8131-221E-B7A7-13A0-F198AF0AAB7C}"/>
              </a:ext>
            </a:extLst>
          </p:cNvPr>
          <p:cNvSpPr txBox="1">
            <a:spLocks/>
          </p:cNvSpPr>
          <p:nvPr/>
        </p:nvSpPr>
        <p:spPr>
          <a:xfrm>
            <a:off x="420906" y="138087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Redo/Undo</a:t>
            </a:r>
          </a:p>
        </p:txBody>
      </p:sp>
    </p:spTree>
    <p:extLst>
      <p:ext uri="{BB962C8B-B14F-4D97-AF65-F5344CB8AC3E}">
        <p14:creationId xmlns:p14="http://schemas.microsoft.com/office/powerpoint/2010/main" val="395077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F2065-A503-121E-DF74-8128C403E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76B09B-5B9D-99A1-45F6-01815AF30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505679"/>
              </p:ext>
            </p:extLst>
          </p:nvPr>
        </p:nvGraphicFramePr>
        <p:xfrm>
          <a:off x="1551712" y="1567180"/>
          <a:ext cx="8128002" cy="1023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9418473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1699711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843476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49643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9822087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74514125"/>
                    </a:ext>
                  </a:extLst>
                </a:gridCol>
              </a:tblGrid>
              <a:tr h="10236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4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4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4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14993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A5C6D2-513B-6536-BF69-B42184059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497199"/>
              </p:ext>
            </p:extLst>
          </p:nvPr>
        </p:nvGraphicFramePr>
        <p:xfrm>
          <a:off x="1588655" y="4267200"/>
          <a:ext cx="8128002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9418473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1699711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843476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49643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9822087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74514125"/>
                    </a:ext>
                  </a:extLst>
                </a:gridCol>
              </a:tblGrid>
              <a:tr h="10236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14993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918C55F-E81A-6DAE-EEFB-020852E52A8A}"/>
              </a:ext>
            </a:extLst>
          </p:cNvPr>
          <p:cNvSpPr txBox="1"/>
          <p:nvPr/>
        </p:nvSpPr>
        <p:spPr>
          <a:xfrm>
            <a:off x="1551712" y="1052945"/>
            <a:ext cx="2329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Executed Commands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D663BF-C7EB-12AF-F3D0-87619CF924C0}"/>
              </a:ext>
            </a:extLst>
          </p:cNvPr>
          <p:cNvSpPr txBox="1"/>
          <p:nvPr/>
        </p:nvSpPr>
        <p:spPr>
          <a:xfrm>
            <a:off x="1551712" y="3782290"/>
            <a:ext cx="2603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Unexecuted Commands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E89925-1056-D9E9-1277-2A973770A4B3}"/>
              </a:ext>
            </a:extLst>
          </p:cNvPr>
          <p:cNvSpPr txBox="1">
            <a:spLocks/>
          </p:cNvSpPr>
          <p:nvPr/>
        </p:nvSpPr>
        <p:spPr>
          <a:xfrm>
            <a:off x="420906" y="138087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Redo/Undo</a:t>
            </a:r>
          </a:p>
        </p:txBody>
      </p:sp>
    </p:spTree>
    <p:extLst>
      <p:ext uri="{BB962C8B-B14F-4D97-AF65-F5344CB8AC3E}">
        <p14:creationId xmlns:p14="http://schemas.microsoft.com/office/powerpoint/2010/main" val="1889531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61C40-BAA6-4679-D448-2D3EADF70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DF60BD-1929-C1DC-F43F-48C1831658B0}"/>
              </a:ext>
            </a:extLst>
          </p:cNvPr>
          <p:cNvGraphicFramePr>
            <a:graphicFrameLocks noGrp="1"/>
          </p:cNvGraphicFramePr>
          <p:nvPr/>
        </p:nvGraphicFramePr>
        <p:xfrm>
          <a:off x="1551712" y="1567180"/>
          <a:ext cx="8128002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9418473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1699711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843476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49643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9822087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74514125"/>
                    </a:ext>
                  </a:extLst>
                </a:gridCol>
              </a:tblGrid>
              <a:tr h="10236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4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4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  <a:p>
                      <a:pPr marL="0" algn="ctr" defTabSz="914400" rtl="0" eaLnBrk="1" latinLnBrk="0" hangingPunct="1"/>
                      <a:endParaRPr lang="en-US" sz="4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14993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16E3D6-82B0-090B-BE99-1FA5C2571486}"/>
              </a:ext>
            </a:extLst>
          </p:cNvPr>
          <p:cNvGraphicFramePr>
            <a:graphicFrameLocks noGrp="1"/>
          </p:cNvGraphicFramePr>
          <p:nvPr/>
        </p:nvGraphicFramePr>
        <p:xfrm>
          <a:off x="1588655" y="4267200"/>
          <a:ext cx="8128002" cy="1023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9418473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1699711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843476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496432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9822087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74514125"/>
                    </a:ext>
                  </a:extLst>
                </a:gridCol>
              </a:tblGrid>
              <a:tr h="10236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14993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20BA1CC-69D7-DC8D-EA60-7B79B26F6410}"/>
              </a:ext>
            </a:extLst>
          </p:cNvPr>
          <p:cNvSpPr txBox="1"/>
          <p:nvPr/>
        </p:nvSpPr>
        <p:spPr>
          <a:xfrm>
            <a:off x="1551712" y="1052945"/>
            <a:ext cx="2329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Executed Commands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C82714-F2C9-503E-8B69-EABEDCA358F7}"/>
              </a:ext>
            </a:extLst>
          </p:cNvPr>
          <p:cNvSpPr txBox="1"/>
          <p:nvPr/>
        </p:nvSpPr>
        <p:spPr>
          <a:xfrm>
            <a:off x="1551712" y="3782290"/>
            <a:ext cx="2603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Unexecuted Commands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FC939B-9BB0-AC61-0180-D5AEE758DDBC}"/>
              </a:ext>
            </a:extLst>
          </p:cNvPr>
          <p:cNvSpPr txBox="1">
            <a:spLocks/>
          </p:cNvSpPr>
          <p:nvPr/>
        </p:nvSpPr>
        <p:spPr>
          <a:xfrm>
            <a:off x="420906" y="138087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Redo/Undo</a:t>
            </a:r>
          </a:p>
        </p:txBody>
      </p:sp>
    </p:spTree>
    <p:extLst>
      <p:ext uri="{BB962C8B-B14F-4D97-AF65-F5344CB8AC3E}">
        <p14:creationId xmlns:p14="http://schemas.microsoft.com/office/powerpoint/2010/main" val="47922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2173A0D-4841-C38F-F3A0-8A85CCBB9140}"/>
              </a:ext>
            </a:extLst>
          </p:cNvPr>
          <p:cNvSpPr txBox="1">
            <a:spLocks/>
          </p:cNvSpPr>
          <p:nvPr/>
        </p:nvSpPr>
        <p:spPr>
          <a:xfrm>
            <a:off x="287223" y="228625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Command Design Pattern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624BC0-85EE-DE2D-5589-05BB9C5B2E4B}"/>
              </a:ext>
            </a:extLst>
          </p:cNvPr>
          <p:cNvSpPr txBox="1"/>
          <p:nvPr/>
        </p:nvSpPr>
        <p:spPr>
          <a:xfrm>
            <a:off x="510987" y="1062318"/>
            <a:ext cx="1065007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real-world software systems, </a:t>
            </a:r>
            <a:r>
              <a:rPr lang="en-US" b="1" dirty="0">
                <a:solidFill>
                  <a:schemeClr val="accent1"/>
                </a:solidFill>
              </a:rPr>
              <a:t>actions are often requested </a:t>
            </a:r>
            <a:r>
              <a:rPr lang="en-US" dirty="0"/>
              <a:t>by one part of a program but </a:t>
            </a:r>
            <a:r>
              <a:rPr lang="en-US" dirty="0">
                <a:solidFill>
                  <a:schemeClr val="accent1"/>
                </a:solidFill>
              </a:rPr>
              <a:t>carried out by another.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Without the </a:t>
            </a:r>
            <a:r>
              <a:rPr lang="en-US" b="1" dirty="0">
                <a:solidFill>
                  <a:srgbClr val="FF0000"/>
                </a:solidFill>
              </a:rPr>
              <a:t>command pattern</a:t>
            </a:r>
            <a:r>
              <a:rPr lang="en-US" dirty="0"/>
              <a:t>, these components </a:t>
            </a:r>
            <a:r>
              <a:rPr lang="en-US" b="1" dirty="0">
                <a:solidFill>
                  <a:srgbClr val="FF0000"/>
                </a:solidFill>
              </a:rPr>
              <a:t>would be tightly coupled </a:t>
            </a:r>
          </a:p>
          <a:p>
            <a:pPr lvl="1"/>
            <a:r>
              <a:rPr lang="en-US" dirty="0"/>
              <a:t>— meaning one part </a:t>
            </a:r>
            <a:r>
              <a:rPr lang="en-US" dirty="0">
                <a:solidFill>
                  <a:srgbClr val="FF0000"/>
                </a:solidFill>
              </a:rPr>
              <a:t>must know the exact details of how another part works</a:t>
            </a:r>
            <a:r>
              <a:rPr lang="en-US" dirty="0"/>
              <a:t>. This makes software harder to </a:t>
            </a:r>
            <a:r>
              <a:rPr lang="en-US" b="1" dirty="0">
                <a:solidFill>
                  <a:srgbClr val="FF0000"/>
                </a:solidFill>
              </a:rPr>
              <a:t>maintain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extend</a:t>
            </a:r>
            <a:r>
              <a:rPr lang="en-US" dirty="0"/>
              <a:t>, and </a:t>
            </a:r>
            <a:r>
              <a:rPr lang="en-US" b="1" dirty="0">
                <a:solidFill>
                  <a:srgbClr val="FF0000"/>
                </a:solidFill>
              </a:rPr>
              <a:t>modify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>
                <a:solidFill>
                  <a:schemeClr val="accent1"/>
                </a:solidFill>
              </a:rPr>
              <a:t>Command Pattern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solves this problem by </a:t>
            </a:r>
            <a:r>
              <a:rPr lang="en-US" b="1" dirty="0">
                <a:solidFill>
                  <a:schemeClr val="accent1"/>
                </a:solidFill>
              </a:rPr>
              <a:t>decoupling the sender and receiver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of a request. It turns each request into an object, allowing you to </a:t>
            </a:r>
            <a:r>
              <a:rPr lang="en-US" b="1" dirty="0">
                <a:solidFill>
                  <a:schemeClr val="accent1"/>
                </a:solidFill>
              </a:rPr>
              <a:t>manipulate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/>
                </a:solidFill>
              </a:rPr>
              <a:t>store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/>
                </a:solidFill>
              </a:rPr>
              <a:t>queue</a:t>
            </a:r>
            <a:r>
              <a:rPr lang="en-US" dirty="0"/>
              <a:t>, or </a:t>
            </a:r>
            <a:r>
              <a:rPr lang="en-US" b="1" dirty="0">
                <a:solidFill>
                  <a:schemeClr val="accent1"/>
                </a:solidFill>
              </a:rPr>
              <a:t>undo</a:t>
            </a:r>
            <a:r>
              <a:rPr lang="en-US" dirty="0"/>
              <a:t> it easily.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Here’s why it’s needed: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Decoupling</a:t>
            </a:r>
            <a:r>
              <a:rPr lang="en-US" dirty="0"/>
              <a:t> – The object that issues a request doesn’t need to know how the request will be handled. This improves flexibility and maintainability.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Undo/Redo Functionality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– In text editors, graphics programs, or IDEs, users can undo and redo actions easily because each action is represented as a command object.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Queuing and Scheduling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– Commands can be queued and executed later, useful in task schedulers, batch processors, or job queues.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Logging and Recovery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– Commands can be logged for auditing or replayed after a crash to restore the system’s state.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Macro Commands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– Multiple commands can be grouped and executed as a single complex operation.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05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08CC3-424E-CB13-9281-44D4C7727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>
            <a:extLst>
              <a:ext uri="{FF2B5EF4-FFF2-40B4-BE49-F238E27FC236}">
                <a16:creationId xmlns:a16="http://schemas.microsoft.com/office/drawing/2014/main" id="{9DAEDA2A-8DF0-2428-B47F-AAB773341EE9}"/>
              </a:ext>
            </a:extLst>
          </p:cNvPr>
          <p:cNvSpPr txBox="1">
            <a:spLocks/>
          </p:cNvSpPr>
          <p:nvPr/>
        </p:nvSpPr>
        <p:spPr>
          <a:xfrm>
            <a:off x="273776" y="80707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UML Diagram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8A2615-79D3-7053-4B6E-2B74EA9D8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366678"/>
              </p:ext>
            </p:extLst>
          </p:nvPr>
        </p:nvGraphicFramePr>
        <p:xfrm>
          <a:off x="6461101" y="1407321"/>
          <a:ext cx="2903071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071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K" i="1" dirty="0"/>
                        <a:t>&lt;&lt;Interface&gt;&gt;</a:t>
                      </a:r>
                    </a:p>
                    <a:p>
                      <a:pPr algn="ctr"/>
                      <a:r>
                        <a:rPr lang="en-US" i="1" dirty="0"/>
                        <a:t>Command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+ execute()     </a:t>
                      </a:r>
                    </a:p>
                    <a:p>
                      <a:r>
                        <a:rPr lang="en-US" dirty="0"/>
                        <a:t>+ unexecute()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121BB83-3223-C8AF-0703-1CF0D06A1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036657"/>
              </p:ext>
            </p:extLst>
          </p:nvPr>
        </p:nvGraphicFramePr>
        <p:xfrm>
          <a:off x="6506938" y="3862637"/>
          <a:ext cx="235161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613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i="1" dirty="0" err="1"/>
                        <a:t>ConcreteCommand</a:t>
                      </a:r>
                      <a:r>
                        <a:rPr lang="en-GB" i="1" dirty="0"/>
                        <a:t>  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 - receiver: Receiver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+ execute()  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+ unexecute()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383747"/>
                  </a:ext>
                </a:extLst>
              </a:tr>
            </a:tbl>
          </a:graphicData>
        </a:graphic>
      </p:graphicFrame>
      <p:sp>
        <p:nvSpPr>
          <p:cNvPr id="11" name="Triangle 10">
            <a:extLst>
              <a:ext uri="{FF2B5EF4-FFF2-40B4-BE49-F238E27FC236}">
                <a16:creationId xmlns:a16="http://schemas.microsoft.com/office/drawing/2014/main" id="{A8EF41A3-246B-18FC-C931-CE34E8D8FE73}"/>
              </a:ext>
            </a:extLst>
          </p:cNvPr>
          <p:cNvSpPr/>
          <p:nvPr/>
        </p:nvSpPr>
        <p:spPr>
          <a:xfrm>
            <a:off x="7512196" y="2681644"/>
            <a:ext cx="341095" cy="265122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B3BA67-5E4D-240A-761B-2FFA45079F6C}"/>
              </a:ext>
            </a:extLst>
          </p:cNvPr>
          <p:cNvCxnSpPr>
            <a:cxnSpLocks/>
            <a:stCxn id="11" idx="3"/>
            <a:endCxn id="7" idx="0"/>
          </p:cNvCxnSpPr>
          <p:nvPr/>
        </p:nvCxnSpPr>
        <p:spPr>
          <a:xfrm>
            <a:off x="7682744" y="2946766"/>
            <a:ext cx="0" cy="915871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CF60ED9-B287-F5AA-C97E-C3759244D744}"/>
              </a:ext>
            </a:extLst>
          </p:cNvPr>
          <p:cNvSpPr txBox="1"/>
          <p:nvPr/>
        </p:nvSpPr>
        <p:spPr>
          <a:xfrm>
            <a:off x="3087520" y="27419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E5E9B1-A70E-295D-5407-954AD9183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05255"/>
              </p:ext>
            </p:extLst>
          </p:nvPr>
        </p:nvGraphicFramePr>
        <p:xfrm>
          <a:off x="2320374" y="4137806"/>
          <a:ext cx="2351613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613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i="1" dirty="0"/>
                        <a:t> Receiver  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  + action()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  + </a:t>
                      </a:r>
                      <a:r>
                        <a:rPr lang="en-US" dirty="0" err="1"/>
                        <a:t>undoAction</a:t>
                      </a:r>
                      <a:r>
                        <a:rPr lang="en-US" dirty="0"/>
                        <a:t>()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492079B-09C1-9A0B-FD2E-7D02E9D24C0A}"/>
              </a:ext>
            </a:extLst>
          </p:cNvPr>
          <p:cNvSpPr/>
          <p:nvPr/>
        </p:nvSpPr>
        <p:spPr>
          <a:xfrm rot="2438477">
            <a:off x="6134333" y="4511310"/>
            <a:ext cx="275728" cy="2588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BD1C13-E9EA-6266-A93C-E7859637F64D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4671987" y="4625089"/>
            <a:ext cx="1397246" cy="156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EBFB4AA-614D-D7E0-799A-1F2A15281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363096"/>
              </p:ext>
            </p:extLst>
          </p:nvPr>
        </p:nvGraphicFramePr>
        <p:xfrm>
          <a:off x="1427483" y="1168285"/>
          <a:ext cx="3210996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0996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i="1" dirty="0"/>
                        <a:t>Invoker  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 - command: Command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 </a:t>
                      </a:r>
                      <a:r>
                        <a:rPr lang="en-US" dirty="0" err="1"/>
                        <a:t>setCommand</a:t>
                      </a:r>
                      <a:r>
                        <a:rPr lang="en-US" dirty="0"/>
                        <a:t>()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+ </a:t>
                      </a:r>
                      <a:r>
                        <a:rPr lang="en-US" dirty="0" err="1"/>
                        <a:t>executeCommand</a:t>
                      </a:r>
                      <a:r>
                        <a:rPr lang="en-US" dirty="0"/>
                        <a:t>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 + </a:t>
                      </a:r>
                      <a:r>
                        <a:rPr lang="en-US" dirty="0" err="1"/>
                        <a:t>undoCommand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46138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76CE9858-2A25-DCD7-D552-BE08D3FA8F78}"/>
              </a:ext>
            </a:extLst>
          </p:cNvPr>
          <p:cNvSpPr/>
          <p:nvPr/>
        </p:nvSpPr>
        <p:spPr>
          <a:xfrm rot="2438477">
            <a:off x="4689519" y="1932019"/>
            <a:ext cx="275728" cy="2588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52F6707-5851-0CCB-F0F9-677A5F10DA53}"/>
              </a:ext>
            </a:extLst>
          </p:cNvPr>
          <p:cNvCxnSpPr>
            <a:cxnSpLocks/>
          </p:cNvCxnSpPr>
          <p:nvPr/>
        </p:nvCxnSpPr>
        <p:spPr>
          <a:xfrm flipV="1">
            <a:off x="5010067" y="2061435"/>
            <a:ext cx="1397246" cy="156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651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2956BD-D804-15AB-7623-339917096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06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8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76E51-2695-5F60-5BB5-3C6ECA642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98565ED-FF43-49CD-83BB-042652C7F0F4}"/>
              </a:ext>
            </a:extLst>
          </p:cNvPr>
          <p:cNvSpPr txBox="1">
            <a:spLocks/>
          </p:cNvSpPr>
          <p:nvPr/>
        </p:nvSpPr>
        <p:spPr>
          <a:xfrm>
            <a:off x="287223" y="228625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Observer Design Pattern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83E6BE-C5C9-F639-5381-DA2D17459DBC}"/>
              </a:ext>
            </a:extLst>
          </p:cNvPr>
          <p:cNvSpPr txBox="1"/>
          <p:nvPr/>
        </p:nvSpPr>
        <p:spPr>
          <a:xfrm>
            <a:off x="510987" y="1062318"/>
            <a:ext cx="10650071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The </a:t>
            </a:r>
            <a:r>
              <a:rPr lang="en-GB" sz="2400" b="1" dirty="0">
                <a:solidFill>
                  <a:schemeClr val="accent1"/>
                </a:solidFill>
              </a:rPr>
              <a:t>Observer Design Pattern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is a pattern where one main object, called the </a:t>
            </a:r>
            <a:r>
              <a:rPr lang="en-GB" sz="2400" b="1" dirty="0">
                <a:solidFill>
                  <a:schemeClr val="accent1"/>
                </a:solidFill>
              </a:rPr>
              <a:t>subject</a:t>
            </a:r>
            <a:r>
              <a:rPr lang="en-GB" sz="2400" dirty="0"/>
              <a:t>, keeps a list of other objects known as </a:t>
            </a:r>
            <a:r>
              <a:rPr lang="en-GB" sz="2400" b="1" dirty="0">
                <a:solidFill>
                  <a:schemeClr val="accent1"/>
                </a:solidFill>
              </a:rPr>
              <a:t>observers</a:t>
            </a:r>
            <a:r>
              <a:rPr lang="en-GB" sz="2400" dirty="0"/>
              <a:t>.</a:t>
            </a:r>
            <a:br>
              <a:rPr lang="en-GB" sz="2400" dirty="0"/>
            </a:br>
            <a:r>
              <a:rPr lang="en-GB" sz="2400" dirty="0"/>
              <a:t>Whenever something changes inside the subject, it automatically </a:t>
            </a:r>
            <a:r>
              <a:rPr lang="en-GB" sz="2400" b="1" dirty="0">
                <a:solidFill>
                  <a:schemeClr val="accent1"/>
                </a:solidFill>
              </a:rPr>
              <a:t>notifies all its observers</a:t>
            </a:r>
            <a:r>
              <a:rPr lang="en-GB" sz="2400" dirty="0"/>
              <a:t> about the change.</a:t>
            </a:r>
          </a:p>
          <a:p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In this pattern, there is usually a </a:t>
            </a:r>
            <a:r>
              <a:rPr lang="en-GB" sz="2400" b="1" dirty="0">
                <a:solidFill>
                  <a:schemeClr val="accent1"/>
                </a:solidFill>
              </a:rPr>
              <a:t>Subject class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that stores a list of observers.</a:t>
            </a:r>
            <a:br>
              <a:rPr lang="en-GB" sz="2400" dirty="0"/>
            </a:br>
            <a:r>
              <a:rPr lang="en-GB" sz="2400" dirty="0"/>
              <a:t>There is also an </a:t>
            </a:r>
            <a:r>
              <a:rPr lang="en-GB" sz="2400" b="1" dirty="0">
                <a:solidFill>
                  <a:schemeClr val="accent1"/>
                </a:solidFill>
              </a:rPr>
              <a:t>Observer interface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that defines a method (like update()) which is called whenever the subject’s state changes.</a:t>
            </a:r>
          </a:p>
          <a:p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Sometimes, the subject can have subclasses, and those subclasses can also act as observers.</a:t>
            </a:r>
            <a:br>
              <a:rPr lang="en-GB" sz="2400" dirty="0"/>
            </a:br>
            <a:r>
              <a:rPr lang="en-GB" sz="2400" dirty="0"/>
              <a:t>Together, these parts form a link where the </a:t>
            </a:r>
            <a:r>
              <a:rPr lang="en-GB" sz="2400" b="1" dirty="0">
                <a:solidFill>
                  <a:schemeClr val="accent1"/>
                </a:solidFill>
              </a:rPr>
              <a:t>subject sends updates</a:t>
            </a:r>
            <a:r>
              <a:rPr lang="en-GB" sz="2400" dirty="0"/>
              <a:t>, and the </a:t>
            </a:r>
            <a:r>
              <a:rPr lang="en-GB" sz="2400" b="1" dirty="0">
                <a:solidFill>
                  <a:schemeClr val="accent1"/>
                </a:solidFill>
              </a:rPr>
              <a:t>observers receive them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automatically.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61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4F8EC-68EE-B849-53CD-E8DD795F9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654E447-097C-A111-6C74-7ACA31047700}"/>
              </a:ext>
            </a:extLst>
          </p:cNvPr>
          <p:cNvSpPr txBox="1">
            <a:spLocks/>
          </p:cNvSpPr>
          <p:nvPr/>
        </p:nvSpPr>
        <p:spPr>
          <a:xfrm>
            <a:off x="287223" y="228625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Observer Design Pattern </a:t>
            </a:r>
            <a:r>
              <a:rPr lang="en-GB" b="1" u="sng" dirty="0" err="1">
                <a:solidFill>
                  <a:schemeClr val="accent1"/>
                </a:solidFill>
              </a:rPr>
              <a:t>Cont</a:t>
            </a:r>
            <a:r>
              <a:rPr lang="en-GB" b="1" u="sng" dirty="0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85B13A-EA74-9064-787F-492B08260687}"/>
              </a:ext>
            </a:extLst>
          </p:cNvPr>
          <p:cNvSpPr txBox="1"/>
          <p:nvPr/>
        </p:nvSpPr>
        <p:spPr>
          <a:xfrm>
            <a:off x="120968" y="881164"/>
            <a:ext cx="11350187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Imagine you </a:t>
            </a:r>
            <a:r>
              <a:rPr lang="en-GB" sz="2400" b="1" dirty="0">
                <a:solidFill>
                  <a:schemeClr val="accent1"/>
                </a:solidFill>
              </a:rPr>
              <a:t>subscribe to a blog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and want to get a </a:t>
            </a:r>
            <a:r>
              <a:rPr lang="en-GB" sz="2400" b="1" dirty="0">
                <a:solidFill>
                  <a:schemeClr val="accent1"/>
                </a:solidFill>
              </a:rPr>
              <a:t>notification whenever the blog is updated</a:t>
            </a:r>
            <a:r>
              <a:rPr lang="en-GB" sz="2400" dirty="0">
                <a:solidFill>
                  <a:schemeClr val="accent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In this example, there are two main parts: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The </a:t>
            </a:r>
            <a:r>
              <a:rPr lang="en-GB" sz="2400" b="1" dirty="0">
                <a:solidFill>
                  <a:schemeClr val="accent1"/>
                </a:solidFill>
              </a:rPr>
              <a:t>Subject</a:t>
            </a:r>
            <a:r>
              <a:rPr lang="en-GB" sz="2400" dirty="0"/>
              <a:t> → the </a:t>
            </a:r>
            <a:r>
              <a:rPr lang="en-GB" sz="2400" i="1" dirty="0"/>
              <a:t>Blog</a:t>
            </a:r>
            <a:endParaRPr lang="en-GB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The </a:t>
            </a:r>
            <a:r>
              <a:rPr lang="en-GB" sz="2400" b="1" dirty="0">
                <a:solidFill>
                  <a:schemeClr val="accent1"/>
                </a:solidFill>
              </a:rPr>
              <a:t>Observer</a:t>
            </a:r>
            <a:r>
              <a:rPr lang="en-GB" sz="2400" dirty="0"/>
              <a:t> → the </a:t>
            </a:r>
            <a:r>
              <a:rPr lang="en-GB" sz="2400" i="1" dirty="0"/>
              <a:t>Subscriber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To create a connection between them, the </a:t>
            </a:r>
            <a:r>
              <a:rPr lang="en-GB" sz="2400" b="1" dirty="0">
                <a:solidFill>
                  <a:schemeClr val="accent1"/>
                </a:solidFill>
              </a:rPr>
              <a:t>subscriber first subscribes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to the blog. After that, whenever the blog is updated, it will </a:t>
            </a:r>
            <a:r>
              <a:rPr lang="en-GB" sz="2400" b="1" dirty="0">
                <a:solidFill>
                  <a:schemeClr val="accent1"/>
                </a:solidFill>
              </a:rPr>
              <a:t>automatically notify all subscribers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about the change.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</a:t>
            </a:r>
            <a:r>
              <a:rPr lang="en-GB" sz="2400" b="1" dirty="0">
                <a:solidFill>
                  <a:schemeClr val="accent1"/>
                </a:solidFill>
              </a:rPr>
              <a:t>notify()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function makes sure that every subscriber always has the latest information.</a:t>
            </a:r>
            <a:br>
              <a:rPr lang="en-GB" sz="2400" dirty="0"/>
            </a:br>
            <a:r>
              <a:rPr lang="en-GB" sz="2400" dirty="0"/>
              <a:t>This function is only called </a:t>
            </a:r>
            <a:r>
              <a:rPr lang="en-GB" sz="2400" b="1" dirty="0">
                <a:solidFill>
                  <a:schemeClr val="accent1"/>
                </a:solidFill>
              </a:rPr>
              <a:t>when something actually changes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in the blog.</a:t>
            </a:r>
            <a:br>
              <a:rPr lang="en-GB" sz="2400" dirty="0"/>
            </a:br>
            <a:r>
              <a:rPr lang="en-GB" sz="2400" dirty="0"/>
              <a:t>When that happens, the blog calls the </a:t>
            </a:r>
            <a:r>
              <a:rPr lang="en-GB" sz="2400" b="1" dirty="0">
                <a:solidFill>
                  <a:schemeClr val="accent1"/>
                </a:solidFill>
              </a:rPr>
              <a:t>update()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method for each subscriber.</a:t>
            </a:r>
            <a:br>
              <a:rPr lang="en-GB" sz="2400" dirty="0"/>
            </a:br>
            <a:r>
              <a:rPr lang="en-GB" sz="2400" dirty="0"/>
              <a:t>Subscribers can then use </a:t>
            </a:r>
            <a:r>
              <a:rPr lang="en-GB" sz="2400" b="1" dirty="0" err="1">
                <a:solidFill>
                  <a:schemeClr val="accent1"/>
                </a:solidFill>
              </a:rPr>
              <a:t>getState</a:t>
            </a:r>
            <a:r>
              <a:rPr lang="en-GB" sz="2400" b="1" dirty="0">
                <a:solidFill>
                  <a:schemeClr val="accent1"/>
                </a:solidFill>
              </a:rPr>
              <a:t>()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to check what changed.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If a subscriber doesn’t want updates anymore, they can </a:t>
            </a:r>
            <a:r>
              <a:rPr lang="en-GB" sz="2400" b="1" dirty="0">
                <a:solidFill>
                  <a:schemeClr val="accent1"/>
                </a:solidFill>
              </a:rPr>
              <a:t>unsubscribe()</a:t>
            </a:r>
            <a:r>
              <a:rPr lang="en-GB" sz="2400" dirty="0">
                <a:solidFill>
                  <a:schemeClr val="accent1"/>
                </a:solidFill>
              </a:rPr>
              <a:t>,</a:t>
            </a:r>
            <a:br>
              <a:rPr lang="en-GB" sz="2400" dirty="0"/>
            </a:br>
            <a:r>
              <a:rPr lang="en-GB" sz="2400" dirty="0"/>
              <a:t>and the blog will remove them from its list of observers.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42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8EBB7-6695-6391-1D8B-3BE3B550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>
            <a:extLst>
              <a:ext uri="{FF2B5EF4-FFF2-40B4-BE49-F238E27FC236}">
                <a16:creationId xmlns:a16="http://schemas.microsoft.com/office/drawing/2014/main" id="{F6DF00F7-5419-51D0-BAA1-590255AAE871}"/>
              </a:ext>
            </a:extLst>
          </p:cNvPr>
          <p:cNvSpPr txBox="1">
            <a:spLocks/>
          </p:cNvSpPr>
          <p:nvPr/>
        </p:nvSpPr>
        <p:spPr>
          <a:xfrm>
            <a:off x="273776" y="80707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UML Diagram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8B95A8-43F3-1FD3-EA63-695CD035FC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256605"/>
              </p:ext>
            </p:extLst>
          </p:nvPr>
        </p:nvGraphicFramePr>
        <p:xfrm>
          <a:off x="7430921" y="1615143"/>
          <a:ext cx="2903071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071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K" i="1" dirty="0"/>
                        <a:t>&lt;&lt;Interface&gt;&gt;</a:t>
                      </a:r>
                    </a:p>
                    <a:p>
                      <a:pPr algn="ctr"/>
                      <a:r>
                        <a:rPr lang="en-US" i="1" dirty="0"/>
                        <a:t>Observer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+ </a:t>
                      </a:r>
                      <a:r>
                        <a:rPr lang="en-GB" dirty="0"/>
                        <a:t>update(): void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17692BD-59BC-E8FF-B4FE-1A92CDE77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004036"/>
              </p:ext>
            </p:extLst>
          </p:nvPr>
        </p:nvGraphicFramePr>
        <p:xfrm>
          <a:off x="7546033" y="4652351"/>
          <a:ext cx="2351613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613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i="1" dirty="0"/>
                        <a:t>Subscriber  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+ </a:t>
                      </a:r>
                      <a:r>
                        <a:rPr lang="en-GB" dirty="0"/>
                        <a:t>update(): void {}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383747"/>
                  </a:ext>
                </a:extLst>
              </a:tr>
            </a:tbl>
          </a:graphicData>
        </a:graphic>
      </p:graphicFrame>
      <p:sp>
        <p:nvSpPr>
          <p:cNvPr id="11" name="Triangle 10">
            <a:extLst>
              <a:ext uri="{FF2B5EF4-FFF2-40B4-BE49-F238E27FC236}">
                <a16:creationId xmlns:a16="http://schemas.microsoft.com/office/drawing/2014/main" id="{315D1A46-C84B-1CBD-B82E-A0679947D9E4}"/>
              </a:ext>
            </a:extLst>
          </p:cNvPr>
          <p:cNvSpPr/>
          <p:nvPr/>
        </p:nvSpPr>
        <p:spPr>
          <a:xfrm>
            <a:off x="8551291" y="2620983"/>
            <a:ext cx="341095" cy="265122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D354473-B73F-2405-3590-698C412BB3EE}"/>
              </a:ext>
            </a:extLst>
          </p:cNvPr>
          <p:cNvCxnSpPr>
            <a:cxnSpLocks/>
            <a:stCxn id="11" idx="3"/>
            <a:endCxn id="7" idx="0"/>
          </p:cNvCxnSpPr>
          <p:nvPr/>
        </p:nvCxnSpPr>
        <p:spPr>
          <a:xfrm>
            <a:off x="8721839" y="2886105"/>
            <a:ext cx="0" cy="1766246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D9FF2B1-19C2-159A-48EB-F2CAD75EC7ED}"/>
              </a:ext>
            </a:extLst>
          </p:cNvPr>
          <p:cNvSpPr txBox="1"/>
          <p:nvPr/>
        </p:nvSpPr>
        <p:spPr>
          <a:xfrm>
            <a:off x="4126615" y="29497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EB910B-9A13-1B7F-53F1-4B84681DD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679414"/>
              </p:ext>
            </p:extLst>
          </p:nvPr>
        </p:nvGraphicFramePr>
        <p:xfrm>
          <a:off x="2121374" y="4553655"/>
          <a:ext cx="2351613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613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i="1" dirty="0"/>
                        <a:t> Blog  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-state: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</a:t>
                      </a:r>
                      <a:r>
                        <a:rPr lang="en-US" dirty="0" err="1"/>
                        <a:t>getState</a:t>
                      </a:r>
                      <a:r>
                        <a:rPr lang="en-US" dirty="0"/>
                        <a:t>():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400029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A23B1CA-6C91-4464-51D5-1AC7D661D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753701"/>
              </p:ext>
            </p:extLst>
          </p:nvPr>
        </p:nvGraphicFramePr>
        <p:xfrm>
          <a:off x="1482444" y="1376107"/>
          <a:ext cx="419513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5130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K" i="1" dirty="0"/>
                        <a:t>&lt;&lt;Interface&gt;&gt;</a:t>
                      </a:r>
                      <a:endParaRPr lang="en-GB" i="1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i="1" dirty="0"/>
                        <a:t>Subject  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 </a:t>
                      </a:r>
                      <a:r>
                        <a:rPr lang="en-GB" dirty="0" err="1"/>
                        <a:t>registerObserver</a:t>
                      </a:r>
                      <a:r>
                        <a:rPr lang="en-GB" dirty="0"/>
                        <a:t>(Observer): void 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+ </a:t>
                      </a:r>
                      <a:r>
                        <a:rPr lang="en-GB" dirty="0" err="1"/>
                        <a:t>unregisterObserver</a:t>
                      </a:r>
                      <a:r>
                        <a:rPr lang="en-GB" dirty="0"/>
                        <a:t>(Observer): void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 + </a:t>
                      </a:r>
                      <a:r>
                        <a:rPr lang="en-GB" dirty="0"/>
                        <a:t>notify(): void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46138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4796A5E-E2C2-EC52-655E-27AA1C02BA11}"/>
              </a:ext>
            </a:extLst>
          </p:cNvPr>
          <p:cNvSpPr/>
          <p:nvPr/>
        </p:nvSpPr>
        <p:spPr>
          <a:xfrm rot="2438477">
            <a:off x="5728614" y="2139841"/>
            <a:ext cx="275728" cy="2588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A7B8F0D-AF66-DABF-B091-EC4870D2D0CC}"/>
              </a:ext>
            </a:extLst>
          </p:cNvPr>
          <p:cNvCxnSpPr>
            <a:cxnSpLocks/>
          </p:cNvCxnSpPr>
          <p:nvPr/>
        </p:nvCxnSpPr>
        <p:spPr>
          <a:xfrm flipV="1">
            <a:off x="6049162" y="2269257"/>
            <a:ext cx="1397246" cy="156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riangle 1">
            <a:extLst>
              <a:ext uri="{FF2B5EF4-FFF2-40B4-BE49-F238E27FC236}">
                <a16:creationId xmlns:a16="http://schemas.microsoft.com/office/drawing/2014/main" id="{179177AA-D3E5-A524-5714-7B01DABF79CB}"/>
              </a:ext>
            </a:extLst>
          </p:cNvPr>
          <p:cNvSpPr/>
          <p:nvPr/>
        </p:nvSpPr>
        <p:spPr>
          <a:xfrm>
            <a:off x="3059412" y="3372662"/>
            <a:ext cx="341095" cy="265122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CF14FC-9868-B3E3-522B-5D9E7772F0BE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229960" y="3637784"/>
            <a:ext cx="0" cy="915871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CA7E26F-9A00-ACE8-4C53-5E2DC506B871}"/>
              </a:ext>
            </a:extLst>
          </p:cNvPr>
          <p:cNvSpPr txBox="1"/>
          <p:nvPr/>
        </p:nvSpPr>
        <p:spPr>
          <a:xfrm>
            <a:off x="6022070" y="2052287"/>
            <a:ext cx="808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1100" dirty="0"/>
              <a:t>Observers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181194-E280-317B-B616-33EC9052311F}"/>
              </a:ext>
            </a:extLst>
          </p:cNvPr>
          <p:cNvSpPr txBox="1"/>
          <p:nvPr/>
        </p:nvSpPr>
        <p:spPr>
          <a:xfrm>
            <a:off x="6932546" y="1966895"/>
            <a:ext cx="1282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dirty="0"/>
              <a:t>0...*</a:t>
            </a:r>
          </a:p>
        </p:txBody>
      </p:sp>
    </p:spTree>
    <p:extLst>
      <p:ext uri="{BB962C8B-B14F-4D97-AF65-F5344CB8AC3E}">
        <p14:creationId xmlns:p14="http://schemas.microsoft.com/office/powerpoint/2010/main" val="1151164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11" grpId="0" animBg="1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phone&#10;&#10;AI-generated content may be incorrect.">
            <a:extLst>
              <a:ext uri="{FF2B5EF4-FFF2-40B4-BE49-F238E27FC236}">
                <a16:creationId xmlns:a16="http://schemas.microsoft.com/office/drawing/2014/main" id="{528AE39B-8E3C-10BA-FDF2-2BCC19CC5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586" y="0"/>
            <a:ext cx="630620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EDA5C3-ABDB-B5CC-D116-95E141AF4D08}"/>
              </a:ext>
            </a:extLst>
          </p:cNvPr>
          <p:cNvSpPr txBox="1"/>
          <p:nvPr/>
        </p:nvSpPr>
        <p:spPr>
          <a:xfrm>
            <a:off x="415978" y="933058"/>
            <a:ext cx="439586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/>
              <a:t>Think about a </a:t>
            </a:r>
            <a:r>
              <a:rPr lang="en-GB" sz="2400" b="1" dirty="0">
                <a:solidFill>
                  <a:schemeClr val="accent1"/>
                </a:solidFill>
              </a:rPr>
              <a:t>navigation app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like Google Maps.</a:t>
            </a:r>
          </a:p>
          <a:p>
            <a:pPr>
              <a:buNone/>
            </a:pPr>
            <a:endParaRPr lang="en-GB" sz="2400" dirty="0"/>
          </a:p>
          <a:p>
            <a:pPr>
              <a:buNone/>
            </a:pPr>
            <a:r>
              <a:rPr lang="en-GB" sz="2400" dirty="0"/>
              <a:t>You can select different </a:t>
            </a:r>
            <a:r>
              <a:rPr lang="en-GB" sz="2400" b="1" dirty="0">
                <a:solidFill>
                  <a:schemeClr val="accent1"/>
                </a:solidFill>
              </a:rPr>
              <a:t>route-finding strategies</a:t>
            </a:r>
            <a:r>
              <a:rPr lang="en-GB" sz="24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PK" sz="2400" dirty="0"/>
              <a:t> </a:t>
            </a:r>
            <a:r>
              <a:rPr lang="en-GB" sz="2400" dirty="0"/>
              <a:t>Fastest route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PK" sz="2400" dirty="0"/>
              <a:t> </a:t>
            </a:r>
            <a:r>
              <a:rPr lang="en-GB" sz="2400" dirty="0"/>
              <a:t>Shortest route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PK" sz="2400" dirty="0"/>
              <a:t> </a:t>
            </a:r>
            <a:r>
              <a:rPr lang="en-GB" sz="2400" dirty="0"/>
              <a:t>Walking route</a:t>
            </a:r>
          </a:p>
          <a:p>
            <a:pPr>
              <a:buNone/>
            </a:pPr>
            <a:endParaRPr lang="en-GB" sz="2400" dirty="0"/>
          </a:p>
          <a:p>
            <a:pPr>
              <a:buNone/>
            </a:pPr>
            <a:r>
              <a:rPr lang="en-GB" sz="2400" dirty="0"/>
              <a:t>All these options lead to the </a:t>
            </a:r>
            <a:r>
              <a:rPr lang="en-GB" sz="2400" b="1" dirty="0">
                <a:solidFill>
                  <a:schemeClr val="accent1"/>
                </a:solidFill>
              </a:rPr>
              <a:t>same goal </a:t>
            </a:r>
            <a:r>
              <a:rPr lang="en-GB" sz="2400" dirty="0"/>
              <a:t>(getting to your destination),</a:t>
            </a:r>
            <a:br>
              <a:rPr lang="en-GB" sz="2400" dirty="0"/>
            </a:br>
            <a:r>
              <a:rPr lang="en-GB" sz="2400" dirty="0"/>
              <a:t>but they use different </a:t>
            </a:r>
            <a:r>
              <a:rPr lang="en-GB" sz="2400" b="1" dirty="0">
                <a:solidFill>
                  <a:schemeClr val="accent1"/>
                </a:solidFill>
              </a:rPr>
              <a:t>strategies to achieve </a:t>
            </a:r>
            <a:r>
              <a:rPr lang="en-GB" sz="2400" dirty="0"/>
              <a:t>it.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124D3DA-572F-105F-44C0-9A1B48A94DB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u="sng" dirty="0">
                <a:solidFill>
                  <a:schemeClr val="accent1"/>
                </a:solidFill>
              </a:rPr>
              <a:t>Strategy Design Pattern</a:t>
            </a:r>
          </a:p>
        </p:txBody>
      </p:sp>
    </p:spTree>
    <p:extLst>
      <p:ext uri="{BB962C8B-B14F-4D97-AF65-F5344CB8AC3E}">
        <p14:creationId xmlns:p14="http://schemas.microsoft.com/office/powerpoint/2010/main" val="407759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B4A90-FB21-3654-1C83-7044795DB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BE8DE72-1BFA-2DC4-C6E9-65C75C72B515}"/>
              </a:ext>
            </a:extLst>
          </p:cNvPr>
          <p:cNvSpPr txBox="1">
            <a:spLocks/>
          </p:cNvSpPr>
          <p:nvPr/>
        </p:nvSpPr>
        <p:spPr>
          <a:xfrm>
            <a:off x="287223" y="228625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Strategy Design Pattern </a:t>
            </a:r>
            <a:r>
              <a:rPr lang="en-GB" b="1" u="sng" dirty="0" err="1">
                <a:solidFill>
                  <a:schemeClr val="accent1"/>
                </a:solidFill>
              </a:rPr>
              <a:t>Cont</a:t>
            </a:r>
            <a:r>
              <a:rPr lang="en-GB" b="1" u="sng" dirty="0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08E13E-887E-4AE0-0237-84944A413324}"/>
              </a:ext>
            </a:extLst>
          </p:cNvPr>
          <p:cNvSpPr txBox="1"/>
          <p:nvPr/>
        </p:nvSpPr>
        <p:spPr>
          <a:xfrm>
            <a:off x="287222" y="1150987"/>
            <a:ext cx="113501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</a:t>
            </a:r>
            <a:r>
              <a:rPr lang="en-GB" sz="2400" b="1" dirty="0">
                <a:solidFill>
                  <a:schemeClr val="accent1"/>
                </a:solidFill>
              </a:rPr>
              <a:t>Strategy Design Pattern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is a </a:t>
            </a:r>
            <a:r>
              <a:rPr lang="en-GB" sz="2400" dirty="0" err="1"/>
              <a:t>behavioral</a:t>
            </a:r>
            <a:r>
              <a:rPr lang="en-GB" sz="2400" dirty="0"/>
              <a:t> pattern that allows you to </a:t>
            </a:r>
            <a:r>
              <a:rPr lang="en-GB" sz="2400" b="1" dirty="0">
                <a:solidFill>
                  <a:schemeClr val="accent1"/>
                </a:solidFill>
              </a:rPr>
              <a:t>define multiple algorithms (ways of doing something)</a:t>
            </a:r>
            <a:r>
              <a:rPr lang="en-GB" sz="2400" dirty="0">
                <a:solidFill>
                  <a:schemeClr val="accent1"/>
                </a:solidFill>
              </a:rPr>
              <a:t>, </a:t>
            </a:r>
            <a:r>
              <a:rPr lang="en-GB" sz="2400" b="1" dirty="0">
                <a:solidFill>
                  <a:schemeClr val="accent1"/>
                </a:solidFill>
              </a:rPr>
              <a:t>encapsulate each one in its own class</a:t>
            </a:r>
            <a:r>
              <a:rPr lang="en-GB" sz="2400" dirty="0"/>
              <a:t>, and </a:t>
            </a:r>
            <a:r>
              <a:rPr lang="en-GB" sz="2400" b="1" dirty="0">
                <a:solidFill>
                  <a:schemeClr val="accent1"/>
                </a:solidFill>
              </a:rPr>
              <a:t>switch between them easily at runtime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— </a:t>
            </a:r>
            <a:r>
              <a:rPr lang="en-GB" sz="2400" i="1" dirty="0"/>
              <a:t>without changing the code that uses them.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1"/>
                </a:solidFill>
              </a:rPr>
              <a:t>It lets you change the </a:t>
            </a:r>
            <a:r>
              <a:rPr lang="en-GB" sz="2400" b="1" dirty="0" err="1">
                <a:solidFill>
                  <a:schemeClr val="accent1"/>
                </a:solidFill>
              </a:rPr>
              <a:t>behavior</a:t>
            </a:r>
            <a:r>
              <a:rPr lang="en-GB" sz="2400" b="1" dirty="0">
                <a:solidFill>
                  <a:schemeClr val="accent1"/>
                </a:solidFill>
              </a:rPr>
              <a:t> of an object dynamically by swapping its algorithm.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Without Strategy Pattern, you often see code like this: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3" name="Picture 2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6509E81C-5921-A845-F97C-21EB2B6AB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0" y="4551313"/>
            <a:ext cx="4445000" cy="23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37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50D1C-E74C-9C39-7BEF-5831AB992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>
            <a:extLst>
              <a:ext uri="{FF2B5EF4-FFF2-40B4-BE49-F238E27FC236}">
                <a16:creationId xmlns:a16="http://schemas.microsoft.com/office/drawing/2014/main" id="{718102BF-E07D-47DC-0D04-324B3F946706}"/>
              </a:ext>
            </a:extLst>
          </p:cNvPr>
          <p:cNvSpPr txBox="1">
            <a:spLocks/>
          </p:cNvSpPr>
          <p:nvPr/>
        </p:nvSpPr>
        <p:spPr>
          <a:xfrm>
            <a:off x="273776" y="80707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UML Diagram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2802BF-16F1-7E2D-7346-A178580E7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077719"/>
              </p:ext>
            </p:extLst>
          </p:nvPr>
        </p:nvGraphicFramePr>
        <p:xfrm>
          <a:off x="7430921" y="1615143"/>
          <a:ext cx="2903071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071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K" i="1" dirty="0"/>
                        <a:t>&lt;&lt;Interface&gt;&gt;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PaymentStrategy</a:t>
                      </a:r>
                      <a:endParaRPr lang="en-US" sz="18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 + pay(int amount): void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</a:tbl>
          </a:graphicData>
        </a:graphic>
      </p:graphicFrame>
      <p:sp>
        <p:nvSpPr>
          <p:cNvPr id="11" name="Triangle 10">
            <a:extLst>
              <a:ext uri="{FF2B5EF4-FFF2-40B4-BE49-F238E27FC236}">
                <a16:creationId xmlns:a16="http://schemas.microsoft.com/office/drawing/2014/main" id="{5107DFED-85FE-C695-B9A0-870252FFC280}"/>
              </a:ext>
            </a:extLst>
          </p:cNvPr>
          <p:cNvSpPr/>
          <p:nvPr/>
        </p:nvSpPr>
        <p:spPr>
          <a:xfrm>
            <a:off x="8551291" y="2620983"/>
            <a:ext cx="341095" cy="265122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AC78CDB-F12E-3D1F-B196-979D1EB37817}"/>
              </a:ext>
            </a:extLst>
          </p:cNvPr>
          <p:cNvCxnSpPr>
            <a:cxnSpLocks/>
            <a:stCxn id="11" idx="3"/>
          </p:cNvCxnSpPr>
          <p:nvPr/>
        </p:nvCxnSpPr>
        <p:spPr>
          <a:xfrm flipH="1">
            <a:off x="8721838" y="2886105"/>
            <a:ext cx="1" cy="850375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B254543-1EE0-B475-01B0-AF0C6B15C0F3}"/>
              </a:ext>
            </a:extLst>
          </p:cNvPr>
          <p:cNvSpPr txBox="1"/>
          <p:nvPr/>
        </p:nvSpPr>
        <p:spPr>
          <a:xfrm>
            <a:off x="4126615" y="29497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K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3F9EB18-8904-B8A3-A586-89FE236E4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989614"/>
              </p:ext>
            </p:extLst>
          </p:nvPr>
        </p:nvGraphicFramePr>
        <p:xfrm>
          <a:off x="1460827" y="1479879"/>
          <a:ext cx="419513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5130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PaymentProcessor</a:t>
                      </a:r>
                      <a:endParaRPr lang="en-US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- strategy: </a:t>
                      </a:r>
                      <a:r>
                        <a:rPr lang="en-US" dirty="0" err="1"/>
                        <a:t>PaymentStrategy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 </a:t>
                      </a:r>
                      <a:r>
                        <a:rPr lang="en-US" dirty="0" err="1"/>
                        <a:t>setStrategy</a:t>
                      </a:r>
                      <a:r>
                        <a:rPr lang="en-US" dirty="0"/>
                        <a:t>(Strategy): void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+ </a:t>
                      </a:r>
                      <a:r>
                        <a:rPr lang="en-US" dirty="0" err="1"/>
                        <a:t>executeStrategy</a:t>
                      </a:r>
                      <a:r>
                        <a:rPr lang="en-US" dirty="0"/>
                        <a:t>(): void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46138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466C6336-CA84-ABA3-B47F-FC005D3CCCF2}"/>
              </a:ext>
            </a:extLst>
          </p:cNvPr>
          <p:cNvSpPr/>
          <p:nvPr/>
        </p:nvSpPr>
        <p:spPr>
          <a:xfrm rot="2438477">
            <a:off x="5728614" y="2139841"/>
            <a:ext cx="275728" cy="25883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BC22A0-B75D-8E51-A739-AF80ADA66419}"/>
              </a:ext>
            </a:extLst>
          </p:cNvPr>
          <p:cNvCxnSpPr>
            <a:cxnSpLocks/>
          </p:cNvCxnSpPr>
          <p:nvPr/>
        </p:nvCxnSpPr>
        <p:spPr>
          <a:xfrm flipV="1">
            <a:off x="6049162" y="2269257"/>
            <a:ext cx="1397246" cy="156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FB1C61-FD89-A9B3-7BC0-365AEC371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619203"/>
              </p:ext>
            </p:extLst>
          </p:nvPr>
        </p:nvGraphicFramePr>
        <p:xfrm>
          <a:off x="4974651" y="4739937"/>
          <a:ext cx="2903071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071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i="1" dirty="0" err="1"/>
                        <a:t>ConcreteStrategyA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+ pay(int amount): void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2A2F2F-B704-B590-F129-2E3F18071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700014"/>
              </p:ext>
            </p:extLst>
          </p:nvPr>
        </p:nvGraphicFramePr>
        <p:xfrm>
          <a:off x="8214810" y="4739984"/>
          <a:ext cx="2903071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071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i="1" dirty="0" err="1"/>
                        <a:t>ConcreteStrategyA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+ pay(int amount): void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82C0B3D-86E4-03E8-DD35-4E5CEAF7ECF1}"/>
              </a:ext>
            </a:extLst>
          </p:cNvPr>
          <p:cNvCxnSpPr>
            <a:cxnSpLocks/>
          </p:cNvCxnSpPr>
          <p:nvPr/>
        </p:nvCxnSpPr>
        <p:spPr>
          <a:xfrm flipH="1" flipV="1">
            <a:off x="6426186" y="3757487"/>
            <a:ext cx="3609001" cy="11741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1E8280-645D-B672-5408-3BAD0FCA5885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6426186" y="3736480"/>
            <a:ext cx="9573" cy="1003457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9DE8163-9295-88C0-D32D-B63C33A42987}"/>
              </a:ext>
            </a:extLst>
          </p:cNvPr>
          <p:cNvCxnSpPr>
            <a:cxnSpLocks/>
          </p:cNvCxnSpPr>
          <p:nvPr/>
        </p:nvCxnSpPr>
        <p:spPr>
          <a:xfrm flipH="1">
            <a:off x="10035187" y="3763357"/>
            <a:ext cx="9573" cy="1003457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97B23D-E3A9-037D-1D95-82F1A48A1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131784"/>
              </p:ext>
            </p:extLst>
          </p:nvPr>
        </p:nvGraphicFramePr>
        <p:xfrm>
          <a:off x="1460827" y="4766814"/>
          <a:ext cx="2903071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071">
                  <a:extLst>
                    <a:ext uri="{9D8B030D-6E8A-4147-A177-3AD203B41FA5}">
                      <a16:colId xmlns:a16="http://schemas.microsoft.com/office/drawing/2014/main" val="2005086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i="1" dirty="0" err="1"/>
                        <a:t>ConcreteStrategyC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735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+ pay(int amount): void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161096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6D9095-002F-EE78-F7F2-62EABB6815E7}"/>
              </a:ext>
            </a:extLst>
          </p:cNvPr>
          <p:cNvCxnSpPr>
            <a:cxnSpLocks/>
          </p:cNvCxnSpPr>
          <p:nvPr/>
        </p:nvCxnSpPr>
        <p:spPr>
          <a:xfrm flipH="1" flipV="1">
            <a:off x="2807612" y="3745746"/>
            <a:ext cx="3609001" cy="11741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A38CA2-2FFB-644E-7900-50558CDA4E72}"/>
              </a:ext>
            </a:extLst>
          </p:cNvPr>
          <p:cNvCxnSpPr>
            <a:cxnSpLocks/>
          </p:cNvCxnSpPr>
          <p:nvPr/>
        </p:nvCxnSpPr>
        <p:spPr>
          <a:xfrm flipH="1">
            <a:off x="2798039" y="3810602"/>
            <a:ext cx="9573" cy="1003457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83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5F0A8-DDD9-0701-EE17-D8938A494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90B8E-5E3E-EB8D-C4F5-82EE98070C7E}"/>
              </a:ext>
            </a:extLst>
          </p:cNvPr>
          <p:cNvSpPr txBox="1"/>
          <p:nvPr/>
        </p:nvSpPr>
        <p:spPr>
          <a:xfrm>
            <a:off x="-269823" y="652539"/>
            <a:ext cx="1162001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1"/>
                </a:solidFill>
              </a:rPr>
              <a:t>Tight Coupling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is a frequent issue in system design, where classes depend too heavily on each other. To manage this, </a:t>
            </a:r>
            <a:r>
              <a:rPr lang="en-GB" sz="2400" b="1" dirty="0">
                <a:solidFill>
                  <a:schemeClr val="accent1"/>
                </a:solidFill>
              </a:rPr>
              <a:t>design principles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such as </a:t>
            </a:r>
            <a:r>
              <a:rPr lang="en-GB" sz="2400" b="1" dirty="0">
                <a:solidFill>
                  <a:schemeClr val="accent1"/>
                </a:solidFill>
              </a:rPr>
              <a:t>generalization</a:t>
            </a:r>
            <a:r>
              <a:rPr lang="en-GB" sz="2400" b="1" dirty="0"/>
              <a:t>, </a:t>
            </a:r>
            <a:r>
              <a:rPr lang="en-GB" sz="2400" b="1" dirty="0">
                <a:solidFill>
                  <a:schemeClr val="accent1"/>
                </a:solidFill>
              </a:rPr>
              <a:t>abstraction</a:t>
            </a:r>
            <a:r>
              <a:rPr lang="en-GB" sz="2400" b="1" dirty="0"/>
              <a:t>, </a:t>
            </a:r>
            <a:r>
              <a:rPr lang="en-GB" sz="2400" b="1" dirty="0">
                <a:solidFill>
                  <a:schemeClr val="accent1"/>
                </a:solidFill>
              </a:rPr>
              <a:t>and polymorphism</a:t>
            </a:r>
            <a:r>
              <a:rPr lang="en-GB" sz="2400" dirty="0"/>
              <a:t>—the foundation of many design patterns—are used to introduce </a:t>
            </a:r>
            <a:r>
              <a:rPr lang="en-GB" sz="2400" b="1" dirty="0">
                <a:solidFill>
                  <a:schemeClr val="accent1"/>
                </a:solidFill>
              </a:rPr>
              <a:t>indirection</a:t>
            </a:r>
            <a:r>
              <a:rPr lang="en-GB" sz="2400" dirty="0"/>
              <a:t> and </a:t>
            </a:r>
            <a:r>
              <a:rPr lang="en-GB" sz="2400" b="1" dirty="0">
                <a:solidFill>
                  <a:schemeClr val="accent1"/>
                </a:solidFill>
              </a:rPr>
              <a:t>reduce dependencies</a:t>
            </a:r>
            <a:r>
              <a:rPr lang="en-GB" sz="24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 While </a:t>
            </a:r>
            <a:r>
              <a:rPr lang="en-GB" sz="2400" b="1" dirty="0">
                <a:solidFill>
                  <a:schemeClr val="accent1"/>
                </a:solidFill>
              </a:rPr>
              <a:t>inheritance</a:t>
            </a:r>
            <a:r>
              <a:rPr lang="en-GB" sz="2400" dirty="0"/>
              <a:t> promotes code reuse, it also creates </a:t>
            </a:r>
            <a:r>
              <a:rPr lang="en-GB" sz="2400" b="1" dirty="0">
                <a:solidFill>
                  <a:schemeClr val="accent1"/>
                </a:solidFill>
              </a:rPr>
              <a:t>strong coupling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between </a:t>
            </a:r>
            <a:r>
              <a:rPr lang="en-GB" sz="2400" b="1" dirty="0">
                <a:solidFill>
                  <a:schemeClr val="accent1"/>
                </a:solidFill>
              </a:rPr>
              <a:t>super classes </a:t>
            </a:r>
            <a:r>
              <a:rPr lang="en-GB" sz="2400" dirty="0"/>
              <a:t>and </a:t>
            </a:r>
            <a:r>
              <a:rPr lang="en-GB" sz="2400" b="1" dirty="0">
                <a:solidFill>
                  <a:schemeClr val="accent1"/>
                </a:solidFill>
              </a:rPr>
              <a:t>subclasses</a:t>
            </a:r>
            <a:r>
              <a:rPr lang="en-GB" sz="2400" dirty="0"/>
              <a:t>, meaning changes in one can easily affect the other. Deep inheritance hierarchies worsen this by exposing attributes and </a:t>
            </a:r>
            <a:r>
              <a:rPr lang="en-GB" sz="2400" dirty="0" err="1"/>
              <a:t>behaviors</a:t>
            </a:r>
            <a:r>
              <a:rPr lang="en-GB" sz="2400" dirty="0"/>
              <a:t> </a:t>
            </a:r>
            <a:r>
              <a:rPr lang="en-GB" sz="2400" b="1" dirty="0">
                <a:solidFill>
                  <a:schemeClr val="accent1"/>
                </a:solidFill>
              </a:rPr>
              <a:t>across multiple levels</a:t>
            </a:r>
            <a:r>
              <a:rPr lang="en-GB" sz="2400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The </a:t>
            </a:r>
            <a:r>
              <a:rPr lang="en-GB" sz="2400" b="1" dirty="0">
                <a:solidFill>
                  <a:schemeClr val="accent1"/>
                </a:solidFill>
              </a:rPr>
              <a:t>Composing Objects Principle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addresses this by encouraging </a:t>
            </a:r>
            <a:r>
              <a:rPr lang="en-GB" sz="2400" b="1" dirty="0">
                <a:solidFill>
                  <a:schemeClr val="accent1"/>
                </a:solidFill>
              </a:rPr>
              <a:t>code reuse through aggregation (composition)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instead of inheritance.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 Using </a:t>
            </a:r>
            <a:r>
              <a:rPr lang="en-GB" sz="2400" b="1" dirty="0">
                <a:solidFill>
                  <a:schemeClr val="accent1"/>
                </a:solidFill>
              </a:rPr>
              <a:t>aggregation and delegation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allows objects to collaborate without being tightly bound, resulting in more </a:t>
            </a:r>
            <a:r>
              <a:rPr lang="en-GB" sz="2400" b="1" dirty="0">
                <a:solidFill>
                  <a:schemeClr val="accent1"/>
                </a:solidFill>
              </a:rPr>
              <a:t>flexible, maintainable, and loosely coupled systems</a:t>
            </a:r>
            <a:r>
              <a:rPr lang="en-GB" sz="24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47B79B-627C-AB2C-4CB3-0E34057AE5B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u="sng" dirty="0">
                <a:solidFill>
                  <a:schemeClr val="accent1"/>
                </a:solidFill>
              </a:rPr>
              <a:t>Composing Objects Principle</a:t>
            </a:r>
          </a:p>
        </p:txBody>
      </p:sp>
    </p:spTree>
    <p:extLst>
      <p:ext uri="{BB962C8B-B14F-4D97-AF65-F5344CB8AC3E}">
        <p14:creationId xmlns:p14="http://schemas.microsoft.com/office/powerpoint/2010/main" val="201477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F9AA-2E76-897A-1C9B-0E27295E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053604B-E3D6-5D76-0F24-44DFA1FD90DE}"/>
              </a:ext>
            </a:extLst>
          </p:cNvPr>
          <p:cNvSpPr txBox="1"/>
          <p:nvPr/>
        </p:nvSpPr>
        <p:spPr>
          <a:xfrm>
            <a:off x="272187" y="652539"/>
            <a:ext cx="11078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Composing Objects Principle emphasizes building complex </a:t>
            </a:r>
            <a:r>
              <a:rPr lang="en-GB" sz="2400" dirty="0" err="1"/>
              <a:t>behavior</a:t>
            </a:r>
            <a:r>
              <a:rPr lang="en-GB" sz="2400" dirty="0"/>
              <a:t> by combining smaller, </a:t>
            </a:r>
            <a:r>
              <a:rPr lang="en-GB" sz="2400" b="1" dirty="0">
                <a:solidFill>
                  <a:schemeClr val="accent1"/>
                </a:solidFill>
              </a:rPr>
              <a:t>independent objects rather than relying solely on inheritance</a:t>
            </a:r>
            <a:r>
              <a:rPr lang="en-GB" sz="2400" dirty="0"/>
              <a:t>. This approach allows classes to work together at an “arm’s-length” relationship, where they remain </a:t>
            </a:r>
            <a:r>
              <a:rPr lang="en-GB" sz="2400" b="1" dirty="0">
                <a:solidFill>
                  <a:schemeClr val="accent1"/>
                </a:solidFill>
              </a:rPr>
              <a:t>independent</a:t>
            </a:r>
            <a:r>
              <a:rPr lang="en-GB" sz="2400" dirty="0"/>
              <a:t> </a:t>
            </a:r>
            <a:r>
              <a:rPr lang="en-GB" sz="2400" b="1" dirty="0">
                <a:solidFill>
                  <a:schemeClr val="accent1"/>
                </a:solidFill>
              </a:rPr>
              <a:t>but can collaborate </a:t>
            </a:r>
            <a:r>
              <a:rPr lang="en-GB" sz="2400" dirty="0"/>
              <a:t>by delegating tasks to one another.</a:t>
            </a:r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Design patterns such as the </a:t>
            </a:r>
            <a:r>
              <a:rPr lang="en-GB" sz="2400" b="1" dirty="0">
                <a:solidFill>
                  <a:schemeClr val="accent1"/>
                </a:solidFill>
              </a:rPr>
              <a:t>Composite and Decorator patterns </a:t>
            </a:r>
            <a:r>
              <a:rPr lang="en-GB" sz="2400" dirty="0"/>
              <a:t>apply this principle — they combine concrete classes at runtime to form new, more complex </a:t>
            </a:r>
            <a:r>
              <a:rPr lang="en-GB" sz="2400" dirty="0" err="1"/>
              <a:t>behaviors</a:t>
            </a:r>
            <a:r>
              <a:rPr lang="en-GB" sz="2400" dirty="0"/>
              <a:t>. By composing objects, systems gain greater </a:t>
            </a:r>
            <a:r>
              <a:rPr lang="en-GB" sz="2400" b="1" dirty="0">
                <a:solidFill>
                  <a:schemeClr val="accent1"/>
                </a:solidFill>
              </a:rPr>
              <a:t>flexibility</a:t>
            </a:r>
            <a:r>
              <a:rPr lang="en-GB" sz="2400" dirty="0"/>
              <a:t>, as </a:t>
            </a:r>
            <a:r>
              <a:rPr lang="en-GB" sz="2400" dirty="0" err="1"/>
              <a:t>behavior</a:t>
            </a:r>
            <a:r>
              <a:rPr lang="en-GB" sz="2400" dirty="0"/>
              <a:t> can be changed dynamically at runtime without modifying class hierarchies. This </a:t>
            </a:r>
            <a:r>
              <a:rPr lang="en-GB" sz="2400" b="1" dirty="0">
                <a:solidFill>
                  <a:srgbClr val="FF0000"/>
                </a:solidFill>
              </a:rPr>
              <a:t>contrasts with inheritance</a:t>
            </a:r>
            <a:r>
              <a:rPr lang="en-GB" sz="2400" dirty="0"/>
              <a:t>, where </a:t>
            </a:r>
            <a:r>
              <a:rPr lang="en-GB" sz="2400" dirty="0" err="1"/>
              <a:t>behaviors</a:t>
            </a:r>
            <a:r>
              <a:rPr lang="en-GB" sz="2400" dirty="0"/>
              <a:t> are fixed at compile-time and tightly couple </a:t>
            </a:r>
            <a:r>
              <a:rPr lang="en-GB" sz="2400" b="1" dirty="0">
                <a:solidFill>
                  <a:schemeClr val="accent1"/>
                </a:solidFill>
              </a:rPr>
              <a:t>subclasses to </a:t>
            </a:r>
            <a:r>
              <a:rPr lang="en-GB" sz="2400" b="1" dirty="0" err="1">
                <a:solidFill>
                  <a:schemeClr val="accent1"/>
                </a:solidFill>
              </a:rPr>
              <a:t>superclasses</a:t>
            </a:r>
            <a:r>
              <a:rPr lang="en-GB" sz="2400" dirty="0"/>
              <a:t>.</a:t>
            </a:r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However, composition </a:t>
            </a:r>
            <a:r>
              <a:rPr lang="en-GB" sz="2400" b="1" dirty="0">
                <a:solidFill>
                  <a:srgbClr val="FF0000"/>
                </a:solidFill>
              </a:rPr>
              <a:t>has its drawback </a:t>
            </a:r>
            <a:r>
              <a:rPr lang="en-GB" sz="2400" dirty="0"/>
              <a:t>— since it doesn’t inherit code, each class must implement </a:t>
            </a:r>
            <a:r>
              <a:rPr lang="en-GB" sz="2400" b="1" dirty="0">
                <a:solidFill>
                  <a:srgbClr val="FF0000"/>
                </a:solidFill>
              </a:rPr>
              <a:t>its own </a:t>
            </a:r>
            <a:r>
              <a:rPr lang="en-GB" sz="2400" b="1" dirty="0" err="1">
                <a:solidFill>
                  <a:srgbClr val="FF0000"/>
                </a:solidFill>
              </a:rPr>
              <a:t>behavior</a:t>
            </a:r>
            <a:r>
              <a:rPr lang="en-GB" sz="2400" dirty="0"/>
              <a:t>, which may lead to code repetition.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E75B15F-A19D-CA12-5A80-6E6DD1BE839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u="sng" dirty="0">
                <a:solidFill>
                  <a:schemeClr val="accent1"/>
                </a:solidFill>
              </a:rPr>
              <a:t>Composing Objects Principle </a:t>
            </a:r>
            <a:r>
              <a:rPr lang="en-GB" sz="4000" b="1" u="sng" dirty="0" err="1">
                <a:solidFill>
                  <a:schemeClr val="accent1"/>
                </a:solidFill>
              </a:rPr>
              <a:t>Cont</a:t>
            </a:r>
            <a:r>
              <a:rPr lang="en-GB" sz="4000" b="1" u="sng" dirty="0">
                <a:solidFill>
                  <a:schemeClr val="accent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7100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FAAB8-9E49-71A5-6DEA-4D7CC0DE4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09B4D0-F873-4EB1-9060-455C54B9CC55}"/>
              </a:ext>
            </a:extLst>
          </p:cNvPr>
          <p:cNvSpPr txBox="1"/>
          <p:nvPr/>
        </p:nvSpPr>
        <p:spPr>
          <a:xfrm>
            <a:off x="257465" y="797510"/>
            <a:ext cx="1109272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</a:t>
            </a:r>
            <a:r>
              <a:rPr lang="en-GB" sz="2400" b="1" dirty="0">
                <a:solidFill>
                  <a:schemeClr val="accent1"/>
                </a:solidFill>
              </a:rPr>
              <a:t>Principle of Least Knowledge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suggests that a class should </a:t>
            </a:r>
            <a:r>
              <a:rPr lang="en-GB" sz="2400" b="1" dirty="0">
                <a:solidFill>
                  <a:schemeClr val="accent1"/>
                </a:solidFill>
              </a:rPr>
              <a:t>know and interact with as few other classes as possible</a:t>
            </a:r>
            <a:r>
              <a:rPr lang="en-GB" sz="2400" dirty="0"/>
              <a:t>. This helps reduce complexity — if each class only depends on a small number of others, the </a:t>
            </a:r>
            <a:r>
              <a:rPr lang="en-GB" sz="2400" b="1" dirty="0">
                <a:solidFill>
                  <a:schemeClr val="accent1"/>
                </a:solidFill>
              </a:rPr>
              <a:t>system becomes easier to maintain and modify</a:t>
            </a:r>
            <a:r>
              <a:rPr lang="en-GB" sz="2400" dirty="0"/>
              <a:t>.</a:t>
            </a:r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This idea is closely related to the </a:t>
            </a:r>
            <a:r>
              <a:rPr lang="en-GB" sz="2400" b="1" dirty="0">
                <a:solidFill>
                  <a:schemeClr val="accent1"/>
                </a:solidFill>
              </a:rPr>
              <a:t>Law of Demeter</a:t>
            </a:r>
            <a:r>
              <a:rPr lang="en-GB" sz="2400" dirty="0"/>
              <a:t>, which provides </a:t>
            </a:r>
            <a:r>
              <a:rPr lang="en-GB" sz="2400" b="1" dirty="0">
                <a:solidFill>
                  <a:schemeClr val="accent1"/>
                </a:solidFill>
              </a:rPr>
              <a:t>rules for how objects should communicate</a:t>
            </a:r>
            <a:r>
              <a:rPr lang="en-GB" sz="2400" dirty="0"/>
              <a:t>. Rather than focusing on structure, it defines how </a:t>
            </a:r>
            <a:r>
              <a:rPr lang="en-GB" sz="2400" b="1" dirty="0">
                <a:solidFill>
                  <a:schemeClr val="accent1"/>
                </a:solidFill>
              </a:rPr>
              <a:t>method calls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should be made to keep classes loosely coupled.</a:t>
            </a:r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According to the </a:t>
            </a:r>
            <a:r>
              <a:rPr lang="en-GB" sz="2400" b="1" dirty="0">
                <a:solidFill>
                  <a:schemeClr val="accent1"/>
                </a:solidFill>
              </a:rPr>
              <a:t>Law of Demeter</a:t>
            </a:r>
            <a:r>
              <a:rPr lang="en-GB" sz="2400" dirty="0"/>
              <a:t>, a method </a:t>
            </a:r>
            <a:r>
              <a:rPr lang="en-GB" dirty="0"/>
              <a:t>M</a:t>
            </a:r>
            <a:r>
              <a:rPr lang="en-GB" sz="2400" dirty="0"/>
              <a:t> of  class should only call methods that belong to: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The </a:t>
            </a:r>
            <a:r>
              <a:rPr lang="en-GB" sz="2400" b="1" dirty="0">
                <a:solidFill>
                  <a:schemeClr val="accent1"/>
                </a:solidFill>
              </a:rPr>
              <a:t>same class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(itself).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1"/>
                </a:solidFill>
              </a:rPr>
              <a:t>Objects passed as parameters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to </a:t>
            </a:r>
            <a:r>
              <a:rPr lang="en-GB" dirty="0"/>
              <a:t>M</a:t>
            </a:r>
            <a:r>
              <a:rPr lang="en-GB" sz="24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1"/>
                </a:solidFill>
              </a:rPr>
              <a:t>Objects created or instantiated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inside </a:t>
            </a:r>
            <a:r>
              <a:rPr lang="en-GB" dirty="0"/>
              <a:t>M</a:t>
            </a:r>
            <a:r>
              <a:rPr lang="en-GB" sz="24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1"/>
                </a:solidFill>
              </a:rPr>
              <a:t>Objects referenced by instance variables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of the class.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9BA7CE-4CAD-7C93-D5D2-2124FBF89A0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u="sng" dirty="0">
                <a:solidFill>
                  <a:schemeClr val="accent1"/>
                </a:solidFill>
              </a:rPr>
              <a:t>Principle of Least Knowledge and the Law of Demeter</a:t>
            </a:r>
          </a:p>
        </p:txBody>
      </p:sp>
    </p:spTree>
    <p:extLst>
      <p:ext uri="{BB962C8B-B14F-4D97-AF65-F5344CB8AC3E}">
        <p14:creationId xmlns:p14="http://schemas.microsoft.com/office/powerpoint/2010/main" val="47850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DBFAC-E158-78DB-AEE1-6B190E669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52683E-B066-15F4-E734-66D2D77CD8E3}"/>
              </a:ext>
            </a:extLst>
          </p:cNvPr>
          <p:cNvSpPr txBox="1"/>
          <p:nvPr/>
        </p:nvSpPr>
        <p:spPr>
          <a:xfrm>
            <a:off x="257465" y="797510"/>
            <a:ext cx="1109272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1"/>
                </a:solidFill>
              </a:rPr>
              <a:t>Rule 1</a:t>
            </a:r>
            <a:r>
              <a:rPr lang="en-GB" sz="2400" b="1" dirty="0"/>
              <a:t>:</a:t>
            </a:r>
            <a:r>
              <a:rPr lang="en-GB" sz="2400" dirty="0"/>
              <a:t> A method can call any other method in the </a:t>
            </a:r>
            <a:r>
              <a:rPr lang="en-GB" sz="2400" b="1" dirty="0">
                <a:solidFill>
                  <a:schemeClr val="accent1"/>
                </a:solidFill>
              </a:rPr>
              <a:t>same class</a:t>
            </a:r>
            <a:r>
              <a:rPr lang="en-GB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1"/>
                </a:solidFill>
              </a:rPr>
              <a:t>Rule 2: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A method can call methods on its </a:t>
            </a:r>
            <a:r>
              <a:rPr lang="en-GB" sz="2400" b="1" dirty="0">
                <a:solidFill>
                  <a:schemeClr val="accent1"/>
                </a:solidFill>
              </a:rPr>
              <a:t>parameters</a:t>
            </a:r>
            <a:r>
              <a:rPr lang="en-GB" sz="2400" dirty="0"/>
              <a:t>, since they’re local to the method.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1"/>
                </a:solidFill>
              </a:rPr>
              <a:t>Rule 3: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A method can call methods on </a:t>
            </a:r>
            <a:r>
              <a:rPr lang="en-GB" sz="2400" b="1" dirty="0">
                <a:solidFill>
                  <a:schemeClr val="accent1"/>
                </a:solidFill>
              </a:rPr>
              <a:t>objects it creates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within itself.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1"/>
                </a:solidFill>
              </a:rPr>
              <a:t>Rule 4: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A method can also call methods of </a:t>
            </a:r>
            <a:r>
              <a:rPr lang="en-GB" sz="2400" b="1" dirty="0">
                <a:solidFill>
                  <a:schemeClr val="accent1"/>
                </a:solidFill>
              </a:rPr>
              <a:t>objects stored in instance variables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of its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Following the Law of Demeter helps: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1"/>
                </a:solidFill>
              </a:rPr>
              <a:t>Reduce coupling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between classes.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1"/>
                </a:solidFill>
              </a:rPr>
              <a:t>Increase maintainability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and </a:t>
            </a:r>
            <a:r>
              <a:rPr lang="en-GB" sz="2400" b="1" dirty="0">
                <a:solidFill>
                  <a:schemeClr val="accent1"/>
                </a:solidFill>
              </a:rPr>
              <a:t>reusability</a:t>
            </a:r>
            <a:r>
              <a:rPr lang="en-GB" sz="24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1"/>
                </a:solidFill>
              </a:rPr>
              <a:t>Prevent errors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from spreading across unrelated parts of the system.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However, it also means </a:t>
            </a:r>
            <a:r>
              <a:rPr lang="en-GB" sz="2400" b="1" dirty="0">
                <a:solidFill>
                  <a:schemeClr val="accent1"/>
                </a:solidFill>
              </a:rPr>
              <a:t>more design effort</a:t>
            </a:r>
            <a:r>
              <a:rPr lang="en-GB" sz="2400" dirty="0"/>
              <a:t>. Strictly following it may require extra time and sometimes isn’t practical due to </a:t>
            </a:r>
            <a:r>
              <a:rPr lang="en-GB" sz="2400" b="1" dirty="0">
                <a:solidFill>
                  <a:schemeClr val="accent1"/>
                </a:solidFill>
              </a:rPr>
              <a:t>real-world constraints</a:t>
            </a:r>
            <a:r>
              <a:rPr lang="en-GB" sz="2400" dirty="0"/>
              <a:t>. In some cases, </a:t>
            </a:r>
            <a:r>
              <a:rPr lang="en-GB" sz="2400" b="1" dirty="0">
                <a:solidFill>
                  <a:schemeClr val="accent1"/>
                </a:solidFill>
              </a:rPr>
              <a:t>a small amount of coupling is acceptable</a:t>
            </a:r>
            <a:r>
              <a:rPr lang="en-GB" sz="2400" dirty="0"/>
              <a:t>, depending on the project’s complexity and time limits.</a:t>
            </a:r>
          </a:p>
          <a:p>
            <a:endParaRPr lang="en-GB" sz="2400" dirty="0"/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5BA6212-0B5C-C903-EDDA-15507633816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u="sng" dirty="0">
                <a:solidFill>
                  <a:schemeClr val="accent1"/>
                </a:solidFill>
              </a:rPr>
              <a:t>Details about each rule:</a:t>
            </a:r>
          </a:p>
        </p:txBody>
      </p:sp>
    </p:spTree>
    <p:extLst>
      <p:ext uri="{BB962C8B-B14F-4D97-AF65-F5344CB8AC3E}">
        <p14:creationId xmlns:p14="http://schemas.microsoft.com/office/powerpoint/2010/main" val="131468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590CB-BAE4-A7D0-0635-BFD69B0E2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4F94F2-507C-C33C-E8E6-B9B5D1BD208D}"/>
              </a:ext>
            </a:extLst>
          </p:cNvPr>
          <p:cNvSpPr txBox="1"/>
          <p:nvPr/>
        </p:nvSpPr>
        <p:spPr>
          <a:xfrm>
            <a:off x="257465" y="797510"/>
            <a:ext cx="11092722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No matter how well code is written, </a:t>
            </a:r>
            <a:r>
              <a:rPr lang="en-GB" sz="2400" b="1" dirty="0">
                <a:solidFill>
                  <a:schemeClr val="accent1"/>
                </a:solidFill>
              </a:rPr>
              <a:t>changes are always necessary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over time. </a:t>
            </a:r>
            <a:r>
              <a:rPr lang="en-GB" sz="2400" b="1" dirty="0">
                <a:solidFill>
                  <a:schemeClr val="accent1"/>
                </a:solidFill>
              </a:rPr>
              <a:t>Refactoring</a:t>
            </a:r>
            <a:r>
              <a:rPr lang="en-GB" sz="2400" dirty="0"/>
              <a:t> is the process of improving the </a:t>
            </a:r>
            <a:r>
              <a:rPr lang="en-GB" sz="2400" b="1" dirty="0">
                <a:solidFill>
                  <a:schemeClr val="accent1"/>
                </a:solidFill>
              </a:rPr>
              <a:t>internal structure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of code without altering its </a:t>
            </a:r>
            <a:r>
              <a:rPr lang="en-GB" sz="2400" b="1" dirty="0">
                <a:solidFill>
                  <a:schemeClr val="accent1"/>
                </a:solidFill>
              </a:rPr>
              <a:t>external </a:t>
            </a:r>
            <a:r>
              <a:rPr lang="en-GB" sz="2400" b="1" dirty="0" err="1">
                <a:solidFill>
                  <a:schemeClr val="accent1"/>
                </a:solidFill>
              </a:rPr>
              <a:t>behavior</a:t>
            </a:r>
            <a:r>
              <a:rPr lang="en-GB" sz="2400" dirty="0"/>
              <a:t>. It involves making </a:t>
            </a:r>
            <a:r>
              <a:rPr lang="en-GB" sz="2400" b="1" dirty="0">
                <a:solidFill>
                  <a:schemeClr val="accent1"/>
                </a:solidFill>
              </a:rPr>
              <a:t>small</a:t>
            </a:r>
            <a:r>
              <a:rPr lang="en-GB" sz="2400" b="1" dirty="0"/>
              <a:t>, </a:t>
            </a:r>
            <a:r>
              <a:rPr lang="en-GB" sz="2400" b="1" dirty="0">
                <a:solidFill>
                  <a:schemeClr val="accent1"/>
                </a:solidFill>
              </a:rPr>
              <a:t>incremental</a:t>
            </a:r>
            <a:r>
              <a:rPr lang="en-GB" sz="2400" b="1" dirty="0"/>
              <a:t> </a:t>
            </a:r>
            <a:r>
              <a:rPr lang="en-GB" sz="2400" b="1" dirty="0">
                <a:solidFill>
                  <a:schemeClr val="accent1"/>
                </a:solidFill>
              </a:rPr>
              <a:t>improvements</a:t>
            </a:r>
            <a:r>
              <a:rPr lang="en-GB" sz="2400" dirty="0"/>
              <a:t> and testing frequently to ensure functionality remains the same.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Refactoring is best done </a:t>
            </a:r>
            <a:r>
              <a:rPr lang="en-GB" sz="2400" b="1" dirty="0">
                <a:solidFill>
                  <a:schemeClr val="accent1"/>
                </a:solidFill>
              </a:rPr>
              <a:t>while adding new features</a:t>
            </a:r>
            <a:r>
              <a:rPr lang="en-GB" sz="2400" dirty="0"/>
              <a:t>, not after the project is finished, as this makes future updates easier and more efficient.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Sometimes, recurring signs of poor code structure appear — these are called </a:t>
            </a:r>
            <a:r>
              <a:rPr lang="en-GB" sz="2400" b="1" dirty="0">
                <a:solidFill>
                  <a:schemeClr val="accent1"/>
                </a:solidFill>
              </a:rPr>
              <a:t>anti-patterns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or </a:t>
            </a:r>
            <a:r>
              <a:rPr lang="en-GB" sz="2400" b="1" dirty="0">
                <a:solidFill>
                  <a:schemeClr val="accent1"/>
                </a:solidFill>
              </a:rPr>
              <a:t>code smells</a:t>
            </a:r>
            <a:r>
              <a:rPr lang="en-GB" sz="2400" dirty="0"/>
              <a:t>. Martin Fowler’s book </a:t>
            </a:r>
            <a:r>
              <a:rPr lang="en-GB" sz="2400" i="1" dirty="0"/>
              <a:t>Refactoring</a:t>
            </a:r>
            <a:r>
              <a:rPr lang="en-GB" sz="2400" dirty="0"/>
              <a:t> identifies many such code smells and provides strategies to </a:t>
            </a:r>
            <a:r>
              <a:rPr lang="en-GB" sz="2400" b="1" dirty="0"/>
              <a:t>“</a:t>
            </a:r>
            <a:r>
              <a:rPr lang="en-GB" sz="2400" b="1" dirty="0">
                <a:solidFill>
                  <a:schemeClr val="accent1"/>
                </a:solidFill>
              </a:rPr>
              <a:t>clean up</a:t>
            </a:r>
            <a:r>
              <a:rPr lang="en-GB" sz="2400" b="1" dirty="0"/>
              <a:t>”</a:t>
            </a:r>
            <a:r>
              <a:rPr lang="en-GB" sz="2400" dirty="0"/>
              <a:t> and improve them. We will explore several of these </a:t>
            </a:r>
            <a:r>
              <a:rPr lang="en-GB" sz="2400" b="1" dirty="0">
                <a:solidFill>
                  <a:schemeClr val="accent1"/>
                </a:solidFill>
              </a:rPr>
              <a:t>code smells </a:t>
            </a:r>
            <a:r>
              <a:rPr lang="en-GB" sz="2400" dirty="0"/>
              <a:t>and </a:t>
            </a:r>
            <a:r>
              <a:rPr lang="en-GB" sz="2400" b="1" dirty="0">
                <a:solidFill>
                  <a:schemeClr val="accent1"/>
                </a:solidFill>
              </a:rPr>
              <a:t>how to fix them</a:t>
            </a:r>
            <a:r>
              <a:rPr lang="en-GB" sz="2400" dirty="0"/>
              <a:t>.</a:t>
            </a:r>
          </a:p>
          <a:p>
            <a:endParaRPr lang="en-GB" sz="2400" dirty="0"/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CC0E646-ABA4-F624-8F30-90CB366C732F}"/>
              </a:ext>
            </a:extLst>
          </p:cNvPr>
          <p:cNvSpPr txBox="1">
            <a:spLocks/>
          </p:cNvSpPr>
          <p:nvPr/>
        </p:nvSpPr>
        <p:spPr>
          <a:xfrm>
            <a:off x="257465" y="144971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u="sng" dirty="0">
                <a:solidFill>
                  <a:schemeClr val="accent1"/>
                </a:solidFill>
              </a:rPr>
              <a:t>Anti Patterns and Code Smells:</a:t>
            </a:r>
          </a:p>
        </p:txBody>
      </p:sp>
    </p:spTree>
    <p:extLst>
      <p:ext uri="{BB962C8B-B14F-4D97-AF65-F5344CB8AC3E}">
        <p14:creationId xmlns:p14="http://schemas.microsoft.com/office/powerpoint/2010/main" val="3807921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509AD-BF36-D07C-ABCF-1995B6EA8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1BF2E5-ADDD-6365-1FA8-0B39091DDEB3}"/>
              </a:ext>
            </a:extLst>
          </p:cNvPr>
          <p:cNvSpPr txBox="1"/>
          <p:nvPr/>
        </p:nvSpPr>
        <p:spPr>
          <a:xfrm>
            <a:off x="257465" y="797510"/>
            <a:ext cx="11092722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One common sign of poor code quality is the misuse of </a:t>
            </a:r>
            <a:r>
              <a:rPr lang="en-GB" sz="2400" b="1" dirty="0">
                <a:solidFill>
                  <a:schemeClr val="accent1"/>
                </a:solidFill>
              </a:rPr>
              <a:t>comments</a:t>
            </a:r>
            <a:r>
              <a:rPr lang="en-GB" sz="2400" dirty="0"/>
              <a:t>—either having </a:t>
            </a:r>
            <a:r>
              <a:rPr lang="en-GB" sz="2400" b="1" dirty="0">
                <a:solidFill>
                  <a:schemeClr val="accent1"/>
                </a:solidFill>
              </a:rPr>
              <a:t>too few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or </a:t>
            </a:r>
            <a:r>
              <a:rPr lang="en-GB" sz="2400" b="1" dirty="0">
                <a:solidFill>
                  <a:schemeClr val="accent1"/>
                </a:solidFill>
              </a:rPr>
              <a:t>too many</a:t>
            </a:r>
            <a:r>
              <a:rPr lang="en-GB" sz="2400" dirty="0"/>
              <a:t>. Without sufficient comments, the code becomes difficult to understand or maintain, especially after some time has passed. However, excessive commenting can lead to </a:t>
            </a:r>
            <a:r>
              <a:rPr lang="en-GB" sz="2400" b="1" dirty="0">
                <a:solidFill>
                  <a:schemeClr val="accent1"/>
                </a:solidFill>
              </a:rPr>
              <a:t>inconsistencies</a:t>
            </a:r>
            <a:r>
              <a:rPr lang="en-GB" sz="2400" dirty="0"/>
              <a:t> as the code evolves and often serves to </a:t>
            </a:r>
            <a:r>
              <a:rPr lang="en-GB" sz="2400" b="1" dirty="0">
                <a:solidFill>
                  <a:schemeClr val="accent1"/>
                </a:solidFill>
              </a:rPr>
              <a:t>hide underlying design flaws</a:t>
            </a:r>
            <a:r>
              <a:rPr lang="en-GB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When developers use comments as reminders or to explain how changes in one method affect another, it usually indicates </a:t>
            </a:r>
            <a:r>
              <a:rPr lang="en-GB" sz="2400" b="1" dirty="0">
                <a:solidFill>
                  <a:schemeClr val="accent1"/>
                </a:solidFill>
              </a:rPr>
              <a:t>tight coupling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or </a:t>
            </a:r>
            <a:r>
              <a:rPr lang="en-GB" sz="2400" b="1" dirty="0">
                <a:solidFill>
                  <a:schemeClr val="accent1"/>
                </a:solidFill>
              </a:rPr>
              <a:t>poor structure</a:t>
            </a:r>
            <a:r>
              <a:rPr lang="en-GB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While comments are essential for documenting </a:t>
            </a:r>
            <a:r>
              <a:rPr lang="en-GB" sz="2400" b="1" dirty="0">
                <a:solidFill>
                  <a:schemeClr val="accent1"/>
                </a:solidFill>
              </a:rPr>
              <a:t> System</a:t>
            </a:r>
            <a:r>
              <a:rPr lang="en-GB" sz="2400" dirty="0"/>
              <a:t>, explaining </a:t>
            </a:r>
            <a:r>
              <a:rPr lang="en-GB" sz="2400" b="1" dirty="0">
                <a:solidFill>
                  <a:schemeClr val="accent1"/>
                </a:solidFill>
              </a:rPr>
              <a:t>complex</a:t>
            </a:r>
            <a:r>
              <a:rPr lang="en-GB" sz="2400" b="1" dirty="0"/>
              <a:t> </a:t>
            </a:r>
            <a:r>
              <a:rPr lang="en-GB" sz="2400" b="1" dirty="0">
                <a:solidFill>
                  <a:schemeClr val="accent1"/>
                </a:solidFill>
              </a:rPr>
              <a:t>algorithms</a:t>
            </a:r>
            <a:r>
              <a:rPr lang="en-GB" sz="2400" dirty="0"/>
              <a:t>, and clarifying </a:t>
            </a:r>
            <a:r>
              <a:rPr lang="en-GB" sz="2400" b="1" dirty="0">
                <a:solidFill>
                  <a:schemeClr val="accent1"/>
                </a:solidFill>
              </a:rPr>
              <a:t>design decisions</a:t>
            </a:r>
            <a:r>
              <a:rPr lang="en-GB" sz="2400" dirty="0"/>
              <a:t>, they must be </a:t>
            </a:r>
            <a:r>
              <a:rPr lang="en-GB" sz="2400" b="1" dirty="0">
                <a:solidFill>
                  <a:schemeClr val="accent1"/>
                </a:solidFill>
              </a:rPr>
              <a:t>clear, concise, and purposeful</a:t>
            </a:r>
            <a:r>
              <a:rPr lang="en-GB" sz="2400" dirty="0">
                <a:solidFill>
                  <a:schemeClr val="accent1"/>
                </a:solidFill>
              </a:rPr>
              <a:t>. </a:t>
            </a:r>
            <a:r>
              <a:rPr lang="en-GB" sz="2400" dirty="0"/>
              <a:t>Maintaining a balanced approach ensures that comments </a:t>
            </a:r>
            <a:r>
              <a:rPr lang="en-GB" sz="2400" b="1" dirty="0">
                <a:solidFill>
                  <a:schemeClr val="accent1"/>
                </a:solidFill>
              </a:rPr>
              <a:t>support</a:t>
            </a:r>
            <a:r>
              <a:rPr lang="en-GB" sz="2400" b="1" dirty="0"/>
              <a:t> </a:t>
            </a:r>
            <a:r>
              <a:rPr lang="en-GB" sz="2400" b="1" dirty="0">
                <a:solidFill>
                  <a:schemeClr val="accent1"/>
                </a:solidFill>
              </a:rPr>
              <a:t>readability</a:t>
            </a:r>
            <a:r>
              <a:rPr lang="en-GB" sz="2400" dirty="0"/>
              <a:t> rather than </a:t>
            </a:r>
            <a:r>
              <a:rPr lang="en-GB" sz="2400" b="1" dirty="0">
                <a:solidFill>
                  <a:schemeClr val="accent1"/>
                </a:solidFill>
              </a:rPr>
              <a:t>masking bad code practices</a:t>
            </a:r>
            <a:r>
              <a:rPr lang="en-GB" sz="2400" dirty="0"/>
              <a:t>.</a:t>
            </a:r>
          </a:p>
          <a:p>
            <a:endParaRPr lang="en-GB" sz="2400" dirty="0"/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806EC0D-911B-860A-8E2A-4A6A13F0939E}"/>
              </a:ext>
            </a:extLst>
          </p:cNvPr>
          <p:cNvSpPr txBox="1">
            <a:spLocks/>
          </p:cNvSpPr>
          <p:nvPr/>
        </p:nvSpPr>
        <p:spPr>
          <a:xfrm>
            <a:off x="257465" y="144971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u="sng" dirty="0">
                <a:solidFill>
                  <a:schemeClr val="accent1"/>
                </a:solidFill>
              </a:rPr>
              <a:t>Comments:</a:t>
            </a:r>
          </a:p>
        </p:txBody>
      </p:sp>
    </p:spTree>
    <p:extLst>
      <p:ext uri="{BB962C8B-B14F-4D97-AF65-F5344CB8AC3E}">
        <p14:creationId xmlns:p14="http://schemas.microsoft.com/office/powerpoint/2010/main" val="361803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1DF37B9-BC41-AA9A-5031-2DA0F690E29F}"/>
              </a:ext>
            </a:extLst>
          </p:cNvPr>
          <p:cNvSpPr txBox="1">
            <a:spLocks/>
          </p:cNvSpPr>
          <p:nvPr/>
        </p:nvSpPr>
        <p:spPr>
          <a:xfrm>
            <a:off x="257465" y="144971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u="sng" dirty="0">
                <a:solidFill>
                  <a:schemeClr val="accent1"/>
                </a:solidFill>
              </a:rPr>
              <a:t>Example:</a:t>
            </a:r>
          </a:p>
        </p:txBody>
      </p:sp>
      <p:pic>
        <p:nvPicPr>
          <p:cNvPr id="6" name="Picture 5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621A8782-E128-DC76-E521-17785C6E3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794" y="929127"/>
            <a:ext cx="4368800" cy="1130300"/>
          </a:xfrm>
          <a:prstGeom prst="rect">
            <a:avLst/>
          </a:prstGeom>
        </p:spPr>
      </p:pic>
      <p:pic>
        <p:nvPicPr>
          <p:cNvPr id="8" name="Picture 7" descr="A computer screen shot of a number&#10;&#10;AI-generated content may be incorrect.">
            <a:extLst>
              <a:ext uri="{FF2B5EF4-FFF2-40B4-BE49-F238E27FC236}">
                <a16:creationId xmlns:a16="http://schemas.microsoft.com/office/drawing/2014/main" id="{5034719C-E9D2-06C2-A181-655DA4187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9873" y="2406650"/>
            <a:ext cx="6146800" cy="2044700"/>
          </a:xfrm>
          <a:prstGeom prst="rect">
            <a:avLst/>
          </a:prstGeom>
        </p:spPr>
      </p:pic>
      <p:pic>
        <p:nvPicPr>
          <p:cNvPr id="10" name="Picture 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D8413C2-E069-FC8F-064F-092D48FC1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6981" y="4940580"/>
            <a:ext cx="53086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5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67C5B-3886-1ACE-B00F-EB87FF8A9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F39D97-C14C-04DB-3F3D-88DF7053D1E8}"/>
              </a:ext>
            </a:extLst>
          </p:cNvPr>
          <p:cNvSpPr txBox="1"/>
          <p:nvPr/>
        </p:nvSpPr>
        <p:spPr>
          <a:xfrm>
            <a:off x="257465" y="797510"/>
            <a:ext cx="110927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accent1"/>
                </a:solidFill>
              </a:rPr>
              <a:t>Duplicated code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is a common code smell that occurs when similar blocks of code appear in multiple places with only slight variations. This becomes problematic because any </a:t>
            </a:r>
            <a:r>
              <a:rPr lang="en-GB" sz="2400" b="1" dirty="0">
                <a:solidFill>
                  <a:schemeClr val="accent1"/>
                </a:solidFill>
              </a:rPr>
              <a:t>change or fix</a:t>
            </a:r>
            <a:r>
              <a:rPr lang="en-GB" sz="2400" dirty="0"/>
              <a:t>—such as adding new functionality, updating an algorithm, or correcting a bug—must be made in </a:t>
            </a:r>
            <a:r>
              <a:rPr lang="en-GB" sz="2400" b="1" dirty="0">
                <a:solidFill>
                  <a:schemeClr val="accent1"/>
                </a:solidFill>
              </a:rPr>
              <a:t>several locations</a:t>
            </a:r>
            <a:r>
              <a:rPr lang="en-GB" sz="2400" dirty="0"/>
              <a:t>, increasing the chance of errors or missed updates.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Maintaining duplicate logic also makes the system </a:t>
            </a:r>
            <a:r>
              <a:rPr lang="en-GB" sz="2400" b="1" dirty="0">
                <a:solidFill>
                  <a:schemeClr val="accent1"/>
                </a:solidFill>
              </a:rPr>
              <a:t>harder to manage and extend</a:t>
            </a:r>
            <a:r>
              <a:rPr lang="en-GB" sz="2400" dirty="0"/>
              <a:t> over time. A cleaner approach is to </a:t>
            </a:r>
            <a:r>
              <a:rPr lang="en-GB" sz="2400" b="1" dirty="0">
                <a:solidFill>
                  <a:schemeClr val="accent1"/>
                </a:solidFill>
              </a:rPr>
              <a:t>centralize shared </a:t>
            </a:r>
            <a:r>
              <a:rPr lang="en-GB" sz="2400" b="1" dirty="0" err="1">
                <a:solidFill>
                  <a:schemeClr val="accent1"/>
                </a:solidFill>
              </a:rPr>
              <a:t>behavior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so that updates occur in one place only.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This aligns with the </a:t>
            </a:r>
            <a:r>
              <a:rPr lang="en-GB" sz="2400" b="1" dirty="0">
                <a:solidFill>
                  <a:schemeClr val="accent1"/>
                </a:solidFill>
              </a:rPr>
              <a:t>D.R.Y. (Don’t Repeat Yourself)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principle, which emphasizes reducing redundancy and writing code that performs tasks efficiently with minimal duplication, improving both </a:t>
            </a:r>
            <a:r>
              <a:rPr lang="en-GB" sz="2400" b="1" dirty="0">
                <a:solidFill>
                  <a:schemeClr val="accent1"/>
                </a:solidFill>
              </a:rPr>
              <a:t>maintainability</a:t>
            </a:r>
            <a:r>
              <a:rPr lang="en-GB" sz="2400" dirty="0"/>
              <a:t> and </a:t>
            </a:r>
            <a:r>
              <a:rPr lang="en-GB" sz="2400" b="1" dirty="0">
                <a:solidFill>
                  <a:schemeClr val="accent1"/>
                </a:solidFill>
              </a:rPr>
              <a:t>clarity</a:t>
            </a:r>
            <a:r>
              <a:rPr lang="en-GB" sz="2400" dirty="0"/>
              <a:t>.</a:t>
            </a:r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6170D16-9EC2-6E08-E8AF-83D794E31F54}"/>
              </a:ext>
            </a:extLst>
          </p:cNvPr>
          <p:cNvSpPr txBox="1">
            <a:spLocks/>
          </p:cNvSpPr>
          <p:nvPr/>
        </p:nvSpPr>
        <p:spPr>
          <a:xfrm>
            <a:off x="257465" y="144971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u="sng" dirty="0">
                <a:solidFill>
                  <a:schemeClr val="accent1"/>
                </a:solidFill>
              </a:rPr>
              <a:t>Duplicate Code:</a:t>
            </a:r>
          </a:p>
        </p:txBody>
      </p:sp>
    </p:spTree>
    <p:extLst>
      <p:ext uri="{BB962C8B-B14F-4D97-AF65-F5344CB8AC3E}">
        <p14:creationId xmlns:p14="http://schemas.microsoft.com/office/powerpoint/2010/main" val="32843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BF82A-42E3-A92F-4BAF-517B1FBA4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B6F4F1A-5829-5997-E88F-9BB1BA534F07}"/>
              </a:ext>
            </a:extLst>
          </p:cNvPr>
          <p:cNvSpPr txBox="1">
            <a:spLocks/>
          </p:cNvSpPr>
          <p:nvPr/>
        </p:nvSpPr>
        <p:spPr>
          <a:xfrm>
            <a:off x="257465" y="144971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u="sng" dirty="0">
                <a:solidFill>
                  <a:schemeClr val="accent1"/>
                </a:solidFill>
              </a:rPr>
              <a:t>Example:</a:t>
            </a:r>
          </a:p>
        </p:txBody>
      </p:sp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E461E5FD-C28C-BEA6-7697-6349AF8AA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48" y="757467"/>
            <a:ext cx="4846634" cy="2801591"/>
          </a:xfrm>
          <a:prstGeom prst="rect">
            <a:avLst/>
          </a:prstGeom>
        </p:spPr>
      </p:pic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62EB9CD7-E997-D724-17E7-0366227BC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344" y="3793836"/>
            <a:ext cx="5844161" cy="275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44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DCF7C-230A-9346-DA37-A3E917556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17C507-3313-690A-F7C5-B09F9D73042D}"/>
              </a:ext>
            </a:extLst>
          </p:cNvPr>
          <p:cNvSpPr txBox="1"/>
          <p:nvPr/>
        </p:nvSpPr>
        <p:spPr>
          <a:xfrm>
            <a:off x="257465" y="797510"/>
            <a:ext cx="1109272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</a:t>
            </a:r>
            <a:r>
              <a:rPr lang="en-GB" sz="2400" b="1" dirty="0">
                <a:solidFill>
                  <a:schemeClr val="accent1"/>
                </a:solidFill>
              </a:rPr>
              <a:t>Long Method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anti-pattern occurs when a method becomes </a:t>
            </a:r>
            <a:r>
              <a:rPr lang="en-GB" sz="2400" b="1" dirty="0">
                <a:solidFill>
                  <a:schemeClr val="accent1"/>
                </a:solidFill>
              </a:rPr>
              <a:t>too lengthy or complex</a:t>
            </a:r>
            <a:r>
              <a:rPr lang="en-GB" sz="2400" dirty="0"/>
              <a:t>, often trying to handle </a:t>
            </a:r>
            <a:r>
              <a:rPr lang="en-GB" sz="2400" b="1" dirty="0">
                <a:solidFill>
                  <a:schemeClr val="accent1"/>
                </a:solidFill>
              </a:rPr>
              <a:t>multiple responsibilities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at once. Long methods can make code </a:t>
            </a:r>
            <a:r>
              <a:rPr lang="en-GB" sz="2400" b="1" dirty="0">
                <a:solidFill>
                  <a:schemeClr val="accent1"/>
                </a:solidFill>
              </a:rPr>
              <a:t>harder to read, test, and maintain</a:t>
            </a:r>
            <a:r>
              <a:rPr lang="en-GB" sz="2400" dirty="0"/>
              <a:t>, as they usually signal that the logic should be </a:t>
            </a:r>
            <a:r>
              <a:rPr lang="en-GB" sz="2400" b="1" dirty="0">
                <a:solidFill>
                  <a:schemeClr val="accent1"/>
                </a:solidFill>
              </a:rPr>
              <a:t>divided into smaller, focused parts</a:t>
            </a:r>
            <a:r>
              <a:rPr lang="en-GB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However, determining when a method is “too long” can be subjective, since </a:t>
            </a:r>
            <a:r>
              <a:rPr lang="en-GB" sz="2400" b="1" dirty="0">
                <a:solidFill>
                  <a:schemeClr val="accent1"/>
                </a:solidFill>
              </a:rPr>
              <a:t>length doesn’t always equal complexity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— for instance, methods that build user interfaces may naturally be longer but still cohesive.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acceptability of method length can also depend on the </a:t>
            </a:r>
            <a:r>
              <a:rPr lang="en-GB" sz="2400" b="1" dirty="0">
                <a:solidFill>
                  <a:schemeClr val="accent1"/>
                </a:solidFill>
              </a:rPr>
              <a:t>programming language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and its conventions; for example, </a:t>
            </a:r>
            <a:r>
              <a:rPr lang="en-GB" sz="2400" b="1" dirty="0">
                <a:solidFill>
                  <a:schemeClr val="accent1"/>
                </a:solidFill>
              </a:rPr>
              <a:t>Java</a:t>
            </a:r>
            <a:r>
              <a:rPr lang="en-GB" sz="2400" dirty="0"/>
              <a:t> typically uses short, concise methods averaging about 15 lines. </a:t>
            </a:r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In general, </a:t>
            </a:r>
            <a:r>
              <a:rPr lang="en-GB" sz="2400" b="1" dirty="0">
                <a:solidFill>
                  <a:schemeClr val="accent1"/>
                </a:solidFill>
              </a:rPr>
              <a:t>context matters</a:t>
            </a:r>
            <a:r>
              <a:rPr lang="en-GB" sz="2400" dirty="0"/>
              <a:t>, but when a method grows too long, it often indicates a need for </a:t>
            </a:r>
            <a:r>
              <a:rPr lang="en-GB" sz="2400" b="1" dirty="0">
                <a:solidFill>
                  <a:schemeClr val="accent1"/>
                </a:solidFill>
              </a:rPr>
              <a:t>refactoring</a:t>
            </a:r>
            <a:r>
              <a:rPr lang="en-GB" sz="2400" dirty="0"/>
              <a:t> to improve clarity and maintainability.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F51A646-B50F-2571-8EA4-547BC3E1A4C0}"/>
              </a:ext>
            </a:extLst>
          </p:cNvPr>
          <p:cNvSpPr txBox="1">
            <a:spLocks/>
          </p:cNvSpPr>
          <p:nvPr/>
        </p:nvSpPr>
        <p:spPr>
          <a:xfrm>
            <a:off x="257465" y="144971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u="sng" dirty="0">
                <a:solidFill>
                  <a:schemeClr val="accent1"/>
                </a:solidFill>
              </a:rPr>
              <a:t>Long Method:</a:t>
            </a:r>
          </a:p>
        </p:txBody>
      </p:sp>
    </p:spTree>
    <p:extLst>
      <p:ext uri="{BB962C8B-B14F-4D97-AF65-F5344CB8AC3E}">
        <p14:creationId xmlns:p14="http://schemas.microsoft.com/office/powerpoint/2010/main" val="654157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98485-3440-D7C1-4CDB-649EF22DB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54775-87B2-7792-D8AA-D9867F9A4B52}"/>
              </a:ext>
            </a:extLst>
          </p:cNvPr>
          <p:cNvSpPr txBox="1">
            <a:spLocks/>
          </p:cNvSpPr>
          <p:nvPr/>
        </p:nvSpPr>
        <p:spPr>
          <a:xfrm>
            <a:off x="257465" y="144971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u="sng" dirty="0">
                <a:solidFill>
                  <a:schemeClr val="accent1"/>
                </a:solidFill>
              </a:rPr>
              <a:t>Example: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722817-FA50-1256-86EF-43E145B68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65" y="942481"/>
            <a:ext cx="5213042" cy="4352637"/>
          </a:xfrm>
          <a:prstGeom prst="rect">
            <a:avLst/>
          </a:prstGeom>
        </p:spPr>
      </p:pic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52F73935-FCF4-D51F-5EA6-E0A89C376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851" y="144971"/>
            <a:ext cx="5531418" cy="630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32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CB71F-43AB-9EF2-6A99-EBDEED24E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A356BE-A6CF-1282-7E15-311A1C812154}"/>
              </a:ext>
            </a:extLst>
          </p:cNvPr>
          <p:cNvSpPr txBox="1"/>
          <p:nvPr/>
        </p:nvSpPr>
        <p:spPr>
          <a:xfrm>
            <a:off x="257465" y="797510"/>
            <a:ext cx="110927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</a:t>
            </a:r>
            <a:r>
              <a:rPr lang="en-GB" sz="2400" b="1" dirty="0">
                <a:solidFill>
                  <a:schemeClr val="accent1"/>
                </a:solidFill>
              </a:rPr>
              <a:t>Large Class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anti-pattern occurs when a class becomes </a:t>
            </a:r>
            <a:r>
              <a:rPr lang="en-GB" sz="2400" b="1" dirty="0">
                <a:solidFill>
                  <a:schemeClr val="accent1"/>
                </a:solidFill>
              </a:rPr>
              <a:t>too big and overloaded with responsibilities</a:t>
            </a:r>
            <a:r>
              <a:rPr lang="en-GB" sz="2400" dirty="0"/>
              <a:t>, much like the </a:t>
            </a:r>
            <a:r>
              <a:rPr lang="en-GB" sz="2400" b="1" dirty="0">
                <a:solidFill>
                  <a:schemeClr val="accent1"/>
                </a:solidFill>
              </a:rPr>
              <a:t>Long Method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problem. Such classes—often called </a:t>
            </a:r>
            <a:r>
              <a:rPr lang="en-GB" sz="2400" b="1" dirty="0">
                <a:solidFill>
                  <a:schemeClr val="accent1"/>
                </a:solidFill>
              </a:rPr>
              <a:t>God Classes</a:t>
            </a:r>
            <a:r>
              <a:rPr lang="en-GB" sz="2400" dirty="0">
                <a:solidFill>
                  <a:schemeClr val="accent1"/>
                </a:solidFill>
              </a:rPr>
              <a:t>, </a:t>
            </a:r>
            <a:r>
              <a:rPr lang="en-GB" sz="2400" b="1" dirty="0">
                <a:solidFill>
                  <a:schemeClr val="accent1"/>
                </a:solidFill>
              </a:rPr>
              <a:t>Blob Classes</a:t>
            </a:r>
            <a:r>
              <a:rPr lang="en-GB" sz="2400" dirty="0"/>
              <a:t>, or </a:t>
            </a:r>
            <a:r>
              <a:rPr lang="en-GB" sz="2400" b="1" dirty="0">
                <a:solidFill>
                  <a:schemeClr val="accent1"/>
                </a:solidFill>
              </a:rPr>
              <a:t>Black Hole Classes</a:t>
            </a:r>
            <a:r>
              <a:rPr lang="en-GB" sz="2400" dirty="0"/>
              <a:t>—start out normal but gradually expand as more features and logic are added. Over time, they become difficult to understand, maintain, and modify.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Large classes often rely heavily on </a:t>
            </a:r>
            <a:r>
              <a:rPr lang="en-GB" sz="2400" b="1" dirty="0">
                <a:solidFill>
                  <a:schemeClr val="accent1"/>
                </a:solidFill>
              </a:rPr>
              <a:t>comments</a:t>
            </a:r>
            <a:r>
              <a:rPr lang="en-GB" sz="2400" dirty="0"/>
              <a:t> to explain where different functionalities are located, which itself signals poor design.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To prevent this, each class should have a </a:t>
            </a:r>
            <a:r>
              <a:rPr lang="en-GB" sz="2400" b="1" dirty="0">
                <a:solidFill>
                  <a:schemeClr val="accent1"/>
                </a:solidFill>
              </a:rPr>
              <a:t>clear, focused purpose</a:t>
            </a:r>
            <a:r>
              <a:rPr lang="en-GB" sz="2400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and handle only </a:t>
            </a:r>
            <a:r>
              <a:rPr lang="en-GB" sz="2400" b="1" dirty="0">
                <a:solidFill>
                  <a:schemeClr val="accent1"/>
                </a:solidFill>
              </a:rPr>
              <a:t>one main responsibility</a:t>
            </a:r>
            <a:r>
              <a:rPr lang="en-GB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Detecting and addressing this issue early is crucial, as refactoring a large class later can be </a:t>
            </a:r>
            <a:r>
              <a:rPr lang="en-GB" sz="2400" b="1" dirty="0">
                <a:solidFill>
                  <a:schemeClr val="accent1"/>
                </a:solidFill>
              </a:rPr>
              <a:t>complex and time-consuming</a:t>
            </a:r>
            <a:r>
              <a:rPr lang="en-GB" sz="2400" dirty="0">
                <a:solidFill>
                  <a:schemeClr val="accent1"/>
                </a:solidFill>
              </a:rPr>
              <a:t>.</a:t>
            </a:r>
          </a:p>
          <a:p>
            <a:endParaRPr lang="en-GB" sz="2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227E716-1E79-9114-B134-241FB80041D1}"/>
              </a:ext>
            </a:extLst>
          </p:cNvPr>
          <p:cNvSpPr txBox="1">
            <a:spLocks/>
          </p:cNvSpPr>
          <p:nvPr/>
        </p:nvSpPr>
        <p:spPr>
          <a:xfrm>
            <a:off x="257465" y="144971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u="sng" dirty="0">
                <a:solidFill>
                  <a:schemeClr val="accent1"/>
                </a:solidFill>
              </a:rPr>
              <a:t>Long Class:</a:t>
            </a:r>
          </a:p>
        </p:txBody>
      </p:sp>
    </p:spTree>
    <p:extLst>
      <p:ext uri="{BB962C8B-B14F-4D97-AF65-F5344CB8AC3E}">
        <p14:creationId xmlns:p14="http://schemas.microsoft.com/office/powerpoint/2010/main" val="157163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1CE97-34EE-9D42-B481-C9CF77EA4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FC03532-9CFF-B779-43DA-46344026E8F8}"/>
              </a:ext>
            </a:extLst>
          </p:cNvPr>
          <p:cNvSpPr txBox="1">
            <a:spLocks/>
          </p:cNvSpPr>
          <p:nvPr/>
        </p:nvSpPr>
        <p:spPr>
          <a:xfrm>
            <a:off x="7794338" y="0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u="sng" dirty="0">
                <a:solidFill>
                  <a:schemeClr val="accent1"/>
                </a:solidFill>
              </a:rPr>
              <a:t>Example:</a:t>
            </a:r>
          </a:p>
        </p:txBody>
      </p:sp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A274FDB-700E-CBC1-F47D-68F031BAE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472" y="1331767"/>
            <a:ext cx="4330700" cy="3695700"/>
          </a:xfrm>
          <a:prstGeom prst="rect">
            <a:avLst/>
          </a:prstGeom>
        </p:spPr>
      </p:pic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E883464-8077-DA87-EFBA-953B028B7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562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1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E31DA-BB4B-E723-9112-692CE3ADC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2C0E603-E03C-DC72-19C2-4EFA775BD8B6}"/>
              </a:ext>
            </a:extLst>
          </p:cNvPr>
          <p:cNvSpPr txBox="1"/>
          <p:nvPr/>
        </p:nvSpPr>
        <p:spPr>
          <a:xfrm>
            <a:off x="257465" y="982176"/>
            <a:ext cx="1109272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>
                <a:solidFill>
                  <a:schemeClr val="accent1"/>
                </a:solidFill>
              </a:rPr>
              <a:t>Data Clumps </a:t>
            </a:r>
            <a:r>
              <a:rPr lang="en-US" sz="2400" dirty="0"/>
              <a:t>anti-pattern occurs when the </a:t>
            </a:r>
            <a:r>
              <a:rPr lang="en-US" sz="2400" b="1" dirty="0">
                <a:solidFill>
                  <a:schemeClr val="accent1"/>
                </a:solidFill>
              </a:rPr>
              <a:t>same group of related data items </a:t>
            </a:r>
            <a:r>
              <a:rPr lang="en-US" sz="2400" dirty="0"/>
              <a:t>(like car make, model, and year) repeatedly appear together </a:t>
            </a:r>
            <a:r>
              <a:rPr lang="en-US" sz="2400" b="1" dirty="0">
                <a:solidFill>
                  <a:schemeClr val="accent1"/>
                </a:solidFill>
              </a:rPr>
              <a:t>as method parameters or instance variables</a:t>
            </a:r>
            <a:r>
              <a:rPr lang="en-US" sz="2400" dirty="0"/>
              <a:t>.</a:t>
            </a:r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repetition often suggests that these values should be </a:t>
            </a:r>
            <a:r>
              <a:rPr lang="en-US" sz="2400" b="1" dirty="0">
                <a:solidFill>
                  <a:schemeClr val="accent1"/>
                </a:solidFill>
              </a:rPr>
              <a:t>encapsulated into a single class.</a:t>
            </a:r>
            <a:r>
              <a:rPr lang="en-US" sz="2400" dirty="0"/>
              <a:t> For instance, instead of passing </a:t>
            </a:r>
            <a:r>
              <a:rPr lang="en-US" sz="2400" b="1" dirty="0">
                <a:solidFill>
                  <a:schemeClr val="accent1"/>
                </a:solidFill>
              </a:rPr>
              <a:t>make, model, and year separately to multiple methods</a:t>
            </a:r>
            <a:r>
              <a:rPr lang="en-US" sz="2400" dirty="0"/>
              <a:t>, they can be grouped into </a:t>
            </a:r>
            <a:r>
              <a:rPr lang="en-US" sz="2400" b="1" dirty="0">
                <a:solidFill>
                  <a:schemeClr val="accent1"/>
                </a:solidFill>
              </a:rPr>
              <a:t>a Car class</a:t>
            </a:r>
            <a:r>
              <a:rPr lang="en-US" sz="2400" dirty="0"/>
              <a:t>. This not only simplifies method signatures but also </a:t>
            </a:r>
            <a:r>
              <a:rPr lang="en-US" sz="2400" b="1" dirty="0">
                <a:solidFill>
                  <a:schemeClr val="accent1"/>
                </a:solidFill>
              </a:rPr>
              <a:t>improves readability and reusability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However, </a:t>
            </a:r>
            <a:r>
              <a:rPr lang="en-US" sz="2400" b="1" dirty="0">
                <a:solidFill>
                  <a:schemeClr val="accent1"/>
                </a:solidFill>
              </a:rPr>
              <a:t>while refactoring data clumps</a:t>
            </a:r>
            <a:r>
              <a:rPr lang="en-US" sz="2400" dirty="0"/>
              <a:t>, it’s important to ensure the new class </a:t>
            </a:r>
            <a:r>
              <a:rPr lang="en-US" sz="2400" b="1" dirty="0">
                <a:solidFill>
                  <a:srgbClr val="FF0000"/>
                </a:solidFill>
              </a:rPr>
              <a:t>isn’t just a data holder </a:t>
            </a:r>
            <a:r>
              <a:rPr lang="en-US" sz="2400" dirty="0"/>
              <a:t>— it should include relevant behaviors or logic, </a:t>
            </a:r>
            <a:r>
              <a:rPr lang="en-US" sz="2400" b="1" dirty="0">
                <a:solidFill>
                  <a:schemeClr val="accent1"/>
                </a:solidFill>
              </a:rPr>
              <a:t>such as methods to display or update car details</a:t>
            </a:r>
            <a:r>
              <a:rPr lang="en-US" sz="2400" dirty="0"/>
              <a:t>, to maintain proper object-oriented design.</a:t>
            </a:r>
            <a:endParaRPr lang="en-GB" sz="2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A0AD4FC-6E84-C1EF-A33E-59008081ED30}"/>
              </a:ext>
            </a:extLst>
          </p:cNvPr>
          <p:cNvSpPr txBox="1">
            <a:spLocks/>
          </p:cNvSpPr>
          <p:nvPr/>
        </p:nvSpPr>
        <p:spPr>
          <a:xfrm>
            <a:off x="257465" y="144971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u="sng" dirty="0">
                <a:solidFill>
                  <a:schemeClr val="accent1"/>
                </a:solidFill>
              </a:rPr>
              <a:t>Data Clumps:</a:t>
            </a:r>
          </a:p>
        </p:txBody>
      </p:sp>
    </p:spTree>
    <p:extLst>
      <p:ext uri="{BB962C8B-B14F-4D97-AF65-F5344CB8AC3E}">
        <p14:creationId xmlns:p14="http://schemas.microsoft.com/office/powerpoint/2010/main" val="280073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AE095-6359-9D84-7483-A67A92577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DE9E897-C759-0BEF-A8E5-93C04542EA19}"/>
              </a:ext>
            </a:extLst>
          </p:cNvPr>
          <p:cNvSpPr txBox="1">
            <a:spLocks/>
          </p:cNvSpPr>
          <p:nvPr/>
        </p:nvSpPr>
        <p:spPr>
          <a:xfrm>
            <a:off x="7881948" y="170037"/>
            <a:ext cx="11350187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u="sng" dirty="0">
                <a:solidFill>
                  <a:schemeClr val="accent1"/>
                </a:solidFill>
              </a:rPr>
              <a:t>Data Clumps: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021D00-61A5-B607-A6AA-0410F7DFC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2525742"/>
          </a:xfrm>
          <a:prstGeom prst="rect">
            <a:avLst/>
          </a:prstGeom>
        </p:spPr>
      </p:pic>
      <p:pic>
        <p:nvPicPr>
          <p:cNvPr id="4" name="Picture 3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22A93B87-6FD4-FB54-E61B-356607878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1016" y="2445810"/>
            <a:ext cx="7772400" cy="441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11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CB9A8-8EA1-448E-3B2A-09FB86782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972" y="342900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PK" dirty="0"/>
              <a:t>Thank You</a:t>
            </a:r>
            <a:r>
              <a:rPr lang="en-PK" dirty="0">
                <a:sym typeface="Wingdings" pitchFamily="2" charset="2"/>
              </a:rPr>
              <a:t>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85452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0A01C165BBDC49A86919AC591C0DE4" ma:contentTypeVersion="3" ma:contentTypeDescription="Create a new document." ma:contentTypeScope="" ma:versionID="f33ed0c81b9d530233626367f9787a89">
  <xsd:schema xmlns:xsd="http://www.w3.org/2001/XMLSchema" xmlns:xs="http://www.w3.org/2001/XMLSchema" xmlns:p="http://schemas.microsoft.com/office/2006/metadata/properties" xmlns:ns2="cb41ba1a-f6ca-4b59-9a77-8804554fd27e" targetNamespace="http://schemas.microsoft.com/office/2006/metadata/properties" ma:root="true" ma:fieldsID="02141f34451d491b1d875b2a46fac375" ns2:_="">
    <xsd:import namespace="cb41ba1a-f6ca-4b59-9a77-8804554fd2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41ba1a-f6ca-4b59-9a77-8804554fd2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F29221-56D3-402D-B47E-9B73B222E272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cb41ba1a-f6ca-4b59-9a77-8804554fd27e"/>
    <ds:schemaRef ds:uri="http://schemas.microsoft.com/office/2006/metadata/properties"/>
    <ds:schemaRef ds:uri="http://purl.org/dc/dcmitype/"/>
    <ds:schemaRef ds:uri="http://purl.org/dc/terms/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4C6F128-5EE0-483E-BFB7-9EB4A58B34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b41ba1a-f6ca-4b59-9a77-8804554fd2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77D708-D110-4036-B976-ABFC9126AD2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12053</TotalTime>
  <Words>2533</Words>
  <Application>Microsoft Macintosh PowerPoint</Application>
  <PresentationFormat>Widescreen</PresentationFormat>
  <Paragraphs>302</Paragraphs>
  <Slides>36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Arial</vt:lpstr>
      <vt:lpstr>Times New Roman</vt:lpstr>
      <vt:lpstr>Wingdings</vt:lpstr>
      <vt:lpstr>Office Theme</vt:lpstr>
      <vt:lpstr>                             Software Design and architecture (SE322)   gg </vt:lpstr>
      <vt:lpstr>List of Topics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 Nabi Lecturer FCSE</dc:creator>
  <cp:lastModifiedBy>Said Nabi Lecturer FCSE</cp:lastModifiedBy>
  <cp:revision>4</cp:revision>
  <dcterms:created xsi:type="dcterms:W3CDTF">2025-07-24T12:04:29Z</dcterms:created>
  <dcterms:modified xsi:type="dcterms:W3CDTF">2025-11-20T08:33:43Z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0x010100C50A01C165BBDC49A86919AC591C0DE4</vt:lpwstr>
  </property>
</Properties>
</file>